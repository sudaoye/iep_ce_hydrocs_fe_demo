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9" r:id="rId3"/>
    <p:sldId id="270" r:id="rId5"/>
    <p:sldId id="272" r:id="rId6"/>
    <p:sldId id="314" r:id="rId7"/>
    <p:sldId id="319" r:id="rId8"/>
    <p:sldId id="273" r:id="rId9"/>
    <p:sldId id="275" r:id="rId10"/>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825"/>
    <a:srgbClr val="00561F"/>
    <a:srgbClr val="DCE4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337.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tags" Target="../tags/tag56.xml"/><Relationship Id="rId55" Type="http://schemas.openxmlformats.org/officeDocument/2006/relationships/tags" Target="../tags/tag55.xml"/><Relationship Id="rId54" Type="http://schemas.openxmlformats.org/officeDocument/2006/relationships/tags" Target="../tags/tag54.xml"/><Relationship Id="rId53" Type="http://schemas.openxmlformats.org/officeDocument/2006/relationships/tags" Target="../tags/tag53.xml"/><Relationship Id="rId52" Type="http://schemas.openxmlformats.org/officeDocument/2006/relationships/tags" Target="../tags/tag52.xml"/><Relationship Id="rId51" Type="http://schemas.openxmlformats.org/officeDocument/2006/relationships/tags" Target="../tags/tag51.xml"/><Relationship Id="rId50" Type="http://schemas.openxmlformats.org/officeDocument/2006/relationships/tags" Target="../tags/tag50.xml"/><Relationship Id="rId5" Type="http://schemas.openxmlformats.org/officeDocument/2006/relationships/tags" Target="../tags/tag5.xml"/><Relationship Id="rId49" Type="http://schemas.openxmlformats.org/officeDocument/2006/relationships/tags" Target="../tags/tag49.xml"/><Relationship Id="rId48" Type="http://schemas.openxmlformats.org/officeDocument/2006/relationships/tags" Target="../tags/tag48.xml"/><Relationship Id="rId47" Type="http://schemas.openxmlformats.org/officeDocument/2006/relationships/tags" Target="../tags/tag47.xml"/><Relationship Id="rId46" Type="http://schemas.openxmlformats.org/officeDocument/2006/relationships/tags" Target="../tags/tag46.xml"/><Relationship Id="rId45" Type="http://schemas.openxmlformats.org/officeDocument/2006/relationships/tags" Target="../tags/tag45.xml"/><Relationship Id="rId44" Type="http://schemas.openxmlformats.org/officeDocument/2006/relationships/tags" Target="../tags/tag44.xml"/><Relationship Id="rId43" Type="http://schemas.openxmlformats.org/officeDocument/2006/relationships/tags" Target="../tags/tag43.xml"/><Relationship Id="rId42" Type="http://schemas.openxmlformats.org/officeDocument/2006/relationships/tags" Target="../tags/tag42.xml"/><Relationship Id="rId41" Type="http://schemas.openxmlformats.org/officeDocument/2006/relationships/tags" Target="../tags/tag41.xml"/><Relationship Id="rId40" Type="http://schemas.openxmlformats.org/officeDocument/2006/relationships/tags" Target="../tags/tag40.xml"/><Relationship Id="rId4" Type="http://schemas.openxmlformats.org/officeDocument/2006/relationships/tags" Target="../tags/tag4.xml"/><Relationship Id="rId39" Type="http://schemas.openxmlformats.org/officeDocument/2006/relationships/tags" Target="../tags/tag39.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2" Type="http://schemas.openxmlformats.org/officeDocument/2006/relationships/tags" Target="../tags/tag118.xml"/><Relationship Id="rId61" Type="http://schemas.openxmlformats.org/officeDocument/2006/relationships/tags" Target="../tags/tag117.xml"/><Relationship Id="rId60" Type="http://schemas.openxmlformats.org/officeDocument/2006/relationships/tags" Target="../tags/tag116.xml"/><Relationship Id="rId6" Type="http://schemas.openxmlformats.org/officeDocument/2006/relationships/tags" Target="../tags/tag62.xml"/><Relationship Id="rId59" Type="http://schemas.openxmlformats.org/officeDocument/2006/relationships/tags" Target="../tags/tag115.xml"/><Relationship Id="rId58" Type="http://schemas.openxmlformats.org/officeDocument/2006/relationships/tags" Target="../tags/tag114.xml"/><Relationship Id="rId57" Type="http://schemas.openxmlformats.org/officeDocument/2006/relationships/tags" Target="../tags/tag113.xml"/><Relationship Id="rId56" Type="http://schemas.openxmlformats.org/officeDocument/2006/relationships/tags" Target="../tags/tag112.xml"/><Relationship Id="rId55" Type="http://schemas.openxmlformats.org/officeDocument/2006/relationships/tags" Target="../tags/tag111.xml"/><Relationship Id="rId54" Type="http://schemas.openxmlformats.org/officeDocument/2006/relationships/tags" Target="../tags/tag110.xml"/><Relationship Id="rId53" Type="http://schemas.openxmlformats.org/officeDocument/2006/relationships/tags" Target="../tags/tag109.xml"/><Relationship Id="rId52" Type="http://schemas.openxmlformats.org/officeDocument/2006/relationships/tags" Target="../tags/tag108.xml"/><Relationship Id="rId51" Type="http://schemas.openxmlformats.org/officeDocument/2006/relationships/tags" Target="../tags/tag107.xml"/><Relationship Id="rId50" Type="http://schemas.openxmlformats.org/officeDocument/2006/relationships/tags" Target="../tags/tag106.xml"/><Relationship Id="rId5" Type="http://schemas.openxmlformats.org/officeDocument/2006/relationships/tags" Target="../tags/tag61.xml"/><Relationship Id="rId49" Type="http://schemas.openxmlformats.org/officeDocument/2006/relationships/tags" Target="../tags/tag105.xml"/><Relationship Id="rId48" Type="http://schemas.openxmlformats.org/officeDocument/2006/relationships/tags" Target="../tags/tag104.xml"/><Relationship Id="rId47" Type="http://schemas.openxmlformats.org/officeDocument/2006/relationships/tags" Target="../tags/tag103.xml"/><Relationship Id="rId46" Type="http://schemas.openxmlformats.org/officeDocument/2006/relationships/tags" Target="../tags/tag102.xml"/><Relationship Id="rId45" Type="http://schemas.openxmlformats.org/officeDocument/2006/relationships/tags" Target="../tags/tag101.xml"/><Relationship Id="rId44" Type="http://schemas.openxmlformats.org/officeDocument/2006/relationships/tags" Target="../tags/tag100.xml"/><Relationship Id="rId43" Type="http://schemas.openxmlformats.org/officeDocument/2006/relationships/tags" Target="../tags/tag99.xml"/><Relationship Id="rId42" Type="http://schemas.openxmlformats.org/officeDocument/2006/relationships/tags" Target="../tags/tag98.xml"/><Relationship Id="rId41" Type="http://schemas.openxmlformats.org/officeDocument/2006/relationships/tags" Target="../tags/tag97.xml"/><Relationship Id="rId40" Type="http://schemas.openxmlformats.org/officeDocument/2006/relationships/tags" Target="../tags/tag96.xml"/><Relationship Id="rId4" Type="http://schemas.microsoft.com/office/2007/relationships/hdphoto" Target="../media/image2.wdp"/><Relationship Id="rId39" Type="http://schemas.openxmlformats.org/officeDocument/2006/relationships/tags" Target="../tags/tag95.xml"/><Relationship Id="rId38" Type="http://schemas.openxmlformats.org/officeDocument/2006/relationships/tags" Target="../tags/tag94.xml"/><Relationship Id="rId37" Type="http://schemas.openxmlformats.org/officeDocument/2006/relationships/tags" Target="../tags/tag93.xml"/><Relationship Id="rId36" Type="http://schemas.openxmlformats.org/officeDocument/2006/relationships/tags" Target="../tags/tag92.xml"/><Relationship Id="rId35" Type="http://schemas.openxmlformats.org/officeDocument/2006/relationships/tags" Target="../tags/tag91.xml"/><Relationship Id="rId34" Type="http://schemas.openxmlformats.org/officeDocument/2006/relationships/tags" Target="../tags/tag90.xml"/><Relationship Id="rId33" Type="http://schemas.openxmlformats.org/officeDocument/2006/relationships/tags" Target="../tags/tag89.xml"/><Relationship Id="rId32" Type="http://schemas.openxmlformats.org/officeDocument/2006/relationships/tags" Target="../tags/tag88.xml"/><Relationship Id="rId31" Type="http://schemas.openxmlformats.org/officeDocument/2006/relationships/tags" Target="../tags/tag87.xml"/><Relationship Id="rId30" Type="http://schemas.openxmlformats.org/officeDocument/2006/relationships/tags" Target="../tags/tag86.xml"/><Relationship Id="rId3" Type="http://schemas.openxmlformats.org/officeDocument/2006/relationships/image" Target="../media/image1.png"/><Relationship Id="rId29" Type="http://schemas.openxmlformats.org/officeDocument/2006/relationships/tags" Target="../tags/tag85.xml"/><Relationship Id="rId28" Type="http://schemas.openxmlformats.org/officeDocument/2006/relationships/tags" Target="../tags/tag84.xml"/><Relationship Id="rId27" Type="http://schemas.openxmlformats.org/officeDocument/2006/relationships/tags" Target="../tags/tag83.xml"/><Relationship Id="rId26" Type="http://schemas.openxmlformats.org/officeDocument/2006/relationships/tags" Target="../tags/tag82.xml"/><Relationship Id="rId25" Type="http://schemas.openxmlformats.org/officeDocument/2006/relationships/tags" Target="../tags/tag81.xml"/><Relationship Id="rId24" Type="http://schemas.openxmlformats.org/officeDocument/2006/relationships/tags" Target="../tags/tag80.xml"/><Relationship Id="rId23" Type="http://schemas.openxmlformats.org/officeDocument/2006/relationships/tags" Target="../tags/tag79.xml"/><Relationship Id="rId22" Type="http://schemas.openxmlformats.org/officeDocument/2006/relationships/tags" Target="../tags/tag78.xml"/><Relationship Id="rId21" Type="http://schemas.openxmlformats.org/officeDocument/2006/relationships/tags" Target="../tags/tag77.xml"/><Relationship Id="rId20" Type="http://schemas.openxmlformats.org/officeDocument/2006/relationships/tags" Target="../tags/tag76.xml"/><Relationship Id="rId2" Type="http://schemas.openxmlformats.org/officeDocument/2006/relationships/tags" Target="../tags/tag60.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5" Type="http://schemas.openxmlformats.org/officeDocument/2006/relationships/tags" Target="../tags/tag172.xml"/><Relationship Id="rId54" Type="http://schemas.openxmlformats.org/officeDocument/2006/relationships/tags" Target="../tags/tag171.xml"/><Relationship Id="rId53" Type="http://schemas.openxmlformats.org/officeDocument/2006/relationships/tags" Target="../tags/tag170.xml"/><Relationship Id="rId52" Type="http://schemas.openxmlformats.org/officeDocument/2006/relationships/tags" Target="../tags/tag169.xml"/><Relationship Id="rId51" Type="http://schemas.openxmlformats.org/officeDocument/2006/relationships/tags" Target="../tags/tag168.xml"/><Relationship Id="rId50" Type="http://schemas.openxmlformats.org/officeDocument/2006/relationships/tags" Target="../tags/tag167.xml"/><Relationship Id="rId5" Type="http://schemas.openxmlformats.org/officeDocument/2006/relationships/tags" Target="../tags/tag122.xml"/><Relationship Id="rId49" Type="http://schemas.openxmlformats.org/officeDocument/2006/relationships/tags" Target="../tags/tag166.xml"/><Relationship Id="rId48" Type="http://schemas.openxmlformats.org/officeDocument/2006/relationships/tags" Target="../tags/tag165.xml"/><Relationship Id="rId47" Type="http://schemas.openxmlformats.org/officeDocument/2006/relationships/tags" Target="../tags/tag164.xml"/><Relationship Id="rId46" Type="http://schemas.openxmlformats.org/officeDocument/2006/relationships/tags" Target="../tags/tag163.xml"/><Relationship Id="rId45" Type="http://schemas.openxmlformats.org/officeDocument/2006/relationships/tags" Target="../tags/tag162.xml"/><Relationship Id="rId44" Type="http://schemas.openxmlformats.org/officeDocument/2006/relationships/tags" Target="../tags/tag161.xml"/><Relationship Id="rId43" Type="http://schemas.openxmlformats.org/officeDocument/2006/relationships/tags" Target="../tags/tag160.xml"/><Relationship Id="rId42" Type="http://schemas.openxmlformats.org/officeDocument/2006/relationships/tags" Target="../tags/tag159.xml"/><Relationship Id="rId41" Type="http://schemas.openxmlformats.org/officeDocument/2006/relationships/tags" Target="../tags/tag158.xml"/><Relationship Id="rId40" Type="http://schemas.openxmlformats.org/officeDocument/2006/relationships/tags" Target="../tags/tag157.xml"/><Relationship Id="rId4" Type="http://schemas.openxmlformats.org/officeDocument/2006/relationships/tags" Target="../tags/tag121.xml"/><Relationship Id="rId39" Type="http://schemas.openxmlformats.org/officeDocument/2006/relationships/tags" Target="../tags/tag156.xml"/><Relationship Id="rId38" Type="http://schemas.openxmlformats.org/officeDocument/2006/relationships/tags" Target="../tags/tag155.xml"/><Relationship Id="rId37" Type="http://schemas.openxmlformats.org/officeDocument/2006/relationships/tags" Target="../tags/tag154.xml"/><Relationship Id="rId36" Type="http://schemas.openxmlformats.org/officeDocument/2006/relationships/tags" Target="../tags/tag153.xml"/><Relationship Id="rId35" Type="http://schemas.openxmlformats.org/officeDocument/2006/relationships/tags" Target="../tags/tag152.xml"/><Relationship Id="rId34" Type="http://schemas.openxmlformats.org/officeDocument/2006/relationships/tags" Target="../tags/tag151.xml"/><Relationship Id="rId33" Type="http://schemas.openxmlformats.org/officeDocument/2006/relationships/tags" Target="../tags/tag150.xml"/><Relationship Id="rId32" Type="http://schemas.openxmlformats.org/officeDocument/2006/relationships/tags" Target="../tags/tag149.xml"/><Relationship Id="rId31" Type="http://schemas.openxmlformats.org/officeDocument/2006/relationships/tags" Target="../tags/tag148.xml"/><Relationship Id="rId30" Type="http://schemas.openxmlformats.org/officeDocument/2006/relationships/tags" Target="../tags/tag147.xml"/><Relationship Id="rId3" Type="http://schemas.openxmlformats.org/officeDocument/2006/relationships/tags" Target="../tags/tag120.xml"/><Relationship Id="rId29" Type="http://schemas.openxmlformats.org/officeDocument/2006/relationships/tags" Target="../tags/tag146.xml"/><Relationship Id="rId28" Type="http://schemas.openxmlformats.org/officeDocument/2006/relationships/tags" Target="../tags/tag145.xml"/><Relationship Id="rId27" Type="http://schemas.openxmlformats.org/officeDocument/2006/relationships/tags" Target="../tags/tag144.xml"/><Relationship Id="rId26" Type="http://schemas.openxmlformats.org/officeDocument/2006/relationships/tags" Target="../tags/tag143.xml"/><Relationship Id="rId25" Type="http://schemas.openxmlformats.org/officeDocument/2006/relationships/tags" Target="../tags/tag142.xml"/><Relationship Id="rId24" Type="http://schemas.openxmlformats.org/officeDocument/2006/relationships/tags" Target="../tags/tag141.xml"/><Relationship Id="rId23" Type="http://schemas.openxmlformats.org/officeDocument/2006/relationships/tags" Target="../tags/tag140.xml"/><Relationship Id="rId22" Type="http://schemas.openxmlformats.org/officeDocument/2006/relationships/tags" Target="../tags/tag139.xml"/><Relationship Id="rId21" Type="http://schemas.openxmlformats.org/officeDocument/2006/relationships/tags" Target="../tags/tag138.xml"/><Relationship Id="rId20" Type="http://schemas.openxmlformats.org/officeDocument/2006/relationships/tags" Target="../tags/tag137.xml"/><Relationship Id="rId2" Type="http://schemas.openxmlformats.org/officeDocument/2006/relationships/tags" Target="../tags/tag119.xml"/><Relationship Id="rId19" Type="http://schemas.openxmlformats.org/officeDocument/2006/relationships/tags" Target="../tags/tag136.xml"/><Relationship Id="rId18" Type="http://schemas.openxmlformats.org/officeDocument/2006/relationships/tags" Target="../tags/tag135.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microsoft.com/office/2007/relationships/hdphoto" Target="../media/image2.wdp"/><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image" Target="../media/image1.png"/><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3.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8" Type="http://schemas.openxmlformats.org/officeDocument/2006/relationships/tags" Target="../tags/tag256.xml"/><Relationship Id="rId57" Type="http://schemas.openxmlformats.org/officeDocument/2006/relationships/tags" Target="../tags/tag255.xml"/><Relationship Id="rId56" Type="http://schemas.openxmlformats.org/officeDocument/2006/relationships/tags" Target="../tags/tag254.xml"/><Relationship Id="rId55" Type="http://schemas.openxmlformats.org/officeDocument/2006/relationships/tags" Target="../tags/tag253.xml"/><Relationship Id="rId54" Type="http://schemas.openxmlformats.org/officeDocument/2006/relationships/tags" Target="../tags/tag252.xml"/><Relationship Id="rId53" Type="http://schemas.openxmlformats.org/officeDocument/2006/relationships/tags" Target="../tags/tag251.xml"/><Relationship Id="rId52" Type="http://schemas.openxmlformats.org/officeDocument/2006/relationships/tags" Target="../tags/tag250.xml"/><Relationship Id="rId51" Type="http://schemas.openxmlformats.org/officeDocument/2006/relationships/tags" Target="../tags/tag249.xml"/><Relationship Id="rId50" Type="http://schemas.openxmlformats.org/officeDocument/2006/relationships/tags" Target="../tags/tag248.xml"/><Relationship Id="rId5" Type="http://schemas.openxmlformats.org/officeDocument/2006/relationships/tags" Target="../tags/tag203.xml"/><Relationship Id="rId49" Type="http://schemas.openxmlformats.org/officeDocument/2006/relationships/tags" Target="../tags/tag247.xml"/><Relationship Id="rId48" Type="http://schemas.openxmlformats.org/officeDocument/2006/relationships/tags" Target="../tags/tag246.xml"/><Relationship Id="rId47" Type="http://schemas.openxmlformats.org/officeDocument/2006/relationships/tags" Target="../tags/tag245.xml"/><Relationship Id="rId46" Type="http://schemas.openxmlformats.org/officeDocument/2006/relationships/tags" Target="../tags/tag244.xml"/><Relationship Id="rId45" Type="http://schemas.openxmlformats.org/officeDocument/2006/relationships/tags" Target="../tags/tag243.xml"/><Relationship Id="rId44" Type="http://schemas.openxmlformats.org/officeDocument/2006/relationships/tags" Target="../tags/tag242.xml"/><Relationship Id="rId43" Type="http://schemas.openxmlformats.org/officeDocument/2006/relationships/tags" Target="../tags/tag241.xml"/><Relationship Id="rId42" Type="http://schemas.openxmlformats.org/officeDocument/2006/relationships/tags" Target="../tags/tag240.xml"/><Relationship Id="rId41" Type="http://schemas.openxmlformats.org/officeDocument/2006/relationships/tags" Target="../tags/tag239.xml"/><Relationship Id="rId40" Type="http://schemas.openxmlformats.org/officeDocument/2006/relationships/tags" Target="../tags/tag238.xml"/><Relationship Id="rId4" Type="http://schemas.microsoft.com/office/2007/relationships/hdphoto" Target="../media/image2.wdp"/><Relationship Id="rId39" Type="http://schemas.openxmlformats.org/officeDocument/2006/relationships/tags" Target="../tags/tag237.xml"/><Relationship Id="rId38" Type="http://schemas.openxmlformats.org/officeDocument/2006/relationships/tags" Target="../tags/tag236.xml"/><Relationship Id="rId37" Type="http://schemas.openxmlformats.org/officeDocument/2006/relationships/tags" Target="../tags/tag235.xml"/><Relationship Id="rId36" Type="http://schemas.openxmlformats.org/officeDocument/2006/relationships/tags" Target="../tags/tag234.xml"/><Relationship Id="rId35" Type="http://schemas.openxmlformats.org/officeDocument/2006/relationships/tags" Target="../tags/tag233.xml"/><Relationship Id="rId34" Type="http://schemas.openxmlformats.org/officeDocument/2006/relationships/tags" Target="../tags/tag232.xml"/><Relationship Id="rId33" Type="http://schemas.openxmlformats.org/officeDocument/2006/relationships/tags" Target="../tags/tag231.xml"/><Relationship Id="rId32" Type="http://schemas.openxmlformats.org/officeDocument/2006/relationships/tags" Target="../tags/tag230.xml"/><Relationship Id="rId31" Type="http://schemas.openxmlformats.org/officeDocument/2006/relationships/tags" Target="../tags/tag229.xml"/><Relationship Id="rId30" Type="http://schemas.openxmlformats.org/officeDocument/2006/relationships/tags" Target="../tags/tag228.xml"/><Relationship Id="rId3" Type="http://schemas.openxmlformats.org/officeDocument/2006/relationships/image" Target="../media/image1.png"/><Relationship Id="rId29" Type="http://schemas.openxmlformats.org/officeDocument/2006/relationships/tags" Target="../tags/tag227.xml"/><Relationship Id="rId28" Type="http://schemas.openxmlformats.org/officeDocument/2006/relationships/tags" Target="../tags/tag226.xml"/><Relationship Id="rId27" Type="http://schemas.openxmlformats.org/officeDocument/2006/relationships/tags" Target="../tags/tag225.xml"/><Relationship Id="rId26" Type="http://schemas.openxmlformats.org/officeDocument/2006/relationships/tags" Target="../tags/tag224.xml"/><Relationship Id="rId25" Type="http://schemas.openxmlformats.org/officeDocument/2006/relationships/tags" Target="../tags/tag223.xml"/><Relationship Id="rId24" Type="http://schemas.openxmlformats.org/officeDocument/2006/relationships/tags" Target="../tags/tag222.xml"/><Relationship Id="rId23" Type="http://schemas.openxmlformats.org/officeDocument/2006/relationships/tags" Target="../tags/tag221.xml"/><Relationship Id="rId22" Type="http://schemas.openxmlformats.org/officeDocument/2006/relationships/tags" Target="../tags/tag220.xml"/><Relationship Id="rId21" Type="http://schemas.openxmlformats.org/officeDocument/2006/relationships/tags" Target="../tags/tag219.xml"/><Relationship Id="rId20" Type="http://schemas.openxmlformats.org/officeDocument/2006/relationships/tags" Target="../tags/tag218.xml"/><Relationship Id="rId2" Type="http://schemas.openxmlformats.org/officeDocument/2006/relationships/tags" Target="../tags/tag202.xml"/><Relationship Id="rId19" Type="http://schemas.openxmlformats.org/officeDocument/2006/relationships/tags" Target="../tags/tag217.xml"/><Relationship Id="rId18" Type="http://schemas.openxmlformats.org/officeDocument/2006/relationships/tags" Target="../tags/tag216.xml"/><Relationship Id="rId17" Type="http://schemas.openxmlformats.org/officeDocument/2006/relationships/tags" Target="../tags/tag215.xml"/><Relationship Id="rId16" Type="http://schemas.openxmlformats.org/officeDocument/2006/relationships/tags" Target="../tags/tag214.xml"/><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tags" Target="../tags/tag258.xml"/><Relationship Id="rId4" Type="http://schemas.microsoft.com/office/2007/relationships/hdphoto" Target="../media/image2.wdp"/><Relationship Id="rId37" Type="http://schemas.openxmlformats.org/officeDocument/2006/relationships/image" Target="../media/image3.png"/><Relationship Id="rId36" Type="http://schemas.openxmlformats.org/officeDocument/2006/relationships/tags" Target="../tags/tag289.xml"/><Relationship Id="rId35" Type="http://schemas.openxmlformats.org/officeDocument/2006/relationships/tags" Target="../tags/tag288.xml"/><Relationship Id="rId34" Type="http://schemas.openxmlformats.org/officeDocument/2006/relationships/tags" Target="../tags/tag287.xml"/><Relationship Id="rId33" Type="http://schemas.openxmlformats.org/officeDocument/2006/relationships/tags" Target="../tags/tag286.xml"/><Relationship Id="rId32" Type="http://schemas.openxmlformats.org/officeDocument/2006/relationships/tags" Target="../tags/tag285.xml"/><Relationship Id="rId31" Type="http://schemas.openxmlformats.org/officeDocument/2006/relationships/tags" Target="../tags/tag284.xml"/><Relationship Id="rId30" Type="http://schemas.openxmlformats.org/officeDocument/2006/relationships/tags" Target="../tags/tag283.xml"/><Relationship Id="rId3" Type="http://schemas.openxmlformats.org/officeDocument/2006/relationships/image" Target="../media/image1.png"/><Relationship Id="rId29" Type="http://schemas.openxmlformats.org/officeDocument/2006/relationships/tags" Target="../tags/tag282.xml"/><Relationship Id="rId28" Type="http://schemas.openxmlformats.org/officeDocument/2006/relationships/tags" Target="../tags/tag281.xml"/><Relationship Id="rId27" Type="http://schemas.openxmlformats.org/officeDocument/2006/relationships/tags" Target="../tags/tag280.xml"/><Relationship Id="rId26" Type="http://schemas.openxmlformats.org/officeDocument/2006/relationships/tags" Target="../tags/tag279.xml"/><Relationship Id="rId25" Type="http://schemas.openxmlformats.org/officeDocument/2006/relationships/tags" Target="../tags/tag278.xml"/><Relationship Id="rId24" Type="http://schemas.openxmlformats.org/officeDocument/2006/relationships/tags" Target="../tags/tag277.xml"/><Relationship Id="rId23" Type="http://schemas.openxmlformats.org/officeDocument/2006/relationships/tags" Target="../tags/tag276.xml"/><Relationship Id="rId22" Type="http://schemas.openxmlformats.org/officeDocument/2006/relationships/tags" Target="../tags/tag275.xml"/><Relationship Id="rId21" Type="http://schemas.openxmlformats.org/officeDocument/2006/relationships/tags" Target="../tags/tag274.xml"/><Relationship Id="rId20" Type="http://schemas.openxmlformats.org/officeDocument/2006/relationships/tags" Target="../tags/tag273.xml"/><Relationship Id="rId2" Type="http://schemas.openxmlformats.org/officeDocument/2006/relationships/tags" Target="../tags/tag257.xml"/><Relationship Id="rId19" Type="http://schemas.openxmlformats.org/officeDocument/2006/relationships/tags" Target="../tags/tag272.xml"/><Relationship Id="rId18" Type="http://schemas.openxmlformats.org/officeDocument/2006/relationships/tags" Target="../tags/tag271.xml"/><Relationship Id="rId17" Type="http://schemas.openxmlformats.org/officeDocument/2006/relationships/tags" Target="../tags/tag270.xml"/><Relationship Id="rId16" Type="http://schemas.openxmlformats.org/officeDocument/2006/relationships/tags" Target="../tags/tag269.xml"/><Relationship Id="rId15" Type="http://schemas.openxmlformats.org/officeDocument/2006/relationships/tags" Target="../tags/tag268.xml"/><Relationship Id="rId14" Type="http://schemas.openxmlformats.org/officeDocument/2006/relationships/tags" Target="../tags/tag267.xml"/><Relationship Id="rId13" Type="http://schemas.openxmlformats.org/officeDocument/2006/relationships/tags" Target="../tags/tag266.xml"/><Relationship Id="rId12" Type="http://schemas.openxmlformats.org/officeDocument/2006/relationships/tags" Target="../tags/tag265.xml"/><Relationship Id="rId11" Type="http://schemas.openxmlformats.org/officeDocument/2006/relationships/tags" Target="../tags/tag264.xml"/><Relationship Id="rId10" Type="http://schemas.openxmlformats.org/officeDocument/2006/relationships/tags" Target="../tags/tag26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296.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image" Target="../media/image4.jpeg"/><Relationship Id="rId2" Type="http://schemas.openxmlformats.org/officeDocument/2006/relationships/tags" Target="../tags/tag290.xml"/><Relationship Id="rId14" Type="http://schemas.openxmlformats.org/officeDocument/2006/relationships/tags" Target="../tags/tag300.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image" Target="../media/image5.png"/><Relationship Id="rId10" Type="http://schemas.openxmlformats.org/officeDocument/2006/relationships/tags" Target="../tags/tag29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56" name="矩形 55"/>
          <p:cNvSpPr/>
          <p:nvPr userDrawn="1">
            <p:custDataLst>
              <p:tags r:id="rId2"/>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a36ff0dd-52e7-4a40-98ef-054fbf16791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3"/>
            </p:custDataLst>
          </p:nvPr>
        </p:nvGrpSpPr>
        <p:grpSpPr>
          <a:xfrm>
            <a:off x="9791726" y="368300"/>
            <a:ext cx="2006887" cy="568318"/>
            <a:chOff x="2869804" y="2524126"/>
            <a:chExt cx="6452393" cy="1827213"/>
          </a:xfrm>
        </p:grpSpPr>
        <p:sp>
          <p:nvSpPr>
            <p:cNvPr id="58" name="ïṣļïďe"/>
            <p:cNvSpPr/>
            <p:nvPr userDrawn="1">
              <p:custDataLst>
                <p:tags r:id="rId4"/>
              </p:custDataLst>
            </p:nvPr>
          </p:nvSpPr>
          <p:spPr bwMode="auto">
            <a:xfrm>
              <a:off x="5030526" y="2647006"/>
              <a:ext cx="889000" cy="1308100"/>
            </a:xfrm>
            <a:custGeom>
              <a:avLst/>
              <a:gdLst>
                <a:gd name="T0" fmla="*/ 236 w 532"/>
                <a:gd name="T1" fmla="*/ 733 h 780"/>
                <a:gd name="T2" fmla="*/ 216 w 532"/>
                <a:gd name="T3" fmla="*/ 663 h 780"/>
                <a:gd name="T4" fmla="*/ 197 w 532"/>
                <a:gd name="T5" fmla="*/ 414 h 780"/>
                <a:gd name="T6" fmla="*/ 102 w 532"/>
                <a:gd name="T7" fmla="*/ 475 h 780"/>
                <a:gd name="T8" fmla="*/ 46 w 532"/>
                <a:gd name="T9" fmla="*/ 448 h 780"/>
                <a:gd name="T10" fmla="*/ 13 w 532"/>
                <a:gd name="T11" fmla="*/ 400 h 780"/>
                <a:gd name="T12" fmla="*/ 5 w 532"/>
                <a:gd name="T13" fmla="*/ 353 h 780"/>
                <a:gd name="T14" fmla="*/ 23 w 532"/>
                <a:gd name="T15" fmla="*/ 258 h 780"/>
                <a:gd name="T16" fmla="*/ 93 w 532"/>
                <a:gd name="T17" fmla="*/ 231 h 780"/>
                <a:gd name="T18" fmla="*/ 192 w 532"/>
                <a:gd name="T19" fmla="*/ 170 h 780"/>
                <a:gd name="T20" fmla="*/ 180 w 532"/>
                <a:gd name="T21" fmla="*/ 50 h 780"/>
                <a:gd name="T22" fmla="*/ 246 w 532"/>
                <a:gd name="T23" fmla="*/ 16 h 780"/>
                <a:gd name="T24" fmla="*/ 285 w 532"/>
                <a:gd name="T25" fmla="*/ 69 h 780"/>
                <a:gd name="T26" fmla="*/ 290 w 532"/>
                <a:gd name="T27" fmla="*/ 138 h 780"/>
                <a:gd name="T28" fmla="*/ 368 w 532"/>
                <a:gd name="T29" fmla="*/ 129 h 780"/>
                <a:gd name="T30" fmla="*/ 474 w 532"/>
                <a:gd name="T31" fmla="*/ 141 h 780"/>
                <a:gd name="T32" fmla="*/ 452 w 532"/>
                <a:gd name="T33" fmla="*/ 221 h 780"/>
                <a:gd name="T34" fmla="*/ 432 w 532"/>
                <a:gd name="T35" fmla="*/ 289 h 780"/>
                <a:gd name="T36" fmla="*/ 363 w 532"/>
                <a:gd name="T37" fmla="*/ 355 h 780"/>
                <a:gd name="T38" fmla="*/ 296 w 532"/>
                <a:gd name="T39" fmla="*/ 397 h 780"/>
                <a:gd name="T40" fmla="*/ 294 w 532"/>
                <a:gd name="T41" fmla="*/ 705 h 780"/>
                <a:gd name="T42" fmla="*/ 236 w 532"/>
                <a:gd name="T43" fmla="*/ 733 h 780"/>
                <a:gd name="T44" fmla="*/ 185 w 532"/>
                <a:gd name="T45" fmla="*/ 253 h 780"/>
                <a:gd name="T46" fmla="*/ 171 w 532"/>
                <a:gd name="T47" fmla="*/ 262 h 780"/>
                <a:gd name="T48" fmla="*/ 123 w 532"/>
                <a:gd name="T49" fmla="*/ 275 h 780"/>
                <a:gd name="T50" fmla="*/ 128 w 532"/>
                <a:gd name="T51" fmla="*/ 323 h 780"/>
                <a:gd name="T52" fmla="*/ 184 w 532"/>
                <a:gd name="T53" fmla="*/ 325 h 780"/>
                <a:gd name="T54" fmla="*/ 185 w 532"/>
                <a:gd name="T55" fmla="*/ 253 h 780"/>
                <a:gd name="T56" fmla="*/ 291 w 532"/>
                <a:gd name="T57" fmla="*/ 261 h 780"/>
                <a:gd name="T58" fmla="*/ 292 w 532"/>
                <a:gd name="T59" fmla="*/ 269 h 780"/>
                <a:gd name="T60" fmla="*/ 310 w 532"/>
                <a:gd name="T61" fmla="*/ 275 h 780"/>
                <a:gd name="T62" fmla="*/ 354 w 532"/>
                <a:gd name="T63" fmla="*/ 209 h 780"/>
                <a:gd name="T64" fmla="*/ 314 w 532"/>
                <a:gd name="T65" fmla="*/ 192 h 780"/>
                <a:gd name="T66" fmla="*/ 292 w 532"/>
                <a:gd name="T67" fmla="*/ 208 h 780"/>
                <a:gd name="T68" fmla="*/ 291 w 532"/>
                <a:gd name="T69" fmla="*/ 261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2" h="780">
                  <a:moveTo>
                    <a:pt x="236" y="733"/>
                  </a:moveTo>
                  <a:cubicBezTo>
                    <a:pt x="225" y="716"/>
                    <a:pt x="215" y="692"/>
                    <a:pt x="216" y="663"/>
                  </a:cubicBezTo>
                  <a:cubicBezTo>
                    <a:pt x="218" y="605"/>
                    <a:pt x="197" y="414"/>
                    <a:pt x="197" y="414"/>
                  </a:cubicBezTo>
                  <a:cubicBezTo>
                    <a:pt x="197" y="414"/>
                    <a:pt x="136" y="421"/>
                    <a:pt x="102" y="475"/>
                  </a:cubicBezTo>
                  <a:cubicBezTo>
                    <a:pt x="102" y="475"/>
                    <a:pt x="63" y="481"/>
                    <a:pt x="46" y="448"/>
                  </a:cubicBezTo>
                  <a:cubicBezTo>
                    <a:pt x="29" y="414"/>
                    <a:pt x="13" y="400"/>
                    <a:pt x="13" y="400"/>
                  </a:cubicBezTo>
                  <a:cubicBezTo>
                    <a:pt x="13" y="400"/>
                    <a:pt x="0" y="383"/>
                    <a:pt x="5" y="353"/>
                  </a:cubicBezTo>
                  <a:cubicBezTo>
                    <a:pt x="11" y="323"/>
                    <a:pt x="19" y="294"/>
                    <a:pt x="23" y="258"/>
                  </a:cubicBezTo>
                  <a:cubicBezTo>
                    <a:pt x="27" y="222"/>
                    <a:pt x="76" y="220"/>
                    <a:pt x="93" y="231"/>
                  </a:cubicBezTo>
                  <a:cubicBezTo>
                    <a:pt x="93" y="231"/>
                    <a:pt x="162" y="183"/>
                    <a:pt x="192" y="170"/>
                  </a:cubicBezTo>
                  <a:cubicBezTo>
                    <a:pt x="192" y="170"/>
                    <a:pt x="186" y="80"/>
                    <a:pt x="180" y="50"/>
                  </a:cubicBezTo>
                  <a:cubicBezTo>
                    <a:pt x="180" y="50"/>
                    <a:pt x="212" y="0"/>
                    <a:pt x="246" y="16"/>
                  </a:cubicBezTo>
                  <a:cubicBezTo>
                    <a:pt x="281" y="32"/>
                    <a:pt x="280" y="42"/>
                    <a:pt x="285" y="69"/>
                  </a:cubicBezTo>
                  <a:cubicBezTo>
                    <a:pt x="289" y="95"/>
                    <a:pt x="290" y="138"/>
                    <a:pt x="290" y="138"/>
                  </a:cubicBezTo>
                  <a:cubicBezTo>
                    <a:pt x="368" y="129"/>
                    <a:pt x="368" y="129"/>
                    <a:pt x="368" y="129"/>
                  </a:cubicBezTo>
                  <a:cubicBezTo>
                    <a:pt x="368" y="129"/>
                    <a:pt x="415" y="84"/>
                    <a:pt x="474" y="141"/>
                  </a:cubicBezTo>
                  <a:cubicBezTo>
                    <a:pt x="532" y="199"/>
                    <a:pt x="452" y="221"/>
                    <a:pt x="452" y="221"/>
                  </a:cubicBezTo>
                  <a:cubicBezTo>
                    <a:pt x="452" y="221"/>
                    <a:pt x="408" y="257"/>
                    <a:pt x="432" y="289"/>
                  </a:cubicBezTo>
                  <a:cubicBezTo>
                    <a:pt x="455" y="322"/>
                    <a:pt x="386" y="356"/>
                    <a:pt x="363" y="355"/>
                  </a:cubicBezTo>
                  <a:cubicBezTo>
                    <a:pt x="340" y="354"/>
                    <a:pt x="297" y="384"/>
                    <a:pt x="296" y="397"/>
                  </a:cubicBezTo>
                  <a:cubicBezTo>
                    <a:pt x="296" y="409"/>
                    <a:pt x="302" y="692"/>
                    <a:pt x="294" y="705"/>
                  </a:cubicBezTo>
                  <a:cubicBezTo>
                    <a:pt x="297" y="744"/>
                    <a:pt x="264" y="780"/>
                    <a:pt x="236" y="733"/>
                  </a:cubicBezTo>
                  <a:close/>
                  <a:moveTo>
                    <a:pt x="185" y="253"/>
                  </a:moveTo>
                  <a:cubicBezTo>
                    <a:pt x="185" y="253"/>
                    <a:pt x="180" y="257"/>
                    <a:pt x="171" y="262"/>
                  </a:cubicBezTo>
                  <a:cubicBezTo>
                    <a:pt x="158" y="268"/>
                    <a:pt x="142" y="272"/>
                    <a:pt x="123" y="275"/>
                  </a:cubicBezTo>
                  <a:cubicBezTo>
                    <a:pt x="109" y="276"/>
                    <a:pt x="114" y="299"/>
                    <a:pt x="128" y="323"/>
                  </a:cubicBezTo>
                  <a:cubicBezTo>
                    <a:pt x="142" y="347"/>
                    <a:pt x="170" y="330"/>
                    <a:pt x="184" y="325"/>
                  </a:cubicBezTo>
                  <a:cubicBezTo>
                    <a:pt x="198" y="320"/>
                    <a:pt x="185" y="253"/>
                    <a:pt x="185" y="253"/>
                  </a:cubicBezTo>
                  <a:close/>
                  <a:moveTo>
                    <a:pt x="291" y="261"/>
                  </a:moveTo>
                  <a:cubicBezTo>
                    <a:pt x="292" y="269"/>
                    <a:pt x="292" y="269"/>
                    <a:pt x="292" y="269"/>
                  </a:cubicBezTo>
                  <a:cubicBezTo>
                    <a:pt x="292" y="269"/>
                    <a:pt x="296" y="280"/>
                    <a:pt x="310" y="275"/>
                  </a:cubicBezTo>
                  <a:cubicBezTo>
                    <a:pt x="324" y="271"/>
                    <a:pt x="349" y="236"/>
                    <a:pt x="354" y="209"/>
                  </a:cubicBezTo>
                  <a:cubicBezTo>
                    <a:pt x="359" y="182"/>
                    <a:pt x="335" y="190"/>
                    <a:pt x="314" y="192"/>
                  </a:cubicBezTo>
                  <a:cubicBezTo>
                    <a:pt x="292" y="194"/>
                    <a:pt x="292" y="208"/>
                    <a:pt x="292" y="208"/>
                  </a:cubicBezTo>
                  <a:lnTo>
                    <a:pt x="291" y="261"/>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ïŝḷïdè"/>
            <p:cNvSpPr/>
            <p:nvPr userDrawn="1">
              <p:custDataLst>
                <p:tags r:id="rId5"/>
              </p:custDataLst>
            </p:nvPr>
          </p:nvSpPr>
          <p:spPr bwMode="auto">
            <a:xfrm>
              <a:off x="6106582" y="2874169"/>
              <a:ext cx="762000" cy="817563"/>
            </a:xfrm>
            <a:custGeom>
              <a:avLst/>
              <a:gdLst>
                <a:gd name="T0" fmla="*/ 107 w 456"/>
                <a:gd name="T1" fmla="*/ 347 h 488"/>
                <a:gd name="T2" fmla="*/ 187 w 456"/>
                <a:gd name="T3" fmla="*/ 332 h 488"/>
                <a:gd name="T4" fmla="*/ 171 w 456"/>
                <a:gd name="T5" fmla="*/ 39 h 488"/>
                <a:gd name="T6" fmla="*/ 196 w 456"/>
                <a:gd name="T7" fmla="*/ 1 h 488"/>
                <a:gd name="T8" fmla="*/ 274 w 456"/>
                <a:gd name="T9" fmla="*/ 57 h 488"/>
                <a:gd name="T10" fmla="*/ 274 w 456"/>
                <a:gd name="T11" fmla="*/ 302 h 488"/>
                <a:gd name="T12" fmla="*/ 355 w 456"/>
                <a:gd name="T13" fmla="*/ 283 h 488"/>
                <a:gd name="T14" fmla="*/ 387 w 456"/>
                <a:gd name="T15" fmla="*/ 187 h 488"/>
                <a:gd name="T16" fmla="*/ 456 w 456"/>
                <a:gd name="T17" fmla="*/ 231 h 488"/>
                <a:gd name="T18" fmla="*/ 437 w 456"/>
                <a:gd name="T19" fmla="*/ 394 h 488"/>
                <a:gd name="T20" fmla="*/ 374 w 456"/>
                <a:gd name="T21" fmla="*/ 454 h 488"/>
                <a:gd name="T22" fmla="*/ 352 w 456"/>
                <a:gd name="T23" fmla="*/ 351 h 488"/>
                <a:gd name="T24" fmla="*/ 290 w 456"/>
                <a:gd name="T25" fmla="*/ 368 h 488"/>
                <a:gd name="T26" fmla="*/ 219 w 456"/>
                <a:gd name="T27" fmla="*/ 402 h 488"/>
                <a:gd name="T28" fmla="*/ 129 w 456"/>
                <a:gd name="T29" fmla="*/ 419 h 488"/>
                <a:gd name="T30" fmla="*/ 31 w 456"/>
                <a:gd name="T31" fmla="*/ 451 h 488"/>
                <a:gd name="T32" fmla="*/ 10 w 456"/>
                <a:gd name="T33" fmla="*/ 412 h 488"/>
                <a:gd name="T34" fmla="*/ 3 w 456"/>
                <a:gd name="T35" fmla="*/ 398 h 488"/>
                <a:gd name="T36" fmla="*/ 11 w 456"/>
                <a:gd name="T37" fmla="*/ 367 h 488"/>
                <a:gd name="T38" fmla="*/ 23 w 456"/>
                <a:gd name="T39" fmla="*/ 235 h 488"/>
                <a:gd name="T40" fmla="*/ 53 w 456"/>
                <a:gd name="T41" fmla="*/ 213 h 488"/>
                <a:gd name="T42" fmla="*/ 107 w 456"/>
                <a:gd name="T43" fmla="*/ 34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6" h="488">
                  <a:moveTo>
                    <a:pt x="107" y="347"/>
                  </a:moveTo>
                  <a:cubicBezTo>
                    <a:pt x="134" y="342"/>
                    <a:pt x="160" y="337"/>
                    <a:pt x="187" y="332"/>
                  </a:cubicBezTo>
                  <a:cubicBezTo>
                    <a:pt x="182" y="234"/>
                    <a:pt x="176" y="137"/>
                    <a:pt x="171" y="39"/>
                  </a:cubicBezTo>
                  <a:cubicBezTo>
                    <a:pt x="171" y="39"/>
                    <a:pt x="165" y="1"/>
                    <a:pt x="196" y="1"/>
                  </a:cubicBezTo>
                  <a:cubicBezTo>
                    <a:pt x="227" y="0"/>
                    <a:pt x="284" y="25"/>
                    <a:pt x="274" y="57"/>
                  </a:cubicBezTo>
                  <a:cubicBezTo>
                    <a:pt x="264" y="89"/>
                    <a:pt x="256" y="303"/>
                    <a:pt x="274" y="302"/>
                  </a:cubicBezTo>
                  <a:cubicBezTo>
                    <a:pt x="292" y="301"/>
                    <a:pt x="355" y="283"/>
                    <a:pt x="355" y="283"/>
                  </a:cubicBezTo>
                  <a:cubicBezTo>
                    <a:pt x="355" y="283"/>
                    <a:pt x="372" y="185"/>
                    <a:pt x="387" y="187"/>
                  </a:cubicBezTo>
                  <a:cubicBezTo>
                    <a:pt x="403" y="188"/>
                    <a:pt x="455" y="196"/>
                    <a:pt x="456" y="231"/>
                  </a:cubicBezTo>
                  <a:cubicBezTo>
                    <a:pt x="456" y="265"/>
                    <a:pt x="454" y="367"/>
                    <a:pt x="437" y="394"/>
                  </a:cubicBezTo>
                  <a:cubicBezTo>
                    <a:pt x="420" y="421"/>
                    <a:pt x="383" y="476"/>
                    <a:pt x="374" y="454"/>
                  </a:cubicBezTo>
                  <a:cubicBezTo>
                    <a:pt x="364" y="433"/>
                    <a:pt x="352" y="351"/>
                    <a:pt x="352" y="351"/>
                  </a:cubicBezTo>
                  <a:cubicBezTo>
                    <a:pt x="331" y="357"/>
                    <a:pt x="310" y="363"/>
                    <a:pt x="290" y="368"/>
                  </a:cubicBezTo>
                  <a:cubicBezTo>
                    <a:pt x="252" y="379"/>
                    <a:pt x="281" y="398"/>
                    <a:pt x="219" y="402"/>
                  </a:cubicBezTo>
                  <a:cubicBezTo>
                    <a:pt x="185" y="404"/>
                    <a:pt x="141" y="408"/>
                    <a:pt x="129" y="419"/>
                  </a:cubicBezTo>
                  <a:cubicBezTo>
                    <a:pt x="111" y="438"/>
                    <a:pt x="71" y="488"/>
                    <a:pt x="31" y="451"/>
                  </a:cubicBezTo>
                  <a:cubicBezTo>
                    <a:pt x="31" y="451"/>
                    <a:pt x="18" y="430"/>
                    <a:pt x="10" y="412"/>
                  </a:cubicBezTo>
                  <a:cubicBezTo>
                    <a:pt x="7" y="407"/>
                    <a:pt x="5" y="402"/>
                    <a:pt x="3" y="398"/>
                  </a:cubicBezTo>
                  <a:cubicBezTo>
                    <a:pt x="0" y="387"/>
                    <a:pt x="7" y="378"/>
                    <a:pt x="11" y="367"/>
                  </a:cubicBezTo>
                  <a:cubicBezTo>
                    <a:pt x="29" y="322"/>
                    <a:pt x="34" y="307"/>
                    <a:pt x="23" y="235"/>
                  </a:cubicBezTo>
                  <a:cubicBezTo>
                    <a:pt x="23" y="235"/>
                    <a:pt x="21" y="202"/>
                    <a:pt x="53" y="213"/>
                  </a:cubicBezTo>
                  <a:cubicBezTo>
                    <a:pt x="118" y="235"/>
                    <a:pt x="92" y="344"/>
                    <a:pt x="107" y="347"/>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ïṩḻídé"/>
            <p:cNvSpPr/>
            <p:nvPr userDrawn="1">
              <p:custDataLst>
                <p:tags r:id="rId6"/>
              </p:custDataLst>
            </p:nvPr>
          </p:nvSpPr>
          <p:spPr bwMode="auto">
            <a:xfrm>
              <a:off x="7104326" y="2786063"/>
              <a:ext cx="1055688" cy="977900"/>
            </a:xfrm>
            <a:custGeom>
              <a:avLst/>
              <a:gdLst>
                <a:gd name="T0" fmla="*/ 625 w 632"/>
                <a:gd name="T1" fmla="*/ 513 h 584"/>
                <a:gd name="T2" fmla="*/ 413 w 632"/>
                <a:gd name="T3" fmla="*/ 540 h 584"/>
                <a:gd name="T4" fmla="*/ 253 w 632"/>
                <a:gd name="T5" fmla="*/ 323 h 584"/>
                <a:gd name="T6" fmla="*/ 112 w 632"/>
                <a:gd name="T7" fmla="*/ 500 h 584"/>
                <a:gd name="T8" fmla="*/ 6 w 632"/>
                <a:gd name="T9" fmla="*/ 459 h 584"/>
                <a:gd name="T10" fmla="*/ 29 w 632"/>
                <a:gd name="T11" fmla="*/ 439 h 584"/>
                <a:gd name="T12" fmla="*/ 182 w 632"/>
                <a:gd name="T13" fmla="*/ 276 h 584"/>
                <a:gd name="T14" fmla="*/ 48 w 632"/>
                <a:gd name="T15" fmla="*/ 269 h 584"/>
                <a:gd name="T16" fmla="*/ 62 w 632"/>
                <a:gd name="T17" fmla="*/ 164 h 584"/>
                <a:gd name="T18" fmla="*/ 194 w 632"/>
                <a:gd name="T19" fmla="*/ 164 h 584"/>
                <a:gd name="T20" fmla="*/ 194 w 632"/>
                <a:gd name="T21" fmla="*/ 32 h 584"/>
                <a:gd name="T22" fmla="*/ 287 w 632"/>
                <a:gd name="T23" fmla="*/ 28 h 584"/>
                <a:gd name="T24" fmla="*/ 306 w 632"/>
                <a:gd name="T25" fmla="*/ 95 h 584"/>
                <a:gd name="T26" fmla="*/ 329 w 632"/>
                <a:gd name="T27" fmla="*/ 129 h 584"/>
                <a:gd name="T28" fmla="*/ 396 w 632"/>
                <a:gd name="T29" fmla="*/ 105 h 584"/>
                <a:gd name="T30" fmla="*/ 432 w 632"/>
                <a:gd name="T31" fmla="*/ 169 h 584"/>
                <a:gd name="T32" fmla="*/ 312 w 632"/>
                <a:gd name="T33" fmla="*/ 224 h 584"/>
                <a:gd name="T34" fmla="*/ 312 w 632"/>
                <a:gd name="T35" fmla="*/ 289 h 584"/>
                <a:gd name="T36" fmla="*/ 539 w 632"/>
                <a:gd name="T37" fmla="*/ 485 h 584"/>
                <a:gd name="T38" fmla="*/ 625 w 632"/>
                <a:gd name="T39" fmla="*/ 51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2" h="584">
                  <a:moveTo>
                    <a:pt x="625" y="513"/>
                  </a:moveTo>
                  <a:cubicBezTo>
                    <a:pt x="625" y="513"/>
                    <a:pt x="455" y="584"/>
                    <a:pt x="413" y="540"/>
                  </a:cubicBezTo>
                  <a:cubicBezTo>
                    <a:pt x="370" y="496"/>
                    <a:pt x="282" y="378"/>
                    <a:pt x="253" y="323"/>
                  </a:cubicBezTo>
                  <a:cubicBezTo>
                    <a:pt x="253" y="323"/>
                    <a:pt x="172" y="514"/>
                    <a:pt x="112" y="500"/>
                  </a:cubicBezTo>
                  <a:cubicBezTo>
                    <a:pt x="53" y="487"/>
                    <a:pt x="12" y="469"/>
                    <a:pt x="6" y="459"/>
                  </a:cubicBezTo>
                  <a:cubicBezTo>
                    <a:pt x="0" y="448"/>
                    <a:pt x="10" y="444"/>
                    <a:pt x="29" y="439"/>
                  </a:cubicBezTo>
                  <a:cubicBezTo>
                    <a:pt x="47" y="433"/>
                    <a:pt x="166" y="419"/>
                    <a:pt x="182" y="276"/>
                  </a:cubicBezTo>
                  <a:cubicBezTo>
                    <a:pt x="182" y="276"/>
                    <a:pt x="82" y="313"/>
                    <a:pt x="48" y="269"/>
                  </a:cubicBezTo>
                  <a:cubicBezTo>
                    <a:pt x="14" y="224"/>
                    <a:pt x="4" y="163"/>
                    <a:pt x="62" y="164"/>
                  </a:cubicBezTo>
                  <a:cubicBezTo>
                    <a:pt x="120" y="166"/>
                    <a:pt x="196" y="188"/>
                    <a:pt x="194" y="164"/>
                  </a:cubicBezTo>
                  <a:cubicBezTo>
                    <a:pt x="192" y="141"/>
                    <a:pt x="174" y="56"/>
                    <a:pt x="194" y="32"/>
                  </a:cubicBezTo>
                  <a:cubicBezTo>
                    <a:pt x="215" y="8"/>
                    <a:pt x="269" y="0"/>
                    <a:pt x="287" y="28"/>
                  </a:cubicBezTo>
                  <a:cubicBezTo>
                    <a:pt x="304" y="56"/>
                    <a:pt x="311" y="71"/>
                    <a:pt x="306" y="95"/>
                  </a:cubicBezTo>
                  <a:cubicBezTo>
                    <a:pt x="300" y="119"/>
                    <a:pt x="294" y="133"/>
                    <a:pt x="329" y="129"/>
                  </a:cubicBezTo>
                  <a:cubicBezTo>
                    <a:pt x="364" y="125"/>
                    <a:pt x="379" y="98"/>
                    <a:pt x="396" y="105"/>
                  </a:cubicBezTo>
                  <a:cubicBezTo>
                    <a:pt x="413" y="113"/>
                    <a:pt x="468" y="147"/>
                    <a:pt x="432" y="169"/>
                  </a:cubicBezTo>
                  <a:cubicBezTo>
                    <a:pt x="396" y="191"/>
                    <a:pt x="324" y="214"/>
                    <a:pt x="312" y="224"/>
                  </a:cubicBezTo>
                  <a:cubicBezTo>
                    <a:pt x="300" y="233"/>
                    <a:pt x="277" y="232"/>
                    <a:pt x="312" y="289"/>
                  </a:cubicBezTo>
                  <a:cubicBezTo>
                    <a:pt x="344" y="339"/>
                    <a:pt x="428" y="450"/>
                    <a:pt x="539" y="485"/>
                  </a:cubicBezTo>
                  <a:cubicBezTo>
                    <a:pt x="546" y="487"/>
                    <a:pt x="632" y="504"/>
                    <a:pt x="625" y="51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2" name="îṧḷíďê"/>
            <p:cNvSpPr/>
            <p:nvPr userDrawn="1">
              <p:custDataLst>
                <p:tags r:id="rId7"/>
              </p:custDataLst>
            </p:nvPr>
          </p:nvSpPr>
          <p:spPr bwMode="auto">
            <a:xfrm>
              <a:off x="8339534" y="2693264"/>
              <a:ext cx="982663" cy="1196975"/>
            </a:xfrm>
            <a:custGeom>
              <a:avLst/>
              <a:gdLst>
                <a:gd name="T0" fmla="*/ 268 w 588"/>
                <a:gd name="T1" fmla="*/ 604 h 714"/>
                <a:gd name="T2" fmla="*/ 219 w 588"/>
                <a:gd name="T3" fmla="*/ 538 h 714"/>
                <a:gd name="T4" fmla="*/ 110 w 588"/>
                <a:gd name="T5" fmla="*/ 487 h 714"/>
                <a:gd name="T6" fmla="*/ 258 w 588"/>
                <a:gd name="T7" fmla="*/ 470 h 714"/>
                <a:gd name="T8" fmla="*/ 302 w 588"/>
                <a:gd name="T9" fmla="*/ 390 h 714"/>
                <a:gd name="T10" fmla="*/ 155 w 588"/>
                <a:gd name="T11" fmla="*/ 425 h 714"/>
                <a:gd name="T12" fmla="*/ 275 w 588"/>
                <a:gd name="T13" fmla="*/ 346 h 714"/>
                <a:gd name="T14" fmla="*/ 419 w 588"/>
                <a:gd name="T15" fmla="*/ 309 h 714"/>
                <a:gd name="T16" fmla="*/ 243 w 588"/>
                <a:gd name="T17" fmla="*/ 335 h 714"/>
                <a:gd name="T18" fmla="*/ 99 w 588"/>
                <a:gd name="T19" fmla="*/ 404 h 714"/>
                <a:gd name="T20" fmla="*/ 8 w 588"/>
                <a:gd name="T21" fmla="*/ 457 h 714"/>
                <a:gd name="T22" fmla="*/ 75 w 588"/>
                <a:gd name="T23" fmla="*/ 334 h 714"/>
                <a:gd name="T24" fmla="*/ 107 w 588"/>
                <a:gd name="T25" fmla="*/ 198 h 714"/>
                <a:gd name="T26" fmla="*/ 130 w 588"/>
                <a:gd name="T27" fmla="*/ 124 h 714"/>
                <a:gd name="T28" fmla="*/ 159 w 588"/>
                <a:gd name="T29" fmla="*/ 297 h 714"/>
                <a:gd name="T30" fmla="*/ 178 w 588"/>
                <a:gd name="T31" fmla="*/ 68 h 714"/>
                <a:gd name="T32" fmla="*/ 233 w 588"/>
                <a:gd name="T33" fmla="*/ 63 h 714"/>
                <a:gd name="T34" fmla="*/ 318 w 588"/>
                <a:gd name="T35" fmla="*/ 62 h 714"/>
                <a:gd name="T36" fmla="*/ 389 w 588"/>
                <a:gd name="T37" fmla="*/ 69 h 714"/>
                <a:gd name="T38" fmla="*/ 378 w 588"/>
                <a:gd name="T39" fmla="*/ 133 h 714"/>
                <a:gd name="T40" fmla="*/ 422 w 588"/>
                <a:gd name="T41" fmla="*/ 142 h 714"/>
                <a:gd name="T42" fmla="*/ 502 w 588"/>
                <a:gd name="T43" fmla="*/ 113 h 714"/>
                <a:gd name="T44" fmla="*/ 454 w 588"/>
                <a:gd name="T45" fmla="*/ 265 h 714"/>
                <a:gd name="T46" fmla="*/ 498 w 588"/>
                <a:gd name="T47" fmla="*/ 360 h 714"/>
                <a:gd name="T48" fmla="*/ 383 w 588"/>
                <a:gd name="T49" fmla="*/ 411 h 714"/>
                <a:gd name="T50" fmla="*/ 476 w 588"/>
                <a:gd name="T51" fmla="*/ 445 h 714"/>
                <a:gd name="T52" fmla="*/ 373 w 588"/>
                <a:gd name="T53" fmla="*/ 516 h 714"/>
                <a:gd name="T54" fmla="*/ 269 w 588"/>
                <a:gd name="T55" fmla="*/ 703 h 714"/>
                <a:gd name="T56" fmla="*/ 177 w 588"/>
                <a:gd name="T57" fmla="*/ 626 h 714"/>
                <a:gd name="T58" fmla="*/ 251 w 588"/>
                <a:gd name="T59" fmla="*/ 106 h 714"/>
                <a:gd name="T60" fmla="*/ 236 w 588"/>
                <a:gd name="T61" fmla="*/ 165 h 714"/>
                <a:gd name="T62" fmla="*/ 269 w 588"/>
                <a:gd name="T63" fmla="*/ 129 h 714"/>
                <a:gd name="T64" fmla="*/ 368 w 588"/>
                <a:gd name="T65" fmla="*/ 177 h 714"/>
                <a:gd name="T66" fmla="*/ 404 w 588"/>
                <a:gd name="T67" fmla="*/ 195 h 714"/>
                <a:gd name="T68" fmla="*/ 368 w 588"/>
                <a:gd name="T69" fmla="*/ 177 h 714"/>
                <a:gd name="T70" fmla="*/ 304 w 588"/>
                <a:gd name="T71" fmla="*/ 179 h 714"/>
                <a:gd name="T72" fmla="*/ 310 w 588"/>
                <a:gd name="T73" fmla="*/ 272 h 714"/>
                <a:gd name="T74" fmla="*/ 321 w 588"/>
                <a:gd name="T75" fmla="*/ 266 h 714"/>
                <a:gd name="T76" fmla="*/ 359 w 588"/>
                <a:gd name="T77" fmla="*/ 255 h 714"/>
                <a:gd name="T78" fmla="*/ 373 w 588"/>
                <a:gd name="T79" fmla="*/ 246 h 714"/>
                <a:gd name="T80" fmla="*/ 256 w 588"/>
                <a:gd name="T81" fmla="*/ 218 h 714"/>
                <a:gd name="T82" fmla="*/ 256 w 588"/>
                <a:gd name="T83" fmla="*/ 261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8" h="714">
                  <a:moveTo>
                    <a:pt x="185" y="612"/>
                  </a:moveTo>
                  <a:cubicBezTo>
                    <a:pt x="214" y="611"/>
                    <a:pt x="262" y="609"/>
                    <a:pt x="268" y="604"/>
                  </a:cubicBezTo>
                  <a:cubicBezTo>
                    <a:pt x="276" y="597"/>
                    <a:pt x="298" y="588"/>
                    <a:pt x="281" y="535"/>
                  </a:cubicBezTo>
                  <a:cubicBezTo>
                    <a:pt x="281" y="535"/>
                    <a:pt x="254" y="526"/>
                    <a:pt x="219" y="538"/>
                  </a:cubicBezTo>
                  <a:cubicBezTo>
                    <a:pt x="186" y="550"/>
                    <a:pt x="142" y="567"/>
                    <a:pt x="103" y="523"/>
                  </a:cubicBezTo>
                  <a:cubicBezTo>
                    <a:pt x="88" y="507"/>
                    <a:pt x="85" y="499"/>
                    <a:pt x="110" y="487"/>
                  </a:cubicBezTo>
                  <a:cubicBezTo>
                    <a:pt x="115" y="484"/>
                    <a:pt x="122" y="482"/>
                    <a:pt x="131" y="481"/>
                  </a:cubicBezTo>
                  <a:cubicBezTo>
                    <a:pt x="166" y="476"/>
                    <a:pt x="260" y="487"/>
                    <a:pt x="258" y="470"/>
                  </a:cubicBezTo>
                  <a:cubicBezTo>
                    <a:pt x="257" y="452"/>
                    <a:pt x="245" y="447"/>
                    <a:pt x="252" y="437"/>
                  </a:cubicBezTo>
                  <a:cubicBezTo>
                    <a:pt x="259" y="427"/>
                    <a:pt x="328" y="395"/>
                    <a:pt x="302" y="390"/>
                  </a:cubicBezTo>
                  <a:cubicBezTo>
                    <a:pt x="284" y="386"/>
                    <a:pt x="245" y="403"/>
                    <a:pt x="219" y="420"/>
                  </a:cubicBezTo>
                  <a:cubicBezTo>
                    <a:pt x="200" y="433"/>
                    <a:pt x="175" y="441"/>
                    <a:pt x="155" y="425"/>
                  </a:cubicBezTo>
                  <a:cubicBezTo>
                    <a:pt x="129" y="404"/>
                    <a:pt x="144" y="396"/>
                    <a:pt x="170" y="382"/>
                  </a:cubicBezTo>
                  <a:cubicBezTo>
                    <a:pt x="190" y="371"/>
                    <a:pt x="222" y="358"/>
                    <a:pt x="275" y="346"/>
                  </a:cubicBezTo>
                  <a:cubicBezTo>
                    <a:pt x="396" y="319"/>
                    <a:pt x="449" y="333"/>
                    <a:pt x="440" y="319"/>
                  </a:cubicBezTo>
                  <a:cubicBezTo>
                    <a:pt x="438" y="315"/>
                    <a:pt x="432" y="310"/>
                    <a:pt x="419" y="309"/>
                  </a:cubicBezTo>
                  <a:cubicBezTo>
                    <a:pt x="391" y="307"/>
                    <a:pt x="343" y="316"/>
                    <a:pt x="317" y="318"/>
                  </a:cubicBezTo>
                  <a:cubicBezTo>
                    <a:pt x="281" y="322"/>
                    <a:pt x="266" y="321"/>
                    <a:pt x="243" y="335"/>
                  </a:cubicBezTo>
                  <a:cubicBezTo>
                    <a:pt x="220" y="350"/>
                    <a:pt x="230" y="344"/>
                    <a:pt x="204" y="346"/>
                  </a:cubicBezTo>
                  <a:cubicBezTo>
                    <a:pt x="170" y="347"/>
                    <a:pt x="109" y="361"/>
                    <a:pt x="99" y="404"/>
                  </a:cubicBezTo>
                  <a:cubicBezTo>
                    <a:pt x="86" y="461"/>
                    <a:pt x="59" y="521"/>
                    <a:pt x="31" y="502"/>
                  </a:cubicBezTo>
                  <a:cubicBezTo>
                    <a:pt x="3" y="483"/>
                    <a:pt x="0" y="483"/>
                    <a:pt x="8" y="457"/>
                  </a:cubicBezTo>
                  <a:cubicBezTo>
                    <a:pt x="15" y="432"/>
                    <a:pt x="15" y="361"/>
                    <a:pt x="18" y="354"/>
                  </a:cubicBezTo>
                  <a:cubicBezTo>
                    <a:pt x="40" y="306"/>
                    <a:pt x="59" y="327"/>
                    <a:pt x="75" y="334"/>
                  </a:cubicBezTo>
                  <a:cubicBezTo>
                    <a:pt x="87" y="340"/>
                    <a:pt x="98" y="328"/>
                    <a:pt x="107" y="321"/>
                  </a:cubicBezTo>
                  <a:cubicBezTo>
                    <a:pt x="110" y="278"/>
                    <a:pt x="109" y="219"/>
                    <a:pt x="107" y="198"/>
                  </a:cubicBezTo>
                  <a:cubicBezTo>
                    <a:pt x="106" y="182"/>
                    <a:pt x="92" y="156"/>
                    <a:pt x="100" y="132"/>
                  </a:cubicBezTo>
                  <a:cubicBezTo>
                    <a:pt x="109" y="106"/>
                    <a:pt x="115" y="107"/>
                    <a:pt x="130" y="124"/>
                  </a:cubicBezTo>
                  <a:cubicBezTo>
                    <a:pt x="142" y="137"/>
                    <a:pt x="159" y="158"/>
                    <a:pt x="161" y="173"/>
                  </a:cubicBezTo>
                  <a:cubicBezTo>
                    <a:pt x="163" y="198"/>
                    <a:pt x="150" y="289"/>
                    <a:pt x="159" y="297"/>
                  </a:cubicBezTo>
                  <a:cubicBezTo>
                    <a:pt x="168" y="305"/>
                    <a:pt x="180" y="308"/>
                    <a:pt x="180" y="286"/>
                  </a:cubicBezTo>
                  <a:cubicBezTo>
                    <a:pt x="181" y="264"/>
                    <a:pt x="174" y="81"/>
                    <a:pt x="178" y="68"/>
                  </a:cubicBezTo>
                  <a:cubicBezTo>
                    <a:pt x="181" y="59"/>
                    <a:pt x="198" y="59"/>
                    <a:pt x="210" y="63"/>
                  </a:cubicBezTo>
                  <a:cubicBezTo>
                    <a:pt x="226" y="67"/>
                    <a:pt x="226" y="73"/>
                    <a:pt x="233" y="63"/>
                  </a:cubicBezTo>
                  <a:cubicBezTo>
                    <a:pt x="239" y="54"/>
                    <a:pt x="265" y="47"/>
                    <a:pt x="271" y="55"/>
                  </a:cubicBezTo>
                  <a:cubicBezTo>
                    <a:pt x="280" y="64"/>
                    <a:pt x="312" y="88"/>
                    <a:pt x="318" y="62"/>
                  </a:cubicBezTo>
                  <a:cubicBezTo>
                    <a:pt x="325" y="35"/>
                    <a:pt x="323" y="5"/>
                    <a:pt x="344" y="3"/>
                  </a:cubicBezTo>
                  <a:cubicBezTo>
                    <a:pt x="364" y="0"/>
                    <a:pt x="412" y="46"/>
                    <a:pt x="389" y="69"/>
                  </a:cubicBezTo>
                  <a:cubicBezTo>
                    <a:pt x="367" y="93"/>
                    <a:pt x="358" y="111"/>
                    <a:pt x="358" y="111"/>
                  </a:cubicBezTo>
                  <a:cubicBezTo>
                    <a:pt x="358" y="111"/>
                    <a:pt x="385" y="126"/>
                    <a:pt x="378" y="133"/>
                  </a:cubicBezTo>
                  <a:cubicBezTo>
                    <a:pt x="372" y="141"/>
                    <a:pt x="384" y="157"/>
                    <a:pt x="401" y="157"/>
                  </a:cubicBezTo>
                  <a:cubicBezTo>
                    <a:pt x="418" y="156"/>
                    <a:pt x="455" y="164"/>
                    <a:pt x="422" y="142"/>
                  </a:cubicBezTo>
                  <a:cubicBezTo>
                    <a:pt x="389" y="120"/>
                    <a:pt x="365" y="112"/>
                    <a:pt x="380" y="103"/>
                  </a:cubicBezTo>
                  <a:cubicBezTo>
                    <a:pt x="407" y="85"/>
                    <a:pt x="492" y="65"/>
                    <a:pt x="502" y="113"/>
                  </a:cubicBezTo>
                  <a:cubicBezTo>
                    <a:pt x="505" y="128"/>
                    <a:pt x="503" y="150"/>
                    <a:pt x="486" y="181"/>
                  </a:cubicBezTo>
                  <a:cubicBezTo>
                    <a:pt x="449" y="249"/>
                    <a:pt x="436" y="275"/>
                    <a:pt x="454" y="265"/>
                  </a:cubicBezTo>
                  <a:cubicBezTo>
                    <a:pt x="473" y="256"/>
                    <a:pt x="524" y="252"/>
                    <a:pt x="564" y="307"/>
                  </a:cubicBezTo>
                  <a:cubicBezTo>
                    <a:pt x="564" y="307"/>
                    <a:pt x="588" y="362"/>
                    <a:pt x="498" y="360"/>
                  </a:cubicBezTo>
                  <a:cubicBezTo>
                    <a:pt x="498" y="360"/>
                    <a:pt x="424" y="352"/>
                    <a:pt x="418" y="386"/>
                  </a:cubicBezTo>
                  <a:cubicBezTo>
                    <a:pt x="418" y="386"/>
                    <a:pt x="401" y="403"/>
                    <a:pt x="383" y="411"/>
                  </a:cubicBezTo>
                  <a:cubicBezTo>
                    <a:pt x="364" y="419"/>
                    <a:pt x="321" y="457"/>
                    <a:pt x="362" y="457"/>
                  </a:cubicBezTo>
                  <a:cubicBezTo>
                    <a:pt x="402" y="457"/>
                    <a:pt x="462" y="431"/>
                    <a:pt x="476" y="445"/>
                  </a:cubicBezTo>
                  <a:cubicBezTo>
                    <a:pt x="489" y="459"/>
                    <a:pt x="529" y="518"/>
                    <a:pt x="482" y="524"/>
                  </a:cubicBezTo>
                  <a:cubicBezTo>
                    <a:pt x="436" y="529"/>
                    <a:pt x="399" y="500"/>
                    <a:pt x="373" y="516"/>
                  </a:cubicBezTo>
                  <a:cubicBezTo>
                    <a:pt x="346" y="533"/>
                    <a:pt x="377" y="593"/>
                    <a:pt x="352" y="631"/>
                  </a:cubicBezTo>
                  <a:cubicBezTo>
                    <a:pt x="327" y="669"/>
                    <a:pt x="292" y="714"/>
                    <a:pt x="269" y="703"/>
                  </a:cubicBezTo>
                  <a:cubicBezTo>
                    <a:pt x="246" y="692"/>
                    <a:pt x="238" y="665"/>
                    <a:pt x="217" y="654"/>
                  </a:cubicBezTo>
                  <a:cubicBezTo>
                    <a:pt x="205" y="648"/>
                    <a:pt x="189" y="635"/>
                    <a:pt x="177" y="626"/>
                  </a:cubicBezTo>
                  <a:cubicBezTo>
                    <a:pt x="156" y="608"/>
                    <a:pt x="158" y="612"/>
                    <a:pt x="185" y="612"/>
                  </a:cubicBezTo>
                  <a:close/>
                  <a:moveTo>
                    <a:pt x="251" y="106"/>
                  </a:moveTo>
                  <a:cubicBezTo>
                    <a:pt x="239" y="101"/>
                    <a:pt x="239" y="101"/>
                    <a:pt x="239" y="112"/>
                  </a:cubicBezTo>
                  <a:cubicBezTo>
                    <a:pt x="236" y="165"/>
                    <a:pt x="236" y="165"/>
                    <a:pt x="236" y="165"/>
                  </a:cubicBezTo>
                  <a:cubicBezTo>
                    <a:pt x="235" y="179"/>
                    <a:pt x="234" y="183"/>
                    <a:pt x="247" y="170"/>
                  </a:cubicBezTo>
                  <a:cubicBezTo>
                    <a:pt x="257" y="161"/>
                    <a:pt x="268" y="145"/>
                    <a:pt x="269" y="129"/>
                  </a:cubicBezTo>
                  <a:cubicBezTo>
                    <a:pt x="269" y="115"/>
                    <a:pt x="260" y="109"/>
                    <a:pt x="251" y="106"/>
                  </a:cubicBezTo>
                  <a:close/>
                  <a:moveTo>
                    <a:pt x="368" y="177"/>
                  </a:moveTo>
                  <a:cubicBezTo>
                    <a:pt x="363" y="182"/>
                    <a:pt x="363" y="188"/>
                    <a:pt x="367" y="192"/>
                  </a:cubicBezTo>
                  <a:cubicBezTo>
                    <a:pt x="372" y="197"/>
                    <a:pt x="394" y="198"/>
                    <a:pt x="404" y="195"/>
                  </a:cubicBezTo>
                  <a:cubicBezTo>
                    <a:pt x="407" y="194"/>
                    <a:pt x="407" y="191"/>
                    <a:pt x="408" y="188"/>
                  </a:cubicBezTo>
                  <a:cubicBezTo>
                    <a:pt x="414" y="172"/>
                    <a:pt x="368" y="177"/>
                    <a:pt x="368" y="177"/>
                  </a:cubicBezTo>
                  <a:close/>
                  <a:moveTo>
                    <a:pt x="315" y="186"/>
                  </a:moveTo>
                  <a:cubicBezTo>
                    <a:pt x="320" y="177"/>
                    <a:pt x="312" y="166"/>
                    <a:pt x="304" y="179"/>
                  </a:cubicBezTo>
                  <a:cubicBezTo>
                    <a:pt x="294" y="193"/>
                    <a:pt x="303" y="204"/>
                    <a:pt x="315" y="186"/>
                  </a:cubicBezTo>
                  <a:close/>
                  <a:moveTo>
                    <a:pt x="310" y="272"/>
                  </a:moveTo>
                  <a:cubicBezTo>
                    <a:pt x="310" y="272"/>
                    <a:pt x="311" y="276"/>
                    <a:pt x="317" y="277"/>
                  </a:cubicBezTo>
                  <a:cubicBezTo>
                    <a:pt x="324" y="278"/>
                    <a:pt x="323" y="273"/>
                    <a:pt x="321" y="266"/>
                  </a:cubicBezTo>
                  <a:cubicBezTo>
                    <a:pt x="319" y="260"/>
                    <a:pt x="309" y="272"/>
                    <a:pt x="310" y="272"/>
                  </a:cubicBezTo>
                  <a:close/>
                  <a:moveTo>
                    <a:pt x="359" y="255"/>
                  </a:moveTo>
                  <a:cubicBezTo>
                    <a:pt x="359" y="255"/>
                    <a:pt x="364" y="259"/>
                    <a:pt x="371" y="259"/>
                  </a:cubicBezTo>
                  <a:cubicBezTo>
                    <a:pt x="378" y="259"/>
                    <a:pt x="378" y="253"/>
                    <a:pt x="373" y="246"/>
                  </a:cubicBezTo>
                  <a:cubicBezTo>
                    <a:pt x="367" y="239"/>
                    <a:pt x="359" y="254"/>
                    <a:pt x="359" y="255"/>
                  </a:cubicBezTo>
                  <a:close/>
                  <a:moveTo>
                    <a:pt x="256" y="218"/>
                  </a:moveTo>
                  <a:cubicBezTo>
                    <a:pt x="237" y="205"/>
                    <a:pt x="220" y="258"/>
                    <a:pt x="223" y="271"/>
                  </a:cubicBezTo>
                  <a:cubicBezTo>
                    <a:pt x="220" y="285"/>
                    <a:pt x="243" y="271"/>
                    <a:pt x="256" y="261"/>
                  </a:cubicBezTo>
                  <a:cubicBezTo>
                    <a:pt x="270" y="251"/>
                    <a:pt x="272" y="228"/>
                    <a:pt x="256" y="21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ś1ïḓè"/>
            <p:cNvSpPr/>
            <p:nvPr userDrawn="1">
              <p:custDataLst>
                <p:tags r:id="rId8"/>
              </p:custDataLst>
            </p:nvPr>
          </p:nvSpPr>
          <p:spPr bwMode="auto">
            <a:xfrm>
              <a:off x="2869804" y="2524126"/>
              <a:ext cx="1824038" cy="1827213"/>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iṡļïḑè"/>
            <p:cNvSpPr/>
            <p:nvPr userDrawn="1">
              <p:custDataLst>
                <p:tags r:id="rId9"/>
              </p:custDataLst>
            </p:nvPr>
          </p:nvSpPr>
          <p:spPr bwMode="auto">
            <a:xfrm>
              <a:off x="2968229" y="2620963"/>
              <a:ext cx="1628775" cy="1631950"/>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í$líḋè"/>
            <p:cNvSpPr/>
            <p:nvPr userDrawn="1">
              <p:custDataLst>
                <p:tags r:id="rId10"/>
              </p:custDataLst>
            </p:nvPr>
          </p:nvSpPr>
          <p:spPr bwMode="auto">
            <a:xfrm>
              <a:off x="3268267" y="2881313"/>
              <a:ext cx="228600" cy="25876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ṡľîḋè"/>
            <p:cNvSpPr/>
            <p:nvPr userDrawn="1">
              <p:custDataLst>
                <p:tags r:id="rId11"/>
              </p:custDataLst>
            </p:nvPr>
          </p:nvSpPr>
          <p:spPr bwMode="auto">
            <a:xfrm>
              <a:off x="3538142" y="2755901"/>
              <a:ext cx="176213" cy="206375"/>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Sļïḑê"/>
            <p:cNvSpPr/>
            <p:nvPr userDrawn="1">
              <p:custDataLst>
                <p:tags r:id="rId12"/>
              </p:custDataLst>
            </p:nvPr>
          </p:nvSpPr>
          <p:spPr bwMode="auto">
            <a:xfrm>
              <a:off x="3828654" y="2736851"/>
              <a:ext cx="230188" cy="242888"/>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ṥḷîďé"/>
            <p:cNvSpPr/>
            <p:nvPr userDrawn="1">
              <p:custDataLst>
                <p:tags r:id="rId13"/>
              </p:custDataLst>
            </p:nvPr>
          </p:nvSpPr>
          <p:spPr bwMode="auto">
            <a:xfrm>
              <a:off x="3336529" y="3048001"/>
              <a:ext cx="922338" cy="860425"/>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işḻíḓé"/>
            <p:cNvSpPr/>
            <p:nvPr userDrawn="1">
              <p:custDataLst>
                <p:tags r:id="rId14"/>
              </p:custDataLst>
            </p:nvPr>
          </p:nvSpPr>
          <p:spPr bwMode="auto">
            <a:xfrm>
              <a:off x="3393679" y="3111501"/>
              <a:ext cx="803275" cy="733425"/>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îšḻîďê"/>
            <p:cNvSpPr/>
            <p:nvPr userDrawn="1">
              <p:custDataLst>
                <p:tags r:id="rId15"/>
              </p:custDataLst>
            </p:nvPr>
          </p:nvSpPr>
          <p:spPr bwMode="auto">
            <a:xfrm>
              <a:off x="3109517" y="3192463"/>
              <a:ext cx="147638" cy="104775"/>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i$ľíḑè"/>
            <p:cNvSpPr/>
            <p:nvPr userDrawn="1">
              <p:custDataLst>
                <p:tags r:id="rId16"/>
              </p:custDataLst>
            </p:nvPr>
          </p:nvSpPr>
          <p:spPr bwMode="auto">
            <a:xfrm>
              <a:off x="3080942" y="3298826"/>
              <a:ext cx="147638" cy="133350"/>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ís1îḍê"/>
            <p:cNvSpPr/>
            <p:nvPr userDrawn="1">
              <p:custDataLst>
                <p:tags r:id="rId17"/>
              </p:custDataLst>
            </p:nvPr>
          </p:nvSpPr>
          <p:spPr bwMode="auto">
            <a:xfrm>
              <a:off x="3079354" y="3443288"/>
              <a:ext cx="147638" cy="147638"/>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îśḻîďe"/>
            <p:cNvSpPr/>
            <p:nvPr userDrawn="1">
              <p:custDataLst>
                <p:tags r:id="rId18"/>
              </p:custDataLst>
            </p:nvPr>
          </p:nvSpPr>
          <p:spPr bwMode="auto">
            <a:xfrm>
              <a:off x="3114279" y="3617913"/>
              <a:ext cx="169863" cy="147638"/>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ṥlîḍè"/>
            <p:cNvSpPr/>
            <p:nvPr userDrawn="1">
              <p:custDataLst>
                <p:tags r:id="rId19"/>
              </p:custDataLst>
            </p:nvPr>
          </p:nvSpPr>
          <p:spPr bwMode="auto">
            <a:xfrm>
              <a:off x="3147617" y="3763963"/>
              <a:ext cx="161925" cy="139700"/>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íṩļîďè"/>
            <p:cNvSpPr/>
            <p:nvPr userDrawn="1">
              <p:custDataLst>
                <p:tags r:id="rId20"/>
              </p:custDataLst>
            </p:nvPr>
          </p:nvSpPr>
          <p:spPr bwMode="auto">
            <a:xfrm>
              <a:off x="3239692" y="3803651"/>
              <a:ext cx="165100" cy="166688"/>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ṧ1îḑè"/>
            <p:cNvSpPr/>
            <p:nvPr userDrawn="1">
              <p:custDataLst>
                <p:tags r:id="rId21"/>
              </p:custDataLst>
            </p:nvPr>
          </p:nvSpPr>
          <p:spPr bwMode="auto">
            <a:xfrm>
              <a:off x="3342879" y="3943351"/>
              <a:ext cx="57150" cy="46038"/>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íṣ1íḋê"/>
            <p:cNvSpPr/>
            <p:nvPr userDrawn="1">
              <p:custDataLst>
                <p:tags r:id="rId22"/>
              </p:custDataLst>
            </p:nvPr>
          </p:nvSpPr>
          <p:spPr bwMode="auto">
            <a:xfrm>
              <a:off x="3355579" y="3932238"/>
              <a:ext cx="150813" cy="142875"/>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śļiḓé"/>
            <p:cNvSpPr/>
            <p:nvPr userDrawn="1">
              <p:custDataLst>
                <p:tags r:id="rId23"/>
              </p:custDataLst>
            </p:nvPr>
          </p:nvSpPr>
          <p:spPr bwMode="auto">
            <a:xfrm>
              <a:off x="3452417" y="3976688"/>
              <a:ext cx="158750" cy="177800"/>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ḻïdè"/>
            <p:cNvSpPr/>
            <p:nvPr userDrawn="1">
              <p:custDataLst>
                <p:tags r:id="rId24"/>
              </p:custDataLst>
            </p:nvPr>
          </p:nvSpPr>
          <p:spPr bwMode="auto">
            <a:xfrm>
              <a:off x="3604817" y="4021138"/>
              <a:ext cx="168275" cy="158750"/>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ṥḷide"/>
            <p:cNvSpPr/>
            <p:nvPr userDrawn="1">
              <p:custDataLst>
                <p:tags r:id="rId25"/>
              </p:custDataLst>
            </p:nvPr>
          </p:nvSpPr>
          <p:spPr bwMode="auto">
            <a:xfrm>
              <a:off x="3811192" y="4035426"/>
              <a:ext cx="142875" cy="149225"/>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lïḍé"/>
            <p:cNvSpPr/>
            <p:nvPr userDrawn="1">
              <p:custDataLst>
                <p:tags r:id="rId26"/>
              </p:custDataLst>
            </p:nvPr>
          </p:nvSpPr>
          <p:spPr bwMode="auto">
            <a:xfrm>
              <a:off x="3957242" y="3975101"/>
              <a:ext cx="161925" cy="184150"/>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îşļîḋe"/>
            <p:cNvSpPr/>
            <p:nvPr userDrawn="1">
              <p:custDataLst>
                <p:tags r:id="rId27"/>
              </p:custDataLst>
            </p:nvPr>
          </p:nvSpPr>
          <p:spPr bwMode="auto">
            <a:xfrm>
              <a:off x="4098529" y="3937001"/>
              <a:ext cx="114300" cy="153988"/>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i$líḋe"/>
            <p:cNvSpPr/>
            <p:nvPr userDrawn="1">
              <p:custDataLst>
                <p:tags r:id="rId28"/>
              </p:custDataLst>
            </p:nvPr>
          </p:nvSpPr>
          <p:spPr bwMode="auto">
            <a:xfrm>
              <a:off x="4149329" y="3846513"/>
              <a:ext cx="138113" cy="160338"/>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ḷïďê"/>
            <p:cNvSpPr/>
            <p:nvPr userDrawn="1">
              <p:custDataLst>
                <p:tags r:id="rId29"/>
              </p:custDataLst>
            </p:nvPr>
          </p:nvSpPr>
          <p:spPr bwMode="auto">
            <a:xfrm>
              <a:off x="4250929" y="3752851"/>
              <a:ext cx="180975" cy="173038"/>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ṩḷîďe"/>
            <p:cNvSpPr/>
            <p:nvPr userDrawn="1">
              <p:custDataLst>
                <p:tags r:id="rId30"/>
              </p:custDataLst>
            </p:nvPr>
          </p:nvSpPr>
          <p:spPr bwMode="auto">
            <a:xfrm>
              <a:off x="4319192" y="3654426"/>
              <a:ext cx="177800" cy="142875"/>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ṡļïḍé"/>
            <p:cNvSpPr/>
            <p:nvPr userDrawn="1">
              <p:custDataLst>
                <p:tags r:id="rId31"/>
              </p:custDataLst>
            </p:nvPr>
          </p:nvSpPr>
          <p:spPr bwMode="auto">
            <a:xfrm>
              <a:off x="4360467" y="3546476"/>
              <a:ext cx="149225" cy="115888"/>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ŝḻïḍé"/>
            <p:cNvSpPr/>
            <p:nvPr userDrawn="1">
              <p:custDataLst>
                <p:tags r:id="rId32"/>
              </p:custDataLst>
            </p:nvPr>
          </p:nvSpPr>
          <p:spPr bwMode="auto">
            <a:xfrm>
              <a:off x="4381104" y="3465513"/>
              <a:ext cx="141288" cy="69850"/>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sḻïďê"/>
            <p:cNvSpPr/>
            <p:nvPr userDrawn="1">
              <p:custDataLst>
                <p:tags r:id="rId33"/>
              </p:custDataLst>
            </p:nvPr>
          </p:nvSpPr>
          <p:spPr bwMode="auto">
            <a:xfrm>
              <a:off x="4382692" y="3332163"/>
              <a:ext cx="142875" cy="123825"/>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iṡlîḍê"/>
            <p:cNvSpPr/>
            <p:nvPr userDrawn="1">
              <p:custDataLst>
                <p:tags r:id="rId34"/>
              </p:custDataLst>
            </p:nvPr>
          </p:nvSpPr>
          <p:spPr bwMode="auto">
            <a:xfrm>
              <a:off x="4344592" y="3192463"/>
              <a:ext cx="160338" cy="133350"/>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şḷíḍê"/>
            <p:cNvSpPr/>
            <p:nvPr userDrawn="1">
              <p:custDataLst>
                <p:tags r:id="rId35"/>
              </p:custDataLst>
            </p:nvPr>
          </p:nvSpPr>
          <p:spPr bwMode="auto">
            <a:xfrm>
              <a:off x="4090592" y="2903538"/>
              <a:ext cx="250825" cy="234950"/>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ş1îḋê"/>
            <p:cNvSpPr/>
            <p:nvPr userDrawn="1">
              <p:custDataLst>
                <p:tags r:id="rId36"/>
              </p:custDataLst>
            </p:nvPr>
          </p:nvSpPr>
          <p:spPr bwMode="auto">
            <a:xfrm>
              <a:off x="5077653" y="3946525"/>
              <a:ext cx="149225" cy="238125"/>
            </a:xfrm>
            <a:custGeom>
              <a:avLst/>
              <a:gdLst>
                <a:gd name="T0" fmla="*/ 21 w 37"/>
                <a:gd name="T1" fmla="*/ 56 h 56"/>
                <a:gd name="T2" fmla="*/ 14 w 37"/>
                <a:gd name="T3" fmla="*/ 55 h 56"/>
                <a:gd name="T4" fmla="*/ 11 w 37"/>
                <a:gd name="T5" fmla="*/ 54 h 56"/>
                <a:gd name="T6" fmla="*/ 4 w 37"/>
                <a:gd name="T7" fmla="*/ 56 h 56"/>
                <a:gd name="T8" fmla="*/ 0 w 37"/>
                <a:gd name="T9" fmla="*/ 41 h 56"/>
                <a:gd name="T10" fmla="*/ 2 w 37"/>
                <a:gd name="T11" fmla="*/ 41 h 56"/>
                <a:gd name="T12" fmla="*/ 20 w 37"/>
                <a:gd name="T13" fmla="*/ 53 h 56"/>
                <a:gd name="T14" fmla="*/ 31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4" y="56"/>
                  </a:cubicBezTo>
                  <a:cubicBezTo>
                    <a:pt x="0" y="41"/>
                    <a:pt x="0" y="41"/>
                    <a:pt x="0" y="41"/>
                  </a:cubicBezTo>
                  <a:cubicBezTo>
                    <a:pt x="2" y="41"/>
                    <a:pt x="2" y="41"/>
                    <a:pt x="2" y="41"/>
                  </a:cubicBezTo>
                  <a:cubicBezTo>
                    <a:pt x="3" y="44"/>
                    <a:pt x="10" y="53"/>
                    <a:pt x="20" y="53"/>
                  </a:cubicBezTo>
                  <a:cubicBezTo>
                    <a:pt x="28" y="53"/>
                    <a:pt x="31" y="48"/>
                    <a:pt x="31" y="43"/>
                  </a:cubicBezTo>
                  <a:cubicBezTo>
                    <a:pt x="31"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ḻîḓé"/>
            <p:cNvSpPr/>
            <p:nvPr userDrawn="1">
              <p:custDataLst>
                <p:tags r:id="rId37"/>
              </p:custDataLst>
            </p:nvPr>
          </p:nvSpPr>
          <p:spPr bwMode="auto">
            <a:xfrm>
              <a:off x="5247516" y="3956050"/>
              <a:ext cx="206375" cy="228600"/>
            </a:xfrm>
            <a:custGeom>
              <a:avLst/>
              <a:gdLst>
                <a:gd name="T0" fmla="*/ 51 w 51"/>
                <a:gd name="T1" fmla="*/ 2 h 54"/>
                <a:gd name="T2" fmla="*/ 48 w 51"/>
                <a:gd name="T3" fmla="*/ 2 h 54"/>
                <a:gd name="T4" fmla="*/ 43 w 51"/>
                <a:gd name="T5" fmla="*/ 8 h 54"/>
                <a:gd name="T6" fmla="*/ 43 w 51"/>
                <a:gd name="T7" fmla="*/ 36 h 54"/>
                <a:gd name="T8" fmla="*/ 26 w 51"/>
                <a:gd name="T9" fmla="*/ 54 h 54"/>
                <a:gd name="T10" fmla="*/ 8 w 51"/>
                <a:gd name="T11" fmla="*/ 36 h 54"/>
                <a:gd name="T12" fmla="*/ 8 w 51"/>
                <a:gd name="T13" fmla="*/ 7 h 54"/>
                <a:gd name="T14" fmla="*/ 2 w 51"/>
                <a:gd name="T15" fmla="*/ 2 h 54"/>
                <a:gd name="T16" fmla="*/ 0 w 51"/>
                <a:gd name="T17" fmla="*/ 2 h 54"/>
                <a:gd name="T18" fmla="*/ 0 w 51"/>
                <a:gd name="T19" fmla="*/ 0 h 54"/>
                <a:gd name="T20" fmla="*/ 24 w 51"/>
                <a:gd name="T21" fmla="*/ 0 h 54"/>
                <a:gd name="T22" fmla="*/ 24 w 51"/>
                <a:gd name="T23" fmla="*/ 2 h 54"/>
                <a:gd name="T24" fmla="*/ 21 w 51"/>
                <a:gd name="T25" fmla="*/ 2 h 54"/>
                <a:gd name="T26" fmla="*/ 16 w 51"/>
                <a:gd name="T27" fmla="*/ 7 h 54"/>
                <a:gd name="T28" fmla="*/ 16 w 51"/>
                <a:gd name="T29" fmla="*/ 35 h 54"/>
                <a:gd name="T30" fmla="*/ 29 w 51"/>
                <a:gd name="T31" fmla="*/ 51 h 54"/>
                <a:gd name="T32" fmla="*/ 41 w 51"/>
                <a:gd name="T33" fmla="*/ 37 h 54"/>
                <a:gd name="T34" fmla="*/ 41 w 51"/>
                <a:gd name="T35" fmla="*/ 8 h 54"/>
                <a:gd name="T36" fmla="*/ 35 w 51"/>
                <a:gd name="T37" fmla="*/ 2 h 54"/>
                <a:gd name="T38" fmla="*/ 34 w 51"/>
                <a:gd name="T39" fmla="*/ 2 h 54"/>
                <a:gd name="T40" fmla="*/ 34 w 51"/>
                <a:gd name="T41" fmla="*/ 0 h 54"/>
                <a:gd name="T42" fmla="*/ 51 w 51"/>
                <a:gd name="T43" fmla="*/ 0 h 54"/>
                <a:gd name="T44" fmla="*/ 51 w 51"/>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54">
                  <a:moveTo>
                    <a:pt x="51" y="2"/>
                  </a:moveTo>
                  <a:cubicBezTo>
                    <a:pt x="48" y="2"/>
                    <a:pt x="48" y="2"/>
                    <a:pt x="48" y="2"/>
                  </a:cubicBezTo>
                  <a:cubicBezTo>
                    <a:pt x="45" y="2"/>
                    <a:pt x="43" y="4"/>
                    <a:pt x="43" y="8"/>
                  </a:cubicBezTo>
                  <a:cubicBezTo>
                    <a:pt x="43" y="36"/>
                    <a:pt x="43" y="36"/>
                    <a:pt x="43" y="36"/>
                  </a:cubicBezTo>
                  <a:cubicBezTo>
                    <a:pt x="43" y="44"/>
                    <a:pt x="39" y="54"/>
                    <a:pt x="26" y="54"/>
                  </a:cubicBezTo>
                  <a:cubicBezTo>
                    <a:pt x="17" y="54"/>
                    <a:pt x="8" y="49"/>
                    <a:pt x="8" y="36"/>
                  </a:cubicBezTo>
                  <a:cubicBezTo>
                    <a:pt x="8" y="7"/>
                    <a:pt x="8" y="7"/>
                    <a:pt x="8" y="7"/>
                  </a:cubicBezTo>
                  <a:cubicBezTo>
                    <a:pt x="8"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35"/>
                    <a:pt x="16" y="35"/>
                    <a:pt x="16" y="35"/>
                  </a:cubicBezTo>
                  <a:cubicBezTo>
                    <a:pt x="16" y="46"/>
                    <a:pt x="22" y="51"/>
                    <a:pt x="29" y="51"/>
                  </a:cubicBezTo>
                  <a:cubicBezTo>
                    <a:pt x="36"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1" y="0"/>
                    <a:pt x="51" y="0"/>
                    <a:pt x="51" y="0"/>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ḷïdê"/>
            <p:cNvSpPr/>
            <p:nvPr userDrawn="1">
              <p:custDataLst>
                <p:tags r:id="rId38"/>
              </p:custDataLst>
            </p:nvPr>
          </p:nvSpPr>
          <p:spPr bwMode="auto">
            <a:xfrm>
              <a:off x="5465003" y="3956050"/>
              <a:ext cx="206375" cy="220663"/>
            </a:xfrm>
            <a:custGeom>
              <a:avLst/>
              <a:gdLst>
                <a:gd name="T0" fmla="*/ 43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6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3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3"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7" y="50"/>
                    <a:pt x="8" y="48"/>
                    <a:pt x="8" y="44"/>
                  </a:cubicBezTo>
                  <a:cubicBezTo>
                    <a:pt x="8" y="7"/>
                    <a:pt x="8" y="7"/>
                    <a:pt x="8" y="7"/>
                  </a:cubicBezTo>
                  <a:cubicBezTo>
                    <a:pt x="8" y="2"/>
                    <a:pt x="4" y="2"/>
                    <a:pt x="2" y="2"/>
                  </a:cubicBezTo>
                  <a:cubicBezTo>
                    <a:pt x="0" y="2"/>
                    <a:pt x="0" y="2"/>
                    <a:pt x="0" y="2"/>
                  </a:cubicBezTo>
                  <a:cubicBezTo>
                    <a:pt x="0" y="0"/>
                    <a:pt x="0" y="0"/>
                    <a:pt x="0" y="0"/>
                  </a:cubicBezTo>
                  <a:cubicBezTo>
                    <a:pt x="16" y="0"/>
                    <a:pt x="16" y="0"/>
                    <a:pt x="16"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3"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ṥļïḑé"/>
            <p:cNvSpPr/>
            <p:nvPr userDrawn="1">
              <p:custDataLst>
                <p:tags r:id="rId39"/>
              </p:custDataLst>
            </p:nvPr>
          </p:nvSpPr>
          <p:spPr bwMode="auto">
            <a:xfrm>
              <a:off x="5885691" y="3956050"/>
              <a:ext cx="217488" cy="220663"/>
            </a:xfrm>
            <a:custGeom>
              <a:avLst/>
              <a:gdLst>
                <a:gd name="T0" fmla="*/ 51 w 54"/>
                <a:gd name="T1" fmla="*/ 2 h 52"/>
                <a:gd name="T2" fmla="*/ 44 w 54"/>
                <a:gd name="T3" fmla="*/ 8 h 52"/>
                <a:gd name="T4" fmla="*/ 31 w 54"/>
                <a:gd name="T5" fmla="*/ 31 h 52"/>
                <a:gd name="T6" fmla="*/ 31 w 54"/>
                <a:gd name="T7" fmla="*/ 45 h 52"/>
                <a:gd name="T8" fmla="*/ 36 w 54"/>
                <a:gd name="T9" fmla="*/ 50 h 52"/>
                <a:gd name="T10" fmla="*/ 40 w 54"/>
                <a:gd name="T11" fmla="*/ 50 h 52"/>
                <a:gd name="T12" fmla="*/ 40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8 w 54"/>
                <a:gd name="T25" fmla="*/ 7 h 52"/>
                <a:gd name="T26" fmla="*/ 1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8 w 54"/>
                <a:gd name="T41" fmla="*/ 7 h 52"/>
                <a:gd name="T42" fmla="*/ 30 w 54"/>
                <a:gd name="T43" fmla="*/ 27 h 52"/>
                <a:gd name="T44" fmla="*/ 41 w 54"/>
                <a:gd name="T45" fmla="*/ 8 h 52"/>
                <a:gd name="T46" fmla="*/ 42 w 54"/>
                <a:gd name="T47" fmla="*/ 5 h 52"/>
                <a:gd name="T48" fmla="*/ 39 w 54"/>
                <a:gd name="T49" fmla="*/ 2 h 52"/>
                <a:gd name="T50" fmla="*/ 35 w 54"/>
                <a:gd name="T51" fmla="*/ 2 h 52"/>
                <a:gd name="T52" fmla="*/ 35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7" y="2"/>
                    <a:pt x="46" y="5"/>
                    <a:pt x="44" y="8"/>
                  </a:cubicBezTo>
                  <a:cubicBezTo>
                    <a:pt x="31" y="31"/>
                    <a:pt x="31" y="31"/>
                    <a:pt x="31" y="31"/>
                  </a:cubicBezTo>
                  <a:cubicBezTo>
                    <a:pt x="31" y="45"/>
                    <a:pt x="31" y="45"/>
                    <a:pt x="31" y="45"/>
                  </a:cubicBezTo>
                  <a:cubicBezTo>
                    <a:pt x="31" y="48"/>
                    <a:pt x="33" y="50"/>
                    <a:pt x="36" y="50"/>
                  </a:cubicBezTo>
                  <a:cubicBezTo>
                    <a:pt x="40" y="50"/>
                    <a:pt x="40" y="50"/>
                    <a:pt x="40" y="50"/>
                  </a:cubicBezTo>
                  <a:cubicBezTo>
                    <a:pt x="40" y="52"/>
                    <a:pt x="40" y="52"/>
                    <a:pt x="40" y="52"/>
                  </a:cubicBezTo>
                  <a:cubicBezTo>
                    <a:pt x="14" y="52"/>
                    <a:pt x="14" y="52"/>
                    <a:pt x="14" y="52"/>
                  </a:cubicBezTo>
                  <a:cubicBezTo>
                    <a:pt x="14" y="50"/>
                    <a:pt x="14" y="50"/>
                    <a:pt x="14" y="50"/>
                  </a:cubicBezTo>
                  <a:cubicBezTo>
                    <a:pt x="18" y="50"/>
                    <a:pt x="18" y="50"/>
                    <a:pt x="18" y="50"/>
                  </a:cubicBezTo>
                  <a:cubicBezTo>
                    <a:pt x="21" y="50"/>
                    <a:pt x="23" y="49"/>
                    <a:pt x="23" y="45"/>
                  </a:cubicBezTo>
                  <a:cubicBezTo>
                    <a:pt x="23" y="31"/>
                    <a:pt x="23" y="31"/>
                    <a:pt x="23" y="31"/>
                  </a:cubicBezTo>
                  <a:cubicBezTo>
                    <a:pt x="8" y="7"/>
                    <a:pt x="8" y="7"/>
                    <a:pt x="8" y="7"/>
                  </a:cubicBezTo>
                  <a:cubicBezTo>
                    <a:pt x="6" y="3"/>
                    <a:pt x="5" y="2"/>
                    <a:pt x="1"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8" y="7"/>
                  </a:cubicBezTo>
                  <a:cubicBezTo>
                    <a:pt x="30" y="27"/>
                    <a:pt x="30" y="27"/>
                    <a:pt x="30" y="27"/>
                  </a:cubicBezTo>
                  <a:cubicBezTo>
                    <a:pt x="41" y="8"/>
                    <a:pt x="41" y="8"/>
                    <a:pt x="41" y="8"/>
                  </a:cubicBezTo>
                  <a:cubicBezTo>
                    <a:pt x="42" y="7"/>
                    <a:pt x="42" y="6"/>
                    <a:pt x="42" y="5"/>
                  </a:cubicBezTo>
                  <a:cubicBezTo>
                    <a:pt x="42" y="3"/>
                    <a:pt x="41" y="2"/>
                    <a:pt x="39" y="2"/>
                  </a:cubicBezTo>
                  <a:cubicBezTo>
                    <a:pt x="35" y="2"/>
                    <a:pt x="35" y="2"/>
                    <a:pt x="35" y="2"/>
                  </a:cubicBezTo>
                  <a:cubicBezTo>
                    <a:pt x="35" y="0"/>
                    <a:pt x="35" y="0"/>
                    <a:pt x="35"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ṧḻîḑè"/>
            <p:cNvSpPr/>
            <p:nvPr userDrawn="1">
              <p:custDataLst>
                <p:tags r:id="rId40"/>
              </p:custDataLst>
            </p:nvPr>
          </p:nvSpPr>
          <p:spPr bwMode="auto">
            <a:xfrm>
              <a:off x="6119053" y="3951288"/>
              <a:ext cx="219075" cy="225425"/>
            </a:xfrm>
            <a:custGeom>
              <a:avLst/>
              <a:gdLst>
                <a:gd name="T0" fmla="*/ 31 w 54"/>
                <a:gd name="T1" fmla="*/ 53 h 53"/>
                <a:gd name="T2" fmla="*/ 31 w 54"/>
                <a:gd name="T3" fmla="*/ 51 h 53"/>
                <a:gd name="T4" fmla="*/ 34 w 54"/>
                <a:gd name="T5" fmla="*/ 51 h 53"/>
                <a:gd name="T6" fmla="*/ 37 w 54"/>
                <a:gd name="T7" fmla="*/ 48 h 53"/>
                <a:gd name="T8" fmla="*/ 37 w 54"/>
                <a:gd name="T9" fmla="*/ 45 h 53"/>
                <a:gd name="T10" fmla="*/ 33 w 54"/>
                <a:gd name="T11" fmla="*/ 35 h 53"/>
                <a:gd name="T12" fmla="*/ 15 w 54"/>
                <a:gd name="T13" fmla="*/ 35 h 53"/>
                <a:gd name="T14" fmla="*/ 11 w 54"/>
                <a:gd name="T15" fmla="*/ 46 h 53"/>
                <a:gd name="T16" fmla="*/ 11 w 54"/>
                <a:gd name="T17" fmla="*/ 48 h 53"/>
                <a:gd name="T18" fmla="*/ 15 w 54"/>
                <a:gd name="T19" fmla="*/ 51 h 53"/>
                <a:gd name="T20" fmla="*/ 18 w 54"/>
                <a:gd name="T21" fmla="*/ 51 h 53"/>
                <a:gd name="T22" fmla="*/ 18 w 54"/>
                <a:gd name="T23" fmla="*/ 53 h 53"/>
                <a:gd name="T24" fmla="*/ 0 w 54"/>
                <a:gd name="T25" fmla="*/ 53 h 53"/>
                <a:gd name="T26" fmla="*/ 0 w 54"/>
                <a:gd name="T27" fmla="*/ 51 h 53"/>
                <a:gd name="T28" fmla="*/ 3 w 54"/>
                <a:gd name="T29" fmla="*/ 51 h 53"/>
                <a:gd name="T30" fmla="*/ 9 w 54"/>
                <a:gd name="T31" fmla="*/ 45 h 53"/>
                <a:gd name="T32" fmla="*/ 23 w 54"/>
                <a:gd name="T33" fmla="*/ 0 h 53"/>
                <a:gd name="T34" fmla="*/ 30 w 54"/>
                <a:gd name="T35" fmla="*/ 0 h 53"/>
                <a:gd name="T36" fmla="*/ 46 w 54"/>
                <a:gd name="T37" fmla="*/ 45 h 53"/>
                <a:gd name="T38" fmla="*/ 53 w 54"/>
                <a:gd name="T39" fmla="*/ 51 h 53"/>
                <a:gd name="T40" fmla="*/ 54 w 54"/>
                <a:gd name="T41" fmla="*/ 51 h 53"/>
                <a:gd name="T42" fmla="*/ 54 w 54"/>
                <a:gd name="T43" fmla="*/ 53 h 53"/>
                <a:gd name="T44" fmla="*/ 31 w 54"/>
                <a:gd name="T45" fmla="*/ 53 h 53"/>
                <a:gd name="T46" fmla="*/ 23 w 54"/>
                <a:gd name="T47" fmla="*/ 7 h 53"/>
                <a:gd name="T48" fmla="*/ 16 w 54"/>
                <a:gd name="T49" fmla="*/ 32 h 53"/>
                <a:gd name="T50" fmla="*/ 32 w 54"/>
                <a:gd name="T51" fmla="*/ 32 h 53"/>
                <a:gd name="T52" fmla="*/ 23 w 54"/>
                <a:gd name="T53"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31" y="53"/>
                  </a:moveTo>
                  <a:cubicBezTo>
                    <a:pt x="31" y="51"/>
                    <a:pt x="31" y="51"/>
                    <a:pt x="31" y="51"/>
                  </a:cubicBezTo>
                  <a:cubicBezTo>
                    <a:pt x="34" y="51"/>
                    <a:pt x="34" y="51"/>
                    <a:pt x="34" y="51"/>
                  </a:cubicBezTo>
                  <a:cubicBezTo>
                    <a:pt x="36" y="51"/>
                    <a:pt x="37" y="50"/>
                    <a:pt x="37" y="48"/>
                  </a:cubicBezTo>
                  <a:cubicBezTo>
                    <a:pt x="37" y="47"/>
                    <a:pt x="37" y="46"/>
                    <a:pt x="37" y="45"/>
                  </a:cubicBezTo>
                  <a:cubicBezTo>
                    <a:pt x="33" y="35"/>
                    <a:pt x="33" y="35"/>
                    <a:pt x="33" y="35"/>
                  </a:cubicBezTo>
                  <a:cubicBezTo>
                    <a:pt x="15" y="35"/>
                    <a:pt x="15" y="35"/>
                    <a:pt x="15" y="35"/>
                  </a:cubicBezTo>
                  <a:cubicBezTo>
                    <a:pt x="11" y="46"/>
                    <a:pt x="11" y="46"/>
                    <a:pt x="11" y="46"/>
                  </a:cubicBezTo>
                  <a:cubicBezTo>
                    <a:pt x="11" y="47"/>
                    <a:pt x="11" y="48"/>
                    <a:pt x="11" y="48"/>
                  </a:cubicBezTo>
                  <a:cubicBezTo>
                    <a:pt x="11" y="50"/>
                    <a:pt x="12" y="51"/>
                    <a:pt x="15" y="51"/>
                  </a:cubicBezTo>
                  <a:cubicBezTo>
                    <a:pt x="18" y="51"/>
                    <a:pt x="18" y="51"/>
                    <a:pt x="18" y="51"/>
                  </a:cubicBezTo>
                  <a:cubicBezTo>
                    <a:pt x="18" y="53"/>
                    <a:pt x="18" y="53"/>
                    <a:pt x="18" y="53"/>
                  </a:cubicBezTo>
                  <a:cubicBezTo>
                    <a:pt x="0" y="53"/>
                    <a:pt x="0" y="53"/>
                    <a:pt x="0" y="53"/>
                  </a:cubicBezTo>
                  <a:cubicBezTo>
                    <a:pt x="0" y="51"/>
                    <a:pt x="0" y="51"/>
                    <a:pt x="0" y="51"/>
                  </a:cubicBezTo>
                  <a:cubicBezTo>
                    <a:pt x="3" y="51"/>
                    <a:pt x="3" y="51"/>
                    <a:pt x="3" y="51"/>
                  </a:cubicBezTo>
                  <a:cubicBezTo>
                    <a:pt x="4" y="51"/>
                    <a:pt x="7" y="51"/>
                    <a:pt x="9" y="45"/>
                  </a:cubicBezTo>
                  <a:cubicBezTo>
                    <a:pt x="23" y="0"/>
                    <a:pt x="23" y="0"/>
                    <a:pt x="23" y="0"/>
                  </a:cubicBezTo>
                  <a:cubicBezTo>
                    <a:pt x="30" y="0"/>
                    <a:pt x="30" y="0"/>
                    <a:pt x="30" y="0"/>
                  </a:cubicBezTo>
                  <a:cubicBezTo>
                    <a:pt x="46" y="45"/>
                    <a:pt x="46" y="45"/>
                    <a:pt x="46" y="45"/>
                  </a:cubicBezTo>
                  <a:cubicBezTo>
                    <a:pt x="47" y="48"/>
                    <a:pt x="48" y="51"/>
                    <a:pt x="53" y="51"/>
                  </a:cubicBezTo>
                  <a:cubicBezTo>
                    <a:pt x="54" y="51"/>
                    <a:pt x="54" y="51"/>
                    <a:pt x="54" y="51"/>
                  </a:cubicBezTo>
                  <a:cubicBezTo>
                    <a:pt x="54" y="53"/>
                    <a:pt x="54" y="53"/>
                    <a:pt x="54" y="53"/>
                  </a:cubicBezTo>
                  <a:lnTo>
                    <a:pt x="31" y="53"/>
                  </a:lnTo>
                  <a:close/>
                  <a:moveTo>
                    <a:pt x="23" y="7"/>
                  </a:moveTo>
                  <a:cubicBezTo>
                    <a:pt x="16" y="32"/>
                    <a:pt x="16" y="32"/>
                    <a:pt x="16" y="32"/>
                  </a:cubicBezTo>
                  <a:cubicBezTo>
                    <a:pt x="32" y="32"/>
                    <a:pt x="32" y="32"/>
                    <a:pt x="32" y="32"/>
                  </a:cubicBezTo>
                  <a:lnTo>
                    <a:pt x="23" y="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ślidé"/>
            <p:cNvSpPr/>
            <p:nvPr userDrawn="1">
              <p:custDataLst>
                <p:tags r:id="rId41"/>
              </p:custDataLst>
            </p:nvPr>
          </p:nvSpPr>
          <p:spPr bwMode="auto">
            <a:xfrm>
              <a:off x="6361941" y="3956050"/>
              <a:ext cx="209550" cy="220663"/>
            </a:xfrm>
            <a:custGeom>
              <a:avLst/>
              <a:gdLst>
                <a:gd name="T0" fmla="*/ 50 w 52"/>
                <a:gd name="T1" fmla="*/ 14 h 52"/>
                <a:gd name="T2" fmla="*/ 35 w 52"/>
                <a:gd name="T3" fmla="*/ 2 h 52"/>
                <a:gd name="T4" fmla="*/ 30 w 52"/>
                <a:gd name="T5" fmla="*/ 7 h 52"/>
                <a:gd name="T6" fmla="*/ 30 w 52"/>
                <a:gd name="T7" fmla="*/ 44 h 52"/>
                <a:gd name="T8" fmla="*/ 35 w 52"/>
                <a:gd name="T9" fmla="*/ 50 h 52"/>
                <a:gd name="T10" fmla="*/ 39 w 52"/>
                <a:gd name="T11" fmla="*/ 50 h 52"/>
                <a:gd name="T12" fmla="*/ 39 w 52"/>
                <a:gd name="T13" fmla="*/ 52 h 52"/>
                <a:gd name="T14" fmla="*/ 13 w 52"/>
                <a:gd name="T15" fmla="*/ 52 h 52"/>
                <a:gd name="T16" fmla="*/ 13 w 52"/>
                <a:gd name="T17" fmla="*/ 50 h 52"/>
                <a:gd name="T18" fmla="*/ 16 w 52"/>
                <a:gd name="T19" fmla="*/ 50 h 52"/>
                <a:gd name="T20" fmla="*/ 22 w 52"/>
                <a:gd name="T21" fmla="*/ 44 h 52"/>
                <a:gd name="T22" fmla="*/ 22 w 52"/>
                <a:gd name="T23" fmla="*/ 7 h 52"/>
                <a:gd name="T24" fmla="*/ 17 w 52"/>
                <a:gd name="T25" fmla="*/ 2 h 52"/>
                <a:gd name="T26" fmla="*/ 2 w 52"/>
                <a:gd name="T27" fmla="*/ 14 h 52"/>
                <a:gd name="T28" fmla="*/ 0 w 52"/>
                <a:gd name="T29" fmla="*/ 13 h 52"/>
                <a:gd name="T30" fmla="*/ 5 w 52"/>
                <a:gd name="T31" fmla="*/ 0 h 52"/>
                <a:gd name="T32" fmla="*/ 47 w 52"/>
                <a:gd name="T33" fmla="*/ 0 h 52"/>
                <a:gd name="T34" fmla="*/ 52 w 52"/>
                <a:gd name="T35" fmla="*/ 13 h 52"/>
                <a:gd name="T36" fmla="*/ 50 w 52"/>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50" y="14"/>
                  </a:moveTo>
                  <a:cubicBezTo>
                    <a:pt x="45" y="6"/>
                    <a:pt x="41" y="2"/>
                    <a:pt x="35" y="2"/>
                  </a:cubicBezTo>
                  <a:cubicBezTo>
                    <a:pt x="31" y="2"/>
                    <a:pt x="30" y="4"/>
                    <a:pt x="30" y="7"/>
                  </a:cubicBezTo>
                  <a:cubicBezTo>
                    <a:pt x="30" y="44"/>
                    <a:pt x="30" y="44"/>
                    <a:pt x="30" y="44"/>
                  </a:cubicBezTo>
                  <a:cubicBezTo>
                    <a:pt x="30" y="48"/>
                    <a:pt x="32" y="50"/>
                    <a:pt x="35" y="50"/>
                  </a:cubicBezTo>
                  <a:cubicBezTo>
                    <a:pt x="39" y="50"/>
                    <a:pt x="39" y="50"/>
                    <a:pt x="39" y="50"/>
                  </a:cubicBezTo>
                  <a:cubicBezTo>
                    <a:pt x="39" y="52"/>
                    <a:pt x="39" y="52"/>
                    <a:pt x="39" y="52"/>
                  </a:cubicBezTo>
                  <a:cubicBezTo>
                    <a:pt x="13" y="52"/>
                    <a:pt x="13" y="52"/>
                    <a:pt x="13" y="52"/>
                  </a:cubicBezTo>
                  <a:cubicBezTo>
                    <a:pt x="13" y="50"/>
                    <a:pt x="13" y="50"/>
                    <a:pt x="13" y="50"/>
                  </a:cubicBezTo>
                  <a:cubicBezTo>
                    <a:pt x="16" y="50"/>
                    <a:pt x="16" y="50"/>
                    <a:pt x="16" y="50"/>
                  </a:cubicBezTo>
                  <a:cubicBezTo>
                    <a:pt x="20" y="50"/>
                    <a:pt x="22" y="48"/>
                    <a:pt x="22" y="44"/>
                  </a:cubicBezTo>
                  <a:cubicBezTo>
                    <a:pt x="22" y="7"/>
                    <a:pt x="22" y="7"/>
                    <a:pt x="22" y="7"/>
                  </a:cubicBezTo>
                  <a:cubicBezTo>
                    <a:pt x="22" y="3"/>
                    <a:pt x="21" y="2"/>
                    <a:pt x="17" y="2"/>
                  </a:cubicBezTo>
                  <a:cubicBezTo>
                    <a:pt x="9" y="2"/>
                    <a:pt x="5" y="9"/>
                    <a:pt x="2" y="14"/>
                  </a:cubicBezTo>
                  <a:cubicBezTo>
                    <a:pt x="0" y="13"/>
                    <a:pt x="0" y="13"/>
                    <a:pt x="0" y="13"/>
                  </a:cubicBezTo>
                  <a:cubicBezTo>
                    <a:pt x="5" y="0"/>
                    <a:pt x="5" y="0"/>
                    <a:pt x="5" y="0"/>
                  </a:cubicBezTo>
                  <a:cubicBezTo>
                    <a:pt x="47" y="0"/>
                    <a:pt x="47" y="0"/>
                    <a:pt x="47" y="0"/>
                  </a:cubicBezTo>
                  <a:cubicBezTo>
                    <a:pt x="52" y="13"/>
                    <a:pt x="52" y="13"/>
                    <a:pt x="52" y="13"/>
                  </a:cubicBezTo>
                  <a:lnTo>
                    <a:pt x="50"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îśḻidê"/>
            <p:cNvSpPr/>
            <p:nvPr userDrawn="1">
              <p:custDataLst>
                <p:tags r:id="rId42"/>
              </p:custDataLst>
            </p:nvPr>
          </p:nvSpPr>
          <p:spPr bwMode="auto">
            <a:xfrm>
              <a:off x="6592128" y="4090988"/>
              <a:ext cx="60325" cy="30163"/>
            </a:xfrm>
            <a:prstGeom prst="rect">
              <a:avLst/>
            </a:prstGeom>
            <a:solidFill>
              <a:srgbClr val="0056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98" name="ïṥļîḍé"/>
            <p:cNvSpPr/>
            <p:nvPr userDrawn="1">
              <p:custDataLst>
                <p:tags r:id="rId43"/>
              </p:custDataLst>
            </p:nvPr>
          </p:nvSpPr>
          <p:spPr bwMode="auto">
            <a:xfrm>
              <a:off x="6665153" y="3946525"/>
              <a:ext cx="149225" cy="238125"/>
            </a:xfrm>
            <a:custGeom>
              <a:avLst/>
              <a:gdLst>
                <a:gd name="T0" fmla="*/ 21 w 37"/>
                <a:gd name="T1" fmla="*/ 56 h 56"/>
                <a:gd name="T2" fmla="*/ 14 w 37"/>
                <a:gd name="T3" fmla="*/ 55 h 56"/>
                <a:gd name="T4" fmla="*/ 11 w 37"/>
                <a:gd name="T5" fmla="*/ 54 h 56"/>
                <a:gd name="T6" fmla="*/ 5 w 37"/>
                <a:gd name="T7" fmla="*/ 56 h 56"/>
                <a:gd name="T8" fmla="*/ 0 w 37"/>
                <a:gd name="T9" fmla="*/ 41 h 56"/>
                <a:gd name="T10" fmla="*/ 2 w 37"/>
                <a:gd name="T11" fmla="*/ 41 h 56"/>
                <a:gd name="T12" fmla="*/ 20 w 37"/>
                <a:gd name="T13" fmla="*/ 53 h 56"/>
                <a:gd name="T14" fmla="*/ 32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5" y="56"/>
                  </a:cubicBezTo>
                  <a:cubicBezTo>
                    <a:pt x="0" y="41"/>
                    <a:pt x="0" y="41"/>
                    <a:pt x="0" y="41"/>
                  </a:cubicBezTo>
                  <a:cubicBezTo>
                    <a:pt x="2" y="41"/>
                    <a:pt x="2" y="41"/>
                    <a:pt x="2" y="41"/>
                  </a:cubicBezTo>
                  <a:cubicBezTo>
                    <a:pt x="3" y="44"/>
                    <a:pt x="10" y="53"/>
                    <a:pt x="20" y="53"/>
                  </a:cubicBezTo>
                  <a:cubicBezTo>
                    <a:pt x="28" y="53"/>
                    <a:pt x="32" y="48"/>
                    <a:pt x="32" y="43"/>
                  </a:cubicBezTo>
                  <a:cubicBezTo>
                    <a:pt x="32"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ṩḻïḍê"/>
            <p:cNvSpPr/>
            <p:nvPr userDrawn="1">
              <p:custDataLst>
                <p:tags r:id="rId44"/>
              </p:custDataLst>
            </p:nvPr>
          </p:nvSpPr>
          <p:spPr bwMode="auto">
            <a:xfrm>
              <a:off x="6838191" y="3956050"/>
              <a:ext cx="177800" cy="220663"/>
            </a:xfrm>
            <a:custGeom>
              <a:avLst/>
              <a:gdLst>
                <a:gd name="T0" fmla="*/ 0 w 44"/>
                <a:gd name="T1" fmla="*/ 0 h 52"/>
                <a:gd name="T2" fmla="*/ 38 w 44"/>
                <a:gd name="T3" fmla="*/ 0 h 52"/>
                <a:gd name="T4" fmla="*/ 43 w 44"/>
                <a:gd name="T5" fmla="*/ 12 h 52"/>
                <a:gd name="T6" fmla="*/ 41 w 44"/>
                <a:gd name="T7" fmla="*/ 13 h 52"/>
                <a:gd name="T8" fmla="*/ 23 w 44"/>
                <a:gd name="T9" fmla="*/ 2 h 52"/>
                <a:gd name="T10" fmla="*/ 21 w 44"/>
                <a:gd name="T11" fmla="*/ 2 h 52"/>
                <a:gd name="T12" fmla="*/ 16 w 44"/>
                <a:gd name="T13" fmla="*/ 7 h 52"/>
                <a:gd name="T14" fmla="*/ 16 w 44"/>
                <a:gd name="T15" fmla="*/ 24 h 52"/>
                <a:gd name="T16" fmla="*/ 22 w 44"/>
                <a:gd name="T17" fmla="*/ 24 h 52"/>
                <a:gd name="T18" fmla="*/ 30 w 44"/>
                <a:gd name="T19" fmla="*/ 17 h 52"/>
                <a:gd name="T20" fmla="*/ 30 w 44"/>
                <a:gd name="T21" fmla="*/ 16 h 52"/>
                <a:gd name="T22" fmla="*/ 33 w 44"/>
                <a:gd name="T23" fmla="*/ 16 h 52"/>
                <a:gd name="T24" fmla="*/ 33 w 44"/>
                <a:gd name="T25" fmla="*/ 36 h 52"/>
                <a:gd name="T26" fmla="*/ 30 w 44"/>
                <a:gd name="T27" fmla="*/ 36 h 52"/>
                <a:gd name="T28" fmla="*/ 30 w 44"/>
                <a:gd name="T29" fmla="*/ 34 h 52"/>
                <a:gd name="T30" fmla="*/ 22 w 44"/>
                <a:gd name="T31" fmla="*/ 27 h 52"/>
                <a:gd name="T32" fmla="*/ 16 w 44"/>
                <a:gd name="T33" fmla="*/ 27 h 52"/>
                <a:gd name="T34" fmla="*/ 16 w 44"/>
                <a:gd name="T35" fmla="*/ 45 h 52"/>
                <a:gd name="T36" fmla="*/ 21 w 44"/>
                <a:gd name="T37" fmla="*/ 50 h 52"/>
                <a:gd name="T38" fmla="*/ 24 w 44"/>
                <a:gd name="T39" fmla="*/ 50 h 52"/>
                <a:gd name="T40" fmla="*/ 43 w 44"/>
                <a:gd name="T41" fmla="*/ 39 h 52"/>
                <a:gd name="T42" fmla="*/ 44 w 44"/>
                <a:gd name="T43" fmla="*/ 40 h 52"/>
                <a:gd name="T44" fmla="*/ 40 w 44"/>
                <a:gd name="T45" fmla="*/ 52 h 52"/>
                <a:gd name="T46" fmla="*/ 0 w 44"/>
                <a:gd name="T47" fmla="*/ 52 h 52"/>
                <a:gd name="T48" fmla="*/ 0 w 44"/>
                <a:gd name="T49" fmla="*/ 50 h 52"/>
                <a:gd name="T50" fmla="*/ 2 w 44"/>
                <a:gd name="T51" fmla="*/ 50 h 52"/>
                <a:gd name="T52" fmla="*/ 7 w 44"/>
                <a:gd name="T53" fmla="*/ 45 h 52"/>
                <a:gd name="T54" fmla="*/ 7 w 44"/>
                <a:gd name="T55" fmla="*/ 7 h 52"/>
                <a:gd name="T56" fmla="*/ 2 w 44"/>
                <a:gd name="T57" fmla="*/ 2 h 52"/>
                <a:gd name="T58" fmla="*/ 0 w 44"/>
                <a:gd name="T59" fmla="*/ 2 h 52"/>
                <a:gd name="T60" fmla="*/ 0 w 44"/>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52">
                  <a:moveTo>
                    <a:pt x="0" y="0"/>
                  </a:moveTo>
                  <a:cubicBezTo>
                    <a:pt x="38" y="0"/>
                    <a:pt x="38" y="0"/>
                    <a:pt x="38" y="0"/>
                  </a:cubicBezTo>
                  <a:cubicBezTo>
                    <a:pt x="43" y="12"/>
                    <a:pt x="43" y="12"/>
                    <a:pt x="43" y="12"/>
                  </a:cubicBezTo>
                  <a:cubicBezTo>
                    <a:pt x="41" y="13"/>
                    <a:pt x="41" y="13"/>
                    <a:pt x="41" y="13"/>
                  </a:cubicBezTo>
                  <a:cubicBezTo>
                    <a:pt x="35"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0" y="23"/>
                    <a:pt x="30" y="17"/>
                  </a:cubicBezTo>
                  <a:cubicBezTo>
                    <a:pt x="30" y="16"/>
                    <a:pt x="30" y="16"/>
                    <a:pt x="30" y="16"/>
                  </a:cubicBezTo>
                  <a:cubicBezTo>
                    <a:pt x="33" y="16"/>
                    <a:pt x="33" y="16"/>
                    <a:pt x="33" y="16"/>
                  </a:cubicBezTo>
                  <a:cubicBezTo>
                    <a:pt x="33" y="36"/>
                    <a:pt x="33" y="36"/>
                    <a:pt x="33" y="36"/>
                  </a:cubicBezTo>
                  <a:cubicBezTo>
                    <a:pt x="30" y="36"/>
                    <a:pt x="30" y="36"/>
                    <a:pt x="30" y="36"/>
                  </a:cubicBezTo>
                  <a:cubicBezTo>
                    <a:pt x="30" y="34"/>
                    <a:pt x="30" y="34"/>
                    <a:pt x="30" y="34"/>
                  </a:cubicBezTo>
                  <a:cubicBezTo>
                    <a:pt x="30" y="31"/>
                    <a:pt x="28" y="27"/>
                    <a:pt x="22" y="27"/>
                  </a:cubicBezTo>
                  <a:cubicBezTo>
                    <a:pt x="16" y="27"/>
                    <a:pt x="16" y="27"/>
                    <a:pt x="16" y="27"/>
                  </a:cubicBezTo>
                  <a:cubicBezTo>
                    <a:pt x="16" y="45"/>
                    <a:pt x="16" y="45"/>
                    <a:pt x="16" y="45"/>
                  </a:cubicBezTo>
                  <a:cubicBezTo>
                    <a:pt x="16" y="49"/>
                    <a:pt x="17" y="50"/>
                    <a:pt x="21" y="50"/>
                  </a:cubicBezTo>
                  <a:cubicBezTo>
                    <a:pt x="24" y="50"/>
                    <a:pt x="24" y="50"/>
                    <a:pt x="24" y="50"/>
                  </a:cubicBezTo>
                  <a:cubicBezTo>
                    <a:pt x="34" y="50"/>
                    <a:pt x="40" y="42"/>
                    <a:pt x="43" y="39"/>
                  </a:cubicBezTo>
                  <a:cubicBezTo>
                    <a:pt x="44" y="40"/>
                    <a:pt x="44" y="40"/>
                    <a:pt x="44" y="40"/>
                  </a:cubicBezTo>
                  <a:cubicBezTo>
                    <a:pt x="40" y="52"/>
                    <a:pt x="40" y="52"/>
                    <a:pt x="40" y="52"/>
                  </a:cubicBezTo>
                  <a:cubicBezTo>
                    <a:pt x="0" y="52"/>
                    <a:pt x="0" y="52"/>
                    <a:pt x="0" y="52"/>
                  </a:cubicBezTo>
                  <a:cubicBezTo>
                    <a:pt x="0" y="50"/>
                    <a:pt x="0" y="50"/>
                    <a:pt x="0" y="50"/>
                  </a:cubicBezTo>
                  <a:cubicBezTo>
                    <a:pt x="2" y="50"/>
                    <a:pt x="2" y="50"/>
                    <a:pt x="2" y="50"/>
                  </a:cubicBezTo>
                  <a:cubicBezTo>
                    <a:pt x="5"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Sľíďè"/>
            <p:cNvSpPr/>
            <p:nvPr userDrawn="1">
              <p:custDataLst>
                <p:tags r:id="rId45"/>
              </p:custDataLst>
            </p:nvPr>
          </p:nvSpPr>
          <p:spPr bwMode="auto">
            <a:xfrm>
              <a:off x="7031866"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ļíḑé"/>
            <p:cNvSpPr/>
            <p:nvPr userDrawn="1">
              <p:custDataLst>
                <p:tags r:id="rId46"/>
              </p:custDataLst>
            </p:nvPr>
          </p:nvSpPr>
          <p:spPr bwMode="auto">
            <a:xfrm>
              <a:off x="7350953" y="3956050"/>
              <a:ext cx="201613" cy="228600"/>
            </a:xfrm>
            <a:custGeom>
              <a:avLst/>
              <a:gdLst>
                <a:gd name="T0" fmla="*/ 50 w 50"/>
                <a:gd name="T1" fmla="*/ 2 h 54"/>
                <a:gd name="T2" fmla="*/ 48 w 50"/>
                <a:gd name="T3" fmla="*/ 2 h 54"/>
                <a:gd name="T4" fmla="*/ 43 w 50"/>
                <a:gd name="T5" fmla="*/ 8 h 54"/>
                <a:gd name="T6" fmla="*/ 43 w 50"/>
                <a:gd name="T7" fmla="*/ 36 h 54"/>
                <a:gd name="T8" fmla="*/ 25 w 50"/>
                <a:gd name="T9" fmla="*/ 54 h 54"/>
                <a:gd name="T10" fmla="*/ 7 w 50"/>
                <a:gd name="T11" fmla="*/ 36 h 54"/>
                <a:gd name="T12" fmla="*/ 7 w 50"/>
                <a:gd name="T13" fmla="*/ 7 h 54"/>
                <a:gd name="T14" fmla="*/ 2 w 50"/>
                <a:gd name="T15" fmla="*/ 2 h 54"/>
                <a:gd name="T16" fmla="*/ 0 w 50"/>
                <a:gd name="T17" fmla="*/ 2 h 54"/>
                <a:gd name="T18" fmla="*/ 0 w 50"/>
                <a:gd name="T19" fmla="*/ 0 h 54"/>
                <a:gd name="T20" fmla="*/ 23 w 50"/>
                <a:gd name="T21" fmla="*/ 0 h 54"/>
                <a:gd name="T22" fmla="*/ 23 w 50"/>
                <a:gd name="T23" fmla="*/ 2 h 54"/>
                <a:gd name="T24" fmla="*/ 21 w 50"/>
                <a:gd name="T25" fmla="*/ 2 h 54"/>
                <a:gd name="T26" fmla="*/ 16 w 50"/>
                <a:gd name="T27" fmla="*/ 7 h 54"/>
                <a:gd name="T28" fmla="*/ 16 w 50"/>
                <a:gd name="T29" fmla="*/ 35 h 54"/>
                <a:gd name="T30" fmla="*/ 28 w 50"/>
                <a:gd name="T31" fmla="*/ 51 h 54"/>
                <a:gd name="T32" fmla="*/ 41 w 50"/>
                <a:gd name="T33" fmla="*/ 37 h 54"/>
                <a:gd name="T34" fmla="*/ 41 w 50"/>
                <a:gd name="T35" fmla="*/ 8 h 54"/>
                <a:gd name="T36" fmla="*/ 35 w 50"/>
                <a:gd name="T37" fmla="*/ 2 h 54"/>
                <a:gd name="T38" fmla="*/ 34 w 50"/>
                <a:gd name="T39" fmla="*/ 2 h 54"/>
                <a:gd name="T40" fmla="*/ 34 w 50"/>
                <a:gd name="T41" fmla="*/ 0 h 54"/>
                <a:gd name="T42" fmla="*/ 50 w 50"/>
                <a:gd name="T43" fmla="*/ 0 h 54"/>
                <a:gd name="T44" fmla="*/ 50 w 50"/>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 h="54">
                  <a:moveTo>
                    <a:pt x="50" y="2"/>
                  </a:moveTo>
                  <a:cubicBezTo>
                    <a:pt x="48" y="2"/>
                    <a:pt x="48" y="2"/>
                    <a:pt x="48" y="2"/>
                  </a:cubicBezTo>
                  <a:cubicBezTo>
                    <a:pt x="44" y="2"/>
                    <a:pt x="43" y="4"/>
                    <a:pt x="43" y="8"/>
                  </a:cubicBezTo>
                  <a:cubicBezTo>
                    <a:pt x="43" y="36"/>
                    <a:pt x="43" y="36"/>
                    <a:pt x="43" y="36"/>
                  </a:cubicBezTo>
                  <a:cubicBezTo>
                    <a:pt x="43" y="44"/>
                    <a:pt x="39" y="54"/>
                    <a:pt x="25" y="54"/>
                  </a:cubicBezTo>
                  <a:cubicBezTo>
                    <a:pt x="16" y="54"/>
                    <a:pt x="7" y="49"/>
                    <a:pt x="7" y="36"/>
                  </a:cubicBezTo>
                  <a:cubicBezTo>
                    <a:pt x="7" y="7"/>
                    <a:pt x="7" y="7"/>
                    <a:pt x="7" y="7"/>
                  </a:cubicBezTo>
                  <a:cubicBezTo>
                    <a:pt x="7" y="4"/>
                    <a:pt x="6" y="2"/>
                    <a:pt x="2" y="2"/>
                  </a:cubicBezTo>
                  <a:cubicBezTo>
                    <a:pt x="0" y="2"/>
                    <a:pt x="0" y="2"/>
                    <a:pt x="0" y="2"/>
                  </a:cubicBezTo>
                  <a:cubicBezTo>
                    <a:pt x="0" y="0"/>
                    <a:pt x="0" y="0"/>
                    <a:pt x="0" y="0"/>
                  </a:cubicBezTo>
                  <a:cubicBezTo>
                    <a:pt x="23" y="0"/>
                    <a:pt x="23" y="0"/>
                    <a:pt x="23" y="0"/>
                  </a:cubicBezTo>
                  <a:cubicBezTo>
                    <a:pt x="23" y="2"/>
                    <a:pt x="23" y="2"/>
                    <a:pt x="23" y="2"/>
                  </a:cubicBezTo>
                  <a:cubicBezTo>
                    <a:pt x="21" y="2"/>
                    <a:pt x="21" y="2"/>
                    <a:pt x="21" y="2"/>
                  </a:cubicBezTo>
                  <a:cubicBezTo>
                    <a:pt x="17" y="2"/>
                    <a:pt x="16" y="4"/>
                    <a:pt x="16" y="7"/>
                  </a:cubicBezTo>
                  <a:cubicBezTo>
                    <a:pt x="16" y="35"/>
                    <a:pt x="16" y="35"/>
                    <a:pt x="16" y="35"/>
                  </a:cubicBezTo>
                  <a:cubicBezTo>
                    <a:pt x="16" y="46"/>
                    <a:pt x="21" y="51"/>
                    <a:pt x="28" y="51"/>
                  </a:cubicBezTo>
                  <a:cubicBezTo>
                    <a:pt x="35"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0" y="0"/>
                    <a:pt x="50" y="0"/>
                    <a:pt x="50" y="0"/>
                  </a:cubicBezTo>
                  <a:lnTo>
                    <a:pt x="50"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ḋê"/>
            <p:cNvSpPr/>
            <p:nvPr userDrawn="1">
              <p:custDataLst>
                <p:tags r:id="rId47"/>
              </p:custDataLst>
            </p:nvPr>
          </p:nvSpPr>
          <p:spPr bwMode="auto">
            <a:xfrm>
              <a:off x="7568441"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šľïďê"/>
            <p:cNvSpPr/>
            <p:nvPr userDrawn="1">
              <p:custDataLst>
                <p:tags r:id="rId48"/>
              </p:custDataLst>
            </p:nvPr>
          </p:nvSpPr>
          <p:spPr bwMode="auto">
            <a:xfrm>
              <a:off x="7790691" y="3956050"/>
              <a:ext cx="96838" cy="220663"/>
            </a:xfrm>
            <a:custGeom>
              <a:avLst/>
              <a:gdLst>
                <a:gd name="T0" fmla="*/ 0 w 24"/>
                <a:gd name="T1" fmla="*/ 52 h 52"/>
                <a:gd name="T2" fmla="*/ 0 w 24"/>
                <a:gd name="T3" fmla="*/ 50 h 52"/>
                <a:gd name="T4" fmla="*/ 2 w 24"/>
                <a:gd name="T5" fmla="*/ 50 h 52"/>
                <a:gd name="T6" fmla="*/ 7 w 24"/>
                <a:gd name="T7" fmla="*/ 45 h 52"/>
                <a:gd name="T8" fmla="*/ 7 w 24"/>
                <a:gd name="T9" fmla="*/ 7 h 52"/>
                <a:gd name="T10" fmla="*/ 2 w 24"/>
                <a:gd name="T11" fmla="*/ 2 h 52"/>
                <a:gd name="T12" fmla="*/ 0 w 24"/>
                <a:gd name="T13" fmla="*/ 2 h 52"/>
                <a:gd name="T14" fmla="*/ 0 w 24"/>
                <a:gd name="T15" fmla="*/ 0 h 52"/>
                <a:gd name="T16" fmla="*/ 24 w 24"/>
                <a:gd name="T17" fmla="*/ 0 h 52"/>
                <a:gd name="T18" fmla="*/ 24 w 24"/>
                <a:gd name="T19" fmla="*/ 2 h 52"/>
                <a:gd name="T20" fmla="*/ 21 w 24"/>
                <a:gd name="T21" fmla="*/ 2 h 52"/>
                <a:gd name="T22" fmla="*/ 16 w 24"/>
                <a:gd name="T23" fmla="*/ 7 h 52"/>
                <a:gd name="T24" fmla="*/ 16 w 24"/>
                <a:gd name="T25" fmla="*/ 45 h 52"/>
                <a:gd name="T26" fmla="*/ 21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45"/>
                    <a:pt x="16" y="45"/>
                    <a:pt x="16" y="45"/>
                  </a:cubicBezTo>
                  <a:cubicBezTo>
                    <a:pt x="16" y="49"/>
                    <a:pt x="17" y="50"/>
                    <a:pt x="21"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ïSlíḑe"/>
            <p:cNvSpPr/>
            <p:nvPr userDrawn="1">
              <p:custDataLst>
                <p:tags r:id="rId49"/>
              </p:custDataLst>
            </p:nvPr>
          </p:nvSpPr>
          <p:spPr bwMode="auto">
            <a:xfrm>
              <a:off x="7900228" y="3956050"/>
              <a:ext cx="201613" cy="228600"/>
            </a:xfrm>
            <a:custGeom>
              <a:avLst/>
              <a:gdLst>
                <a:gd name="T0" fmla="*/ 48 w 50"/>
                <a:gd name="T1" fmla="*/ 2 h 54"/>
                <a:gd name="T2" fmla="*/ 41 w 50"/>
                <a:gd name="T3" fmla="*/ 8 h 54"/>
                <a:gd name="T4" fmla="*/ 25 w 50"/>
                <a:gd name="T5" fmla="*/ 54 h 54"/>
                <a:gd name="T6" fmla="*/ 24 w 50"/>
                <a:gd name="T7" fmla="*/ 54 h 54"/>
                <a:gd name="T8" fmla="*/ 8 w 50"/>
                <a:gd name="T9" fmla="*/ 8 h 54"/>
                <a:gd name="T10" fmla="*/ 2 w 50"/>
                <a:gd name="T11" fmla="*/ 2 h 54"/>
                <a:gd name="T12" fmla="*/ 0 w 50"/>
                <a:gd name="T13" fmla="*/ 2 h 54"/>
                <a:gd name="T14" fmla="*/ 0 w 50"/>
                <a:gd name="T15" fmla="*/ 0 h 54"/>
                <a:gd name="T16" fmla="*/ 23 w 50"/>
                <a:gd name="T17" fmla="*/ 0 h 54"/>
                <a:gd name="T18" fmla="*/ 23 w 50"/>
                <a:gd name="T19" fmla="*/ 2 h 54"/>
                <a:gd name="T20" fmla="*/ 20 w 50"/>
                <a:gd name="T21" fmla="*/ 2 h 54"/>
                <a:gd name="T22" fmla="*/ 16 w 50"/>
                <a:gd name="T23" fmla="*/ 5 h 54"/>
                <a:gd name="T24" fmla="*/ 17 w 50"/>
                <a:gd name="T25" fmla="*/ 8 h 54"/>
                <a:gd name="T26" fmla="*/ 28 w 50"/>
                <a:gd name="T27" fmla="*/ 40 h 54"/>
                <a:gd name="T28" fmla="*/ 39 w 50"/>
                <a:gd name="T29" fmla="*/ 8 h 54"/>
                <a:gd name="T30" fmla="*/ 40 w 50"/>
                <a:gd name="T31" fmla="*/ 5 h 54"/>
                <a:gd name="T32" fmla="*/ 36 w 50"/>
                <a:gd name="T33" fmla="*/ 2 h 54"/>
                <a:gd name="T34" fmla="*/ 33 w 50"/>
                <a:gd name="T35" fmla="*/ 2 h 54"/>
                <a:gd name="T36" fmla="*/ 33 w 50"/>
                <a:gd name="T37" fmla="*/ 0 h 54"/>
                <a:gd name="T38" fmla="*/ 50 w 50"/>
                <a:gd name="T39" fmla="*/ 0 h 54"/>
                <a:gd name="T40" fmla="*/ 50 w 50"/>
                <a:gd name="T41" fmla="*/ 2 h 54"/>
                <a:gd name="T42" fmla="*/ 48 w 50"/>
                <a:gd name="T43"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4">
                  <a:moveTo>
                    <a:pt x="48" y="2"/>
                  </a:moveTo>
                  <a:cubicBezTo>
                    <a:pt x="44" y="2"/>
                    <a:pt x="43" y="5"/>
                    <a:pt x="41" y="8"/>
                  </a:cubicBezTo>
                  <a:cubicBezTo>
                    <a:pt x="25" y="54"/>
                    <a:pt x="25" y="54"/>
                    <a:pt x="25" y="54"/>
                  </a:cubicBezTo>
                  <a:cubicBezTo>
                    <a:pt x="24" y="54"/>
                    <a:pt x="24" y="54"/>
                    <a:pt x="24" y="54"/>
                  </a:cubicBezTo>
                  <a:cubicBezTo>
                    <a:pt x="8" y="8"/>
                    <a:pt x="8" y="8"/>
                    <a:pt x="8" y="8"/>
                  </a:cubicBezTo>
                  <a:cubicBezTo>
                    <a:pt x="7" y="5"/>
                    <a:pt x="5" y="2"/>
                    <a:pt x="2" y="2"/>
                  </a:cubicBezTo>
                  <a:cubicBezTo>
                    <a:pt x="0" y="2"/>
                    <a:pt x="0" y="2"/>
                    <a:pt x="0" y="2"/>
                  </a:cubicBezTo>
                  <a:cubicBezTo>
                    <a:pt x="0" y="0"/>
                    <a:pt x="0" y="0"/>
                    <a:pt x="0" y="0"/>
                  </a:cubicBezTo>
                  <a:cubicBezTo>
                    <a:pt x="23" y="0"/>
                    <a:pt x="23" y="0"/>
                    <a:pt x="23" y="0"/>
                  </a:cubicBezTo>
                  <a:cubicBezTo>
                    <a:pt x="23" y="2"/>
                    <a:pt x="23" y="2"/>
                    <a:pt x="23" y="2"/>
                  </a:cubicBezTo>
                  <a:cubicBezTo>
                    <a:pt x="20" y="2"/>
                    <a:pt x="20" y="2"/>
                    <a:pt x="20" y="2"/>
                  </a:cubicBezTo>
                  <a:cubicBezTo>
                    <a:pt x="17" y="2"/>
                    <a:pt x="16" y="4"/>
                    <a:pt x="16" y="5"/>
                  </a:cubicBezTo>
                  <a:cubicBezTo>
                    <a:pt x="16" y="6"/>
                    <a:pt x="17" y="8"/>
                    <a:pt x="17" y="8"/>
                  </a:cubicBezTo>
                  <a:cubicBezTo>
                    <a:pt x="28" y="40"/>
                    <a:pt x="28" y="40"/>
                    <a:pt x="28" y="40"/>
                  </a:cubicBezTo>
                  <a:cubicBezTo>
                    <a:pt x="39" y="8"/>
                    <a:pt x="39" y="8"/>
                    <a:pt x="39" y="8"/>
                  </a:cubicBezTo>
                  <a:cubicBezTo>
                    <a:pt x="40" y="7"/>
                    <a:pt x="40" y="6"/>
                    <a:pt x="40" y="5"/>
                  </a:cubicBezTo>
                  <a:cubicBezTo>
                    <a:pt x="40" y="3"/>
                    <a:pt x="38" y="2"/>
                    <a:pt x="36" y="2"/>
                  </a:cubicBezTo>
                  <a:cubicBezTo>
                    <a:pt x="33" y="2"/>
                    <a:pt x="33" y="2"/>
                    <a:pt x="33" y="2"/>
                  </a:cubicBezTo>
                  <a:cubicBezTo>
                    <a:pt x="33" y="0"/>
                    <a:pt x="33" y="0"/>
                    <a:pt x="33" y="0"/>
                  </a:cubicBezTo>
                  <a:cubicBezTo>
                    <a:pt x="50" y="0"/>
                    <a:pt x="50" y="0"/>
                    <a:pt x="50" y="0"/>
                  </a:cubicBezTo>
                  <a:cubicBezTo>
                    <a:pt x="50" y="2"/>
                    <a:pt x="50" y="2"/>
                    <a:pt x="50" y="2"/>
                  </a:cubicBezTo>
                  <a:lnTo>
                    <a:pt x="48"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sḻíḓe"/>
            <p:cNvSpPr/>
            <p:nvPr userDrawn="1">
              <p:custDataLst>
                <p:tags r:id="rId50"/>
              </p:custDataLst>
            </p:nvPr>
          </p:nvSpPr>
          <p:spPr bwMode="auto">
            <a:xfrm>
              <a:off x="8120891" y="3956050"/>
              <a:ext cx="182563" cy="220663"/>
            </a:xfrm>
            <a:custGeom>
              <a:avLst/>
              <a:gdLst>
                <a:gd name="T0" fmla="*/ 0 w 45"/>
                <a:gd name="T1" fmla="*/ 0 h 52"/>
                <a:gd name="T2" fmla="*/ 38 w 45"/>
                <a:gd name="T3" fmla="*/ 0 h 52"/>
                <a:gd name="T4" fmla="*/ 43 w 45"/>
                <a:gd name="T5" fmla="*/ 12 h 52"/>
                <a:gd name="T6" fmla="*/ 41 w 45"/>
                <a:gd name="T7" fmla="*/ 13 h 52"/>
                <a:gd name="T8" fmla="*/ 23 w 45"/>
                <a:gd name="T9" fmla="*/ 2 h 52"/>
                <a:gd name="T10" fmla="*/ 21 w 45"/>
                <a:gd name="T11" fmla="*/ 2 h 52"/>
                <a:gd name="T12" fmla="*/ 16 w 45"/>
                <a:gd name="T13" fmla="*/ 7 h 52"/>
                <a:gd name="T14" fmla="*/ 16 w 45"/>
                <a:gd name="T15" fmla="*/ 24 h 52"/>
                <a:gd name="T16" fmla="*/ 22 w 45"/>
                <a:gd name="T17" fmla="*/ 24 h 52"/>
                <a:gd name="T18" fmla="*/ 31 w 45"/>
                <a:gd name="T19" fmla="*/ 17 h 52"/>
                <a:gd name="T20" fmla="*/ 31 w 45"/>
                <a:gd name="T21" fmla="*/ 16 h 52"/>
                <a:gd name="T22" fmla="*/ 33 w 45"/>
                <a:gd name="T23" fmla="*/ 16 h 52"/>
                <a:gd name="T24" fmla="*/ 33 w 45"/>
                <a:gd name="T25" fmla="*/ 36 h 52"/>
                <a:gd name="T26" fmla="*/ 31 w 45"/>
                <a:gd name="T27" fmla="*/ 36 h 52"/>
                <a:gd name="T28" fmla="*/ 31 w 45"/>
                <a:gd name="T29" fmla="*/ 34 h 52"/>
                <a:gd name="T30" fmla="*/ 23 w 45"/>
                <a:gd name="T31" fmla="*/ 27 h 52"/>
                <a:gd name="T32" fmla="*/ 16 w 45"/>
                <a:gd name="T33" fmla="*/ 27 h 52"/>
                <a:gd name="T34" fmla="*/ 16 w 45"/>
                <a:gd name="T35" fmla="*/ 45 h 52"/>
                <a:gd name="T36" fmla="*/ 21 w 45"/>
                <a:gd name="T37" fmla="*/ 50 h 52"/>
                <a:gd name="T38" fmla="*/ 25 w 45"/>
                <a:gd name="T39" fmla="*/ 50 h 52"/>
                <a:gd name="T40" fmla="*/ 43 w 45"/>
                <a:gd name="T41" fmla="*/ 39 h 52"/>
                <a:gd name="T42" fmla="*/ 45 w 45"/>
                <a:gd name="T43" fmla="*/ 40 h 52"/>
                <a:gd name="T44" fmla="*/ 40 w 45"/>
                <a:gd name="T45" fmla="*/ 52 h 52"/>
                <a:gd name="T46" fmla="*/ 0 w 45"/>
                <a:gd name="T47" fmla="*/ 52 h 52"/>
                <a:gd name="T48" fmla="*/ 0 w 45"/>
                <a:gd name="T49" fmla="*/ 50 h 52"/>
                <a:gd name="T50" fmla="*/ 2 w 45"/>
                <a:gd name="T51" fmla="*/ 50 h 52"/>
                <a:gd name="T52" fmla="*/ 7 w 45"/>
                <a:gd name="T53" fmla="*/ 45 h 52"/>
                <a:gd name="T54" fmla="*/ 7 w 45"/>
                <a:gd name="T55" fmla="*/ 7 h 52"/>
                <a:gd name="T56" fmla="*/ 2 w 45"/>
                <a:gd name="T57" fmla="*/ 2 h 52"/>
                <a:gd name="T58" fmla="*/ 0 w 45"/>
                <a:gd name="T59" fmla="*/ 2 h 52"/>
                <a:gd name="T60" fmla="*/ 0 w 45"/>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 h="52">
                  <a:moveTo>
                    <a:pt x="0" y="0"/>
                  </a:moveTo>
                  <a:cubicBezTo>
                    <a:pt x="38" y="0"/>
                    <a:pt x="38" y="0"/>
                    <a:pt x="38" y="0"/>
                  </a:cubicBezTo>
                  <a:cubicBezTo>
                    <a:pt x="43" y="12"/>
                    <a:pt x="43" y="12"/>
                    <a:pt x="43" y="12"/>
                  </a:cubicBezTo>
                  <a:cubicBezTo>
                    <a:pt x="41" y="13"/>
                    <a:pt x="41" y="13"/>
                    <a:pt x="41" y="13"/>
                  </a:cubicBezTo>
                  <a:cubicBezTo>
                    <a:pt x="36"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1" y="23"/>
                    <a:pt x="31" y="17"/>
                  </a:cubicBezTo>
                  <a:cubicBezTo>
                    <a:pt x="31" y="16"/>
                    <a:pt x="31" y="16"/>
                    <a:pt x="31" y="16"/>
                  </a:cubicBezTo>
                  <a:cubicBezTo>
                    <a:pt x="33" y="16"/>
                    <a:pt x="33" y="16"/>
                    <a:pt x="33" y="16"/>
                  </a:cubicBezTo>
                  <a:cubicBezTo>
                    <a:pt x="33" y="36"/>
                    <a:pt x="33" y="36"/>
                    <a:pt x="33" y="36"/>
                  </a:cubicBezTo>
                  <a:cubicBezTo>
                    <a:pt x="31" y="36"/>
                    <a:pt x="31" y="36"/>
                    <a:pt x="31" y="36"/>
                  </a:cubicBezTo>
                  <a:cubicBezTo>
                    <a:pt x="31" y="34"/>
                    <a:pt x="31" y="34"/>
                    <a:pt x="31" y="34"/>
                  </a:cubicBezTo>
                  <a:cubicBezTo>
                    <a:pt x="31" y="31"/>
                    <a:pt x="28" y="27"/>
                    <a:pt x="23" y="27"/>
                  </a:cubicBezTo>
                  <a:cubicBezTo>
                    <a:pt x="16" y="27"/>
                    <a:pt x="16" y="27"/>
                    <a:pt x="16" y="27"/>
                  </a:cubicBezTo>
                  <a:cubicBezTo>
                    <a:pt x="16" y="45"/>
                    <a:pt x="16" y="45"/>
                    <a:pt x="16" y="45"/>
                  </a:cubicBezTo>
                  <a:cubicBezTo>
                    <a:pt x="16" y="49"/>
                    <a:pt x="17" y="50"/>
                    <a:pt x="21" y="50"/>
                  </a:cubicBezTo>
                  <a:cubicBezTo>
                    <a:pt x="25" y="50"/>
                    <a:pt x="25" y="50"/>
                    <a:pt x="25" y="50"/>
                  </a:cubicBezTo>
                  <a:cubicBezTo>
                    <a:pt x="34" y="50"/>
                    <a:pt x="41" y="42"/>
                    <a:pt x="43" y="39"/>
                  </a:cubicBezTo>
                  <a:cubicBezTo>
                    <a:pt x="45" y="40"/>
                    <a:pt x="45" y="40"/>
                    <a:pt x="45" y="40"/>
                  </a:cubicBezTo>
                  <a:cubicBezTo>
                    <a:pt x="40" y="52"/>
                    <a:pt x="40" y="52"/>
                    <a:pt x="40" y="52"/>
                  </a:cubicBezTo>
                  <a:cubicBezTo>
                    <a:pt x="0" y="52"/>
                    <a:pt x="0" y="52"/>
                    <a:pt x="0" y="52"/>
                  </a:cubicBez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śľîḋe"/>
            <p:cNvSpPr/>
            <p:nvPr userDrawn="1">
              <p:custDataLst>
                <p:tags r:id="rId51"/>
              </p:custDataLst>
            </p:nvPr>
          </p:nvSpPr>
          <p:spPr bwMode="auto">
            <a:xfrm>
              <a:off x="8319328" y="3956050"/>
              <a:ext cx="201613" cy="220663"/>
            </a:xfrm>
            <a:custGeom>
              <a:avLst/>
              <a:gdLst>
                <a:gd name="T0" fmla="*/ 36 w 50"/>
                <a:gd name="T1" fmla="*/ 52 h 52"/>
                <a:gd name="T2" fmla="*/ 23 w 50"/>
                <a:gd name="T3" fmla="*/ 27 h 52"/>
                <a:gd name="T4" fmla="*/ 16 w 50"/>
                <a:gd name="T5" fmla="*/ 27 h 52"/>
                <a:gd name="T6" fmla="*/ 16 w 50"/>
                <a:gd name="T7" fmla="*/ 45 h 52"/>
                <a:gd name="T8" fmla="*/ 21 w 50"/>
                <a:gd name="T9" fmla="*/ 50 h 52"/>
                <a:gd name="T10" fmla="*/ 24 w 50"/>
                <a:gd name="T11" fmla="*/ 50 h 52"/>
                <a:gd name="T12" fmla="*/ 24 w 50"/>
                <a:gd name="T13" fmla="*/ 52 h 52"/>
                <a:gd name="T14" fmla="*/ 0 w 50"/>
                <a:gd name="T15" fmla="*/ 52 h 52"/>
                <a:gd name="T16" fmla="*/ 0 w 50"/>
                <a:gd name="T17" fmla="*/ 50 h 52"/>
                <a:gd name="T18" fmla="*/ 3 w 50"/>
                <a:gd name="T19" fmla="*/ 50 h 52"/>
                <a:gd name="T20" fmla="*/ 8 w 50"/>
                <a:gd name="T21" fmla="*/ 45 h 52"/>
                <a:gd name="T22" fmla="*/ 8 w 50"/>
                <a:gd name="T23" fmla="*/ 7 h 52"/>
                <a:gd name="T24" fmla="*/ 3 w 50"/>
                <a:gd name="T25" fmla="*/ 2 h 52"/>
                <a:gd name="T26" fmla="*/ 0 w 50"/>
                <a:gd name="T27" fmla="*/ 2 h 52"/>
                <a:gd name="T28" fmla="*/ 0 w 50"/>
                <a:gd name="T29" fmla="*/ 0 h 52"/>
                <a:gd name="T30" fmla="*/ 29 w 50"/>
                <a:gd name="T31" fmla="*/ 0 h 52"/>
                <a:gd name="T32" fmla="*/ 46 w 50"/>
                <a:gd name="T33" fmla="*/ 13 h 52"/>
                <a:gd name="T34" fmla="*/ 41 w 50"/>
                <a:gd name="T35" fmla="*/ 22 h 52"/>
                <a:gd name="T36" fmla="*/ 32 w 50"/>
                <a:gd name="T37" fmla="*/ 26 h 52"/>
                <a:gd name="T38" fmla="*/ 40 w 50"/>
                <a:gd name="T39" fmla="*/ 43 h 52"/>
                <a:gd name="T40" fmla="*/ 49 w 50"/>
                <a:gd name="T41" fmla="*/ 50 h 52"/>
                <a:gd name="T42" fmla="*/ 50 w 50"/>
                <a:gd name="T43" fmla="*/ 50 h 52"/>
                <a:gd name="T44" fmla="*/ 50 w 50"/>
                <a:gd name="T45" fmla="*/ 52 h 52"/>
                <a:gd name="T46" fmla="*/ 36 w 50"/>
                <a:gd name="T47" fmla="*/ 52 h 52"/>
                <a:gd name="T48" fmla="*/ 26 w 50"/>
                <a:gd name="T49" fmla="*/ 2 h 52"/>
                <a:gd name="T50" fmla="*/ 21 w 50"/>
                <a:gd name="T51" fmla="*/ 2 h 52"/>
                <a:gd name="T52" fmla="*/ 16 w 50"/>
                <a:gd name="T53" fmla="*/ 7 h 52"/>
                <a:gd name="T54" fmla="*/ 16 w 50"/>
                <a:gd name="T55" fmla="*/ 25 h 52"/>
                <a:gd name="T56" fmla="*/ 26 w 50"/>
                <a:gd name="T57" fmla="*/ 25 h 52"/>
                <a:gd name="T58" fmla="*/ 37 w 50"/>
                <a:gd name="T59" fmla="*/ 12 h 52"/>
                <a:gd name="T60" fmla="*/ 26 w 50"/>
                <a:gd name="T61"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52">
                  <a:moveTo>
                    <a:pt x="36" y="52"/>
                  </a:moveTo>
                  <a:cubicBezTo>
                    <a:pt x="23" y="27"/>
                    <a:pt x="23" y="27"/>
                    <a:pt x="23" y="27"/>
                  </a:cubicBezTo>
                  <a:cubicBezTo>
                    <a:pt x="16" y="27"/>
                    <a:pt x="16" y="27"/>
                    <a:pt x="16" y="27"/>
                  </a:cubicBezTo>
                  <a:cubicBezTo>
                    <a:pt x="16" y="45"/>
                    <a:pt x="16" y="45"/>
                    <a:pt x="16" y="45"/>
                  </a:cubicBezTo>
                  <a:cubicBezTo>
                    <a:pt x="16" y="48"/>
                    <a:pt x="18" y="50"/>
                    <a:pt x="21" y="50"/>
                  </a:cubicBezTo>
                  <a:cubicBezTo>
                    <a:pt x="24" y="50"/>
                    <a:pt x="24" y="50"/>
                    <a:pt x="24" y="50"/>
                  </a:cubicBezTo>
                  <a:cubicBezTo>
                    <a:pt x="24" y="52"/>
                    <a:pt x="24" y="52"/>
                    <a:pt x="24" y="52"/>
                  </a:cubicBezTo>
                  <a:cubicBezTo>
                    <a:pt x="0" y="52"/>
                    <a:pt x="0" y="52"/>
                    <a:pt x="0" y="52"/>
                  </a:cubicBezTo>
                  <a:cubicBezTo>
                    <a:pt x="0" y="50"/>
                    <a:pt x="0" y="50"/>
                    <a:pt x="0" y="50"/>
                  </a:cubicBezTo>
                  <a:cubicBezTo>
                    <a:pt x="3" y="50"/>
                    <a:pt x="3" y="50"/>
                    <a:pt x="3" y="50"/>
                  </a:cubicBezTo>
                  <a:cubicBezTo>
                    <a:pt x="6" y="50"/>
                    <a:pt x="8" y="49"/>
                    <a:pt x="8" y="45"/>
                  </a:cubicBezTo>
                  <a:cubicBezTo>
                    <a:pt x="8" y="7"/>
                    <a:pt x="8" y="7"/>
                    <a:pt x="8" y="7"/>
                  </a:cubicBezTo>
                  <a:cubicBezTo>
                    <a:pt x="8" y="4"/>
                    <a:pt x="7" y="2"/>
                    <a:pt x="3" y="2"/>
                  </a:cubicBezTo>
                  <a:cubicBezTo>
                    <a:pt x="0" y="2"/>
                    <a:pt x="0" y="2"/>
                    <a:pt x="0" y="2"/>
                  </a:cubicBezTo>
                  <a:cubicBezTo>
                    <a:pt x="0" y="0"/>
                    <a:pt x="0" y="0"/>
                    <a:pt x="0" y="0"/>
                  </a:cubicBezTo>
                  <a:cubicBezTo>
                    <a:pt x="29" y="0"/>
                    <a:pt x="29" y="0"/>
                    <a:pt x="29" y="0"/>
                  </a:cubicBezTo>
                  <a:cubicBezTo>
                    <a:pt x="40" y="0"/>
                    <a:pt x="46" y="5"/>
                    <a:pt x="46" y="13"/>
                  </a:cubicBezTo>
                  <a:cubicBezTo>
                    <a:pt x="46" y="17"/>
                    <a:pt x="44" y="20"/>
                    <a:pt x="41" y="22"/>
                  </a:cubicBezTo>
                  <a:cubicBezTo>
                    <a:pt x="38" y="25"/>
                    <a:pt x="35" y="26"/>
                    <a:pt x="32" y="26"/>
                  </a:cubicBezTo>
                  <a:cubicBezTo>
                    <a:pt x="40" y="43"/>
                    <a:pt x="40" y="43"/>
                    <a:pt x="40" y="43"/>
                  </a:cubicBezTo>
                  <a:cubicBezTo>
                    <a:pt x="44" y="49"/>
                    <a:pt x="46" y="50"/>
                    <a:pt x="49" y="50"/>
                  </a:cubicBezTo>
                  <a:cubicBezTo>
                    <a:pt x="50" y="50"/>
                    <a:pt x="50" y="50"/>
                    <a:pt x="50" y="50"/>
                  </a:cubicBezTo>
                  <a:cubicBezTo>
                    <a:pt x="50" y="52"/>
                    <a:pt x="50" y="52"/>
                    <a:pt x="50" y="52"/>
                  </a:cubicBezTo>
                  <a:lnTo>
                    <a:pt x="36" y="52"/>
                  </a:lnTo>
                  <a:close/>
                  <a:moveTo>
                    <a:pt x="26" y="2"/>
                  </a:moveTo>
                  <a:cubicBezTo>
                    <a:pt x="21" y="2"/>
                    <a:pt x="21" y="2"/>
                    <a:pt x="21" y="2"/>
                  </a:cubicBezTo>
                  <a:cubicBezTo>
                    <a:pt x="17" y="2"/>
                    <a:pt x="16" y="4"/>
                    <a:pt x="16" y="7"/>
                  </a:cubicBezTo>
                  <a:cubicBezTo>
                    <a:pt x="16" y="25"/>
                    <a:pt x="16" y="25"/>
                    <a:pt x="16" y="25"/>
                  </a:cubicBezTo>
                  <a:cubicBezTo>
                    <a:pt x="26" y="25"/>
                    <a:pt x="26" y="25"/>
                    <a:pt x="26" y="25"/>
                  </a:cubicBezTo>
                  <a:cubicBezTo>
                    <a:pt x="34" y="25"/>
                    <a:pt x="37" y="19"/>
                    <a:pt x="37" y="12"/>
                  </a:cubicBezTo>
                  <a:cubicBezTo>
                    <a:pt x="37" y="6"/>
                    <a:pt x="33" y="2"/>
                    <a:pt x="26" y="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ṥḻiḍè"/>
            <p:cNvSpPr/>
            <p:nvPr userDrawn="1">
              <p:custDataLst>
                <p:tags r:id="rId52"/>
              </p:custDataLst>
            </p:nvPr>
          </p:nvSpPr>
          <p:spPr bwMode="auto">
            <a:xfrm>
              <a:off x="8533641" y="3946525"/>
              <a:ext cx="152400" cy="238125"/>
            </a:xfrm>
            <a:custGeom>
              <a:avLst/>
              <a:gdLst>
                <a:gd name="T0" fmla="*/ 21 w 38"/>
                <a:gd name="T1" fmla="*/ 56 h 56"/>
                <a:gd name="T2" fmla="*/ 14 w 38"/>
                <a:gd name="T3" fmla="*/ 55 h 56"/>
                <a:gd name="T4" fmla="*/ 12 w 38"/>
                <a:gd name="T5" fmla="*/ 54 h 56"/>
                <a:gd name="T6" fmla="*/ 5 w 38"/>
                <a:gd name="T7" fmla="*/ 56 h 56"/>
                <a:gd name="T8" fmla="*/ 0 w 38"/>
                <a:gd name="T9" fmla="*/ 41 h 56"/>
                <a:gd name="T10" fmla="*/ 2 w 38"/>
                <a:gd name="T11" fmla="*/ 41 h 56"/>
                <a:gd name="T12" fmla="*/ 21 w 38"/>
                <a:gd name="T13" fmla="*/ 53 h 56"/>
                <a:gd name="T14" fmla="*/ 32 w 38"/>
                <a:gd name="T15" fmla="*/ 43 h 56"/>
                <a:gd name="T16" fmla="*/ 18 w 38"/>
                <a:gd name="T17" fmla="*/ 31 h 56"/>
                <a:gd name="T18" fmla="*/ 3 w 38"/>
                <a:gd name="T19" fmla="*/ 15 h 56"/>
                <a:gd name="T20" fmla="*/ 19 w 38"/>
                <a:gd name="T21" fmla="*/ 0 h 56"/>
                <a:gd name="T22" fmla="*/ 26 w 38"/>
                <a:gd name="T23" fmla="*/ 2 h 56"/>
                <a:gd name="T24" fmla="*/ 28 w 38"/>
                <a:gd name="T25" fmla="*/ 2 h 56"/>
                <a:gd name="T26" fmla="*/ 32 w 38"/>
                <a:gd name="T27" fmla="*/ 1 h 56"/>
                <a:gd name="T28" fmla="*/ 36 w 38"/>
                <a:gd name="T29" fmla="*/ 13 h 56"/>
                <a:gd name="T30" fmla="*/ 34 w 38"/>
                <a:gd name="T31" fmla="*/ 14 h 56"/>
                <a:gd name="T32" fmla="*/ 31 w 38"/>
                <a:gd name="T33" fmla="*/ 9 h 56"/>
                <a:gd name="T34" fmla="*/ 18 w 38"/>
                <a:gd name="T35" fmla="*/ 3 h 56"/>
                <a:gd name="T36" fmla="*/ 9 w 38"/>
                <a:gd name="T37" fmla="*/ 12 h 56"/>
                <a:gd name="T38" fmla="*/ 22 w 38"/>
                <a:gd name="T39" fmla="*/ 23 h 56"/>
                <a:gd name="T40" fmla="*/ 38 w 38"/>
                <a:gd name="T41" fmla="*/ 40 h 56"/>
                <a:gd name="T42" fmla="*/ 21 w 38"/>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6">
                  <a:moveTo>
                    <a:pt x="21" y="56"/>
                  </a:moveTo>
                  <a:cubicBezTo>
                    <a:pt x="20" y="56"/>
                    <a:pt x="17" y="56"/>
                    <a:pt x="14" y="55"/>
                  </a:cubicBezTo>
                  <a:cubicBezTo>
                    <a:pt x="13" y="54"/>
                    <a:pt x="12" y="54"/>
                    <a:pt x="12" y="54"/>
                  </a:cubicBezTo>
                  <a:cubicBezTo>
                    <a:pt x="9" y="54"/>
                    <a:pt x="7" y="55"/>
                    <a:pt x="5" y="56"/>
                  </a:cubicBezTo>
                  <a:cubicBezTo>
                    <a:pt x="0" y="41"/>
                    <a:pt x="0" y="41"/>
                    <a:pt x="0" y="41"/>
                  </a:cubicBezTo>
                  <a:cubicBezTo>
                    <a:pt x="2" y="41"/>
                    <a:pt x="2" y="41"/>
                    <a:pt x="2" y="41"/>
                  </a:cubicBezTo>
                  <a:cubicBezTo>
                    <a:pt x="4" y="44"/>
                    <a:pt x="11" y="53"/>
                    <a:pt x="21" y="53"/>
                  </a:cubicBezTo>
                  <a:cubicBezTo>
                    <a:pt x="29" y="53"/>
                    <a:pt x="32" y="48"/>
                    <a:pt x="32" y="43"/>
                  </a:cubicBezTo>
                  <a:cubicBezTo>
                    <a:pt x="32" y="37"/>
                    <a:pt x="28" y="35"/>
                    <a:pt x="18" y="31"/>
                  </a:cubicBezTo>
                  <a:cubicBezTo>
                    <a:pt x="13" y="30"/>
                    <a:pt x="3" y="26"/>
                    <a:pt x="3" y="15"/>
                  </a:cubicBezTo>
                  <a:cubicBezTo>
                    <a:pt x="3" y="8"/>
                    <a:pt x="8" y="0"/>
                    <a:pt x="19" y="0"/>
                  </a:cubicBezTo>
                  <a:cubicBezTo>
                    <a:pt x="20" y="0"/>
                    <a:pt x="21" y="1"/>
                    <a:pt x="26" y="2"/>
                  </a:cubicBezTo>
                  <a:cubicBezTo>
                    <a:pt x="27" y="2"/>
                    <a:pt x="27" y="2"/>
                    <a:pt x="28" y="2"/>
                  </a:cubicBezTo>
                  <a:cubicBezTo>
                    <a:pt x="28" y="2"/>
                    <a:pt x="30" y="2"/>
                    <a:pt x="32" y="1"/>
                  </a:cubicBezTo>
                  <a:cubicBezTo>
                    <a:pt x="36" y="13"/>
                    <a:pt x="36" y="13"/>
                    <a:pt x="36" y="13"/>
                  </a:cubicBezTo>
                  <a:cubicBezTo>
                    <a:pt x="34" y="14"/>
                    <a:pt x="34" y="14"/>
                    <a:pt x="34" y="14"/>
                  </a:cubicBezTo>
                  <a:cubicBezTo>
                    <a:pt x="34" y="13"/>
                    <a:pt x="33" y="11"/>
                    <a:pt x="31" y="9"/>
                  </a:cubicBezTo>
                  <a:cubicBezTo>
                    <a:pt x="28" y="5"/>
                    <a:pt x="23" y="3"/>
                    <a:pt x="18" y="3"/>
                  </a:cubicBezTo>
                  <a:cubicBezTo>
                    <a:pt x="13" y="3"/>
                    <a:pt x="9" y="6"/>
                    <a:pt x="9" y="12"/>
                  </a:cubicBezTo>
                  <a:cubicBezTo>
                    <a:pt x="9" y="17"/>
                    <a:pt x="13" y="20"/>
                    <a:pt x="22" y="23"/>
                  </a:cubicBezTo>
                  <a:cubicBezTo>
                    <a:pt x="32" y="27"/>
                    <a:pt x="38" y="31"/>
                    <a:pt x="38" y="40"/>
                  </a:cubicBezTo>
                  <a:cubicBezTo>
                    <a:pt x="38" y="48"/>
                    <a:pt x="32"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işliďè"/>
            <p:cNvSpPr/>
            <p:nvPr userDrawn="1">
              <p:custDataLst>
                <p:tags r:id="rId53"/>
              </p:custDataLst>
            </p:nvPr>
          </p:nvSpPr>
          <p:spPr bwMode="auto">
            <a:xfrm>
              <a:off x="8703503" y="3956050"/>
              <a:ext cx="96838" cy="220663"/>
            </a:xfrm>
            <a:custGeom>
              <a:avLst/>
              <a:gdLst>
                <a:gd name="T0" fmla="*/ 0 w 24"/>
                <a:gd name="T1" fmla="*/ 52 h 52"/>
                <a:gd name="T2" fmla="*/ 0 w 24"/>
                <a:gd name="T3" fmla="*/ 50 h 52"/>
                <a:gd name="T4" fmla="*/ 3 w 24"/>
                <a:gd name="T5" fmla="*/ 50 h 52"/>
                <a:gd name="T6" fmla="*/ 8 w 24"/>
                <a:gd name="T7" fmla="*/ 45 h 52"/>
                <a:gd name="T8" fmla="*/ 8 w 24"/>
                <a:gd name="T9" fmla="*/ 7 h 52"/>
                <a:gd name="T10" fmla="*/ 3 w 24"/>
                <a:gd name="T11" fmla="*/ 2 h 52"/>
                <a:gd name="T12" fmla="*/ 0 w 24"/>
                <a:gd name="T13" fmla="*/ 2 h 52"/>
                <a:gd name="T14" fmla="*/ 0 w 24"/>
                <a:gd name="T15" fmla="*/ 0 h 52"/>
                <a:gd name="T16" fmla="*/ 24 w 24"/>
                <a:gd name="T17" fmla="*/ 0 h 52"/>
                <a:gd name="T18" fmla="*/ 24 w 24"/>
                <a:gd name="T19" fmla="*/ 2 h 52"/>
                <a:gd name="T20" fmla="*/ 22 w 24"/>
                <a:gd name="T21" fmla="*/ 2 h 52"/>
                <a:gd name="T22" fmla="*/ 16 w 24"/>
                <a:gd name="T23" fmla="*/ 7 h 52"/>
                <a:gd name="T24" fmla="*/ 16 w 24"/>
                <a:gd name="T25" fmla="*/ 45 h 52"/>
                <a:gd name="T26" fmla="*/ 22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3" y="50"/>
                    <a:pt x="3" y="50"/>
                    <a:pt x="3" y="50"/>
                  </a:cubicBezTo>
                  <a:cubicBezTo>
                    <a:pt x="7" y="50"/>
                    <a:pt x="8" y="49"/>
                    <a:pt x="8" y="45"/>
                  </a:cubicBezTo>
                  <a:cubicBezTo>
                    <a:pt x="8" y="7"/>
                    <a:pt x="8" y="7"/>
                    <a:pt x="8" y="7"/>
                  </a:cubicBezTo>
                  <a:cubicBezTo>
                    <a:pt x="8" y="4"/>
                    <a:pt x="7" y="2"/>
                    <a:pt x="3" y="2"/>
                  </a:cubicBezTo>
                  <a:cubicBezTo>
                    <a:pt x="0" y="2"/>
                    <a:pt x="0" y="2"/>
                    <a:pt x="0" y="2"/>
                  </a:cubicBezTo>
                  <a:cubicBezTo>
                    <a:pt x="0" y="0"/>
                    <a:pt x="0" y="0"/>
                    <a:pt x="0" y="0"/>
                  </a:cubicBezTo>
                  <a:cubicBezTo>
                    <a:pt x="24" y="0"/>
                    <a:pt x="24" y="0"/>
                    <a:pt x="24" y="0"/>
                  </a:cubicBezTo>
                  <a:cubicBezTo>
                    <a:pt x="24" y="2"/>
                    <a:pt x="24" y="2"/>
                    <a:pt x="24" y="2"/>
                  </a:cubicBezTo>
                  <a:cubicBezTo>
                    <a:pt x="22" y="2"/>
                    <a:pt x="22" y="2"/>
                    <a:pt x="22" y="2"/>
                  </a:cubicBezTo>
                  <a:cubicBezTo>
                    <a:pt x="17" y="2"/>
                    <a:pt x="16" y="4"/>
                    <a:pt x="16" y="7"/>
                  </a:cubicBezTo>
                  <a:cubicBezTo>
                    <a:pt x="16" y="45"/>
                    <a:pt x="16" y="45"/>
                    <a:pt x="16" y="45"/>
                  </a:cubicBezTo>
                  <a:cubicBezTo>
                    <a:pt x="16" y="49"/>
                    <a:pt x="18" y="50"/>
                    <a:pt x="22"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íṩ1íḍê"/>
            <p:cNvSpPr/>
            <p:nvPr userDrawn="1">
              <p:custDataLst>
                <p:tags r:id="rId54"/>
              </p:custDataLst>
            </p:nvPr>
          </p:nvSpPr>
          <p:spPr bwMode="auto">
            <a:xfrm>
              <a:off x="8819391" y="3956050"/>
              <a:ext cx="206375" cy="220663"/>
            </a:xfrm>
            <a:custGeom>
              <a:avLst/>
              <a:gdLst>
                <a:gd name="T0" fmla="*/ 49 w 51"/>
                <a:gd name="T1" fmla="*/ 14 h 52"/>
                <a:gd name="T2" fmla="*/ 34 w 51"/>
                <a:gd name="T3" fmla="*/ 2 h 52"/>
                <a:gd name="T4" fmla="*/ 30 w 51"/>
                <a:gd name="T5" fmla="*/ 7 h 52"/>
                <a:gd name="T6" fmla="*/ 30 w 51"/>
                <a:gd name="T7" fmla="*/ 44 h 52"/>
                <a:gd name="T8" fmla="*/ 35 w 51"/>
                <a:gd name="T9" fmla="*/ 50 h 52"/>
                <a:gd name="T10" fmla="*/ 39 w 51"/>
                <a:gd name="T11" fmla="*/ 50 h 52"/>
                <a:gd name="T12" fmla="*/ 39 w 51"/>
                <a:gd name="T13" fmla="*/ 52 h 52"/>
                <a:gd name="T14" fmla="*/ 12 w 51"/>
                <a:gd name="T15" fmla="*/ 52 h 52"/>
                <a:gd name="T16" fmla="*/ 12 w 51"/>
                <a:gd name="T17" fmla="*/ 50 h 52"/>
                <a:gd name="T18" fmla="*/ 16 w 51"/>
                <a:gd name="T19" fmla="*/ 50 h 52"/>
                <a:gd name="T20" fmla="*/ 21 w 51"/>
                <a:gd name="T21" fmla="*/ 44 h 52"/>
                <a:gd name="T22" fmla="*/ 21 w 51"/>
                <a:gd name="T23" fmla="*/ 7 h 52"/>
                <a:gd name="T24" fmla="*/ 16 w 51"/>
                <a:gd name="T25" fmla="*/ 2 h 52"/>
                <a:gd name="T26" fmla="*/ 2 w 51"/>
                <a:gd name="T27" fmla="*/ 14 h 52"/>
                <a:gd name="T28" fmla="*/ 0 w 51"/>
                <a:gd name="T29" fmla="*/ 13 h 52"/>
                <a:gd name="T30" fmla="*/ 5 w 51"/>
                <a:gd name="T31" fmla="*/ 0 h 52"/>
                <a:gd name="T32" fmla="*/ 46 w 51"/>
                <a:gd name="T33" fmla="*/ 0 h 52"/>
                <a:gd name="T34" fmla="*/ 51 w 51"/>
                <a:gd name="T35" fmla="*/ 13 h 52"/>
                <a:gd name="T36" fmla="*/ 49 w 51"/>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49" y="14"/>
                  </a:moveTo>
                  <a:cubicBezTo>
                    <a:pt x="45" y="6"/>
                    <a:pt x="41" y="2"/>
                    <a:pt x="34" y="2"/>
                  </a:cubicBezTo>
                  <a:cubicBezTo>
                    <a:pt x="31" y="2"/>
                    <a:pt x="30" y="4"/>
                    <a:pt x="30" y="7"/>
                  </a:cubicBezTo>
                  <a:cubicBezTo>
                    <a:pt x="30" y="44"/>
                    <a:pt x="30" y="44"/>
                    <a:pt x="30" y="44"/>
                  </a:cubicBezTo>
                  <a:cubicBezTo>
                    <a:pt x="30" y="48"/>
                    <a:pt x="31" y="50"/>
                    <a:pt x="35" y="50"/>
                  </a:cubicBezTo>
                  <a:cubicBezTo>
                    <a:pt x="39" y="50"/>
                    <a:pt x="39" y="50"/>
                    <a:pt x="39" y="50"/>
                  </a:cubicBezTo>
                  <a:cubicBezTo>
                    <a:pt x="39" y="52"/>
                    <a:pt x="39" y="52"/>
                    <a:pt x="39" y="52"/>
                  </a:cubicBezTo>
                  <a:cubicBezTo>
                    <a:pt x="12" y="52"/>
                    <a:pt x="12" y="52"/>
                    <a:pt x="12" y="52"/>
                  </a:cubicBezTo>
                  <a:cubicBezTo>
                    <a:pt x="12" y="50"/>
                    <a:pt x="12" y="50"/>
                    <a:pt x="12" y="50"/>
                  </a:cubicBezTo>
                  <a:cubicBezTo>
                    <a:pt x="16" y="50"/>
                    <a:pt x="16" y="50"/>
                    <a:pt x="16" y="50"/>
                  </a:cubicBezTo>
                  <a:cubicBezTo>
                    <a:pt x="20" y="50"/>
                    <a:pt x="21" y="48"/>
                    <a:pt x="21" y="44"/>
                  </a:cubicBezTo>
                  <a:cubicBezTo>
                    <a:pt x="21" y="7"/>
                    <a:pt x="21" y="7"/>
                    <a:pt x="21" y="7"/>
                  </a:cubicBezTo>
                  <a:cubicBezTo>
                    <a:pt x="21" y="3"/>
                    <a:pt x="20" y="2"/>
                    <a:pt x="16" y="2"/>
                  </a:cubicBezTo>
                  <a:cubicBezTo>
                    <a:pt x="8" y="2"/>
                    <a:pt x="4" y="9"/>
                    <a:pt x="2" y="14"/>
                  </a:cubicBezTo>
                  <a:cubicBezTo>
                    <a:pt x="0" y="13"/>
                    <a:pt x="0" y="13"/>
                    <a:pt x="0" y="13"/>
                  </a:cubicBezTo>
                  <a:cubicBezTo>
                    <a:pt x="5" y="0"/>
                    <a:pt x="5" y="0"/>
                    <a:pt x="5" y="0"/>
                  </a:cubicBezTo>
                  <a:cubicBezTo>
                    <a:pt x="46" y="0"/>
                    <a:pt x="46" y="0"/>
                    <a:pt x="46" y="0"/>
                  </a:cubicBezTo>
                  <a:cubicBezTo>
                    <a:pt x="51" y="13"/>
                    <a:pt x="51" y="13"/>
                    <a:pt x="51" y="13"/>
                  </a:cubicBezTo>
                  <a:lnTo>
                    <a:pt x="49"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ṥľîḓè"/>
            <p:cNvSpPr/>
            <p:nvPr userDrawn="1">
              <p:custDataLst>
                <p:tags r:id="rId55"/>
              </p:custDataLst>
            </p:nvPr>
          </p:nvSpPr>
          <p:spPr bwMode="auto">
            <a:xfrm>
              <a:off x="9049578" y="3956050"/>
              <a:ext cx="217488" cy="220663"/>
            </a:xfrm>
            <a:custGeom>
              <a:avLst/>
              <a:gdLst>
                <a:gd name="T0" fmla="*/ 51 w 54"/>
                <a:gd name="T1" fmla="*/ 2 h 52"/>
                <a:gd name="T2" fmla="*/ 44 w 54"/>
                <a:gd name="T3" fmla="*/ 8 h 52"/>
                <a:gd name="T4" fmla="*/ 32 w 54"/>
                <a:gd name="T5" fmla="*/ 31 h 52"/>
                <a:gd name="T6" fmla="*/ 32 w 54"/>
                <a:gd name="T7" fmla="*/ 45 h 52"/>
                <a:gd name="T8" fmla="*/ 37 w 54"/>
                <a:gd name="T9" fmla="*/ 50 h 52"/>
                <a:gd name="T10" fmla="*/ 41 w 54"/>
                <a:gd name="T11" fmla="*/ 50 h 52"/>
                <a:gd name="T12" fmla="*/ 41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9 w 54"/>
                <a:gd name="T25" fmla="*/ 7 h 52"/>
                <a:gd name="T26" fmla="*/ 2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9 w 54"/>
                <a:gd name="T41" fmla="*/ 7 h 52"/>
                <a:gd name="T42" fmla="*/ 31 w 54"/>
                <a:gd name="T43" fmla="*/ 27 h 52"/>
                <a:gd name="T44" fmla="*/ 42 w 54"/>
                <a:gd name="T45" fmla="*/ 8 h 52"/>
                <a:gd name="T46" fmla="*/ 42 w 54"/>
                <a:gd name="T47" fmla="*/ 5 h 52"/>
                <a:gd name="T48" fmla="*/ 39 w 54"/>
                <a:gd name="T49" fmla="*/ 2 h 52"/>
                <a:gd name="T50" fmla="*/ 36 w 54"/>
                <a:gd name="T51" fmla="*/ 2 h 52"/>
                <a:gd name="T52" fmla="*/ 36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8" y="2"/>
                    <a:pt x="46" y="5"/>
                    <a:pt x="44" y="8"/>
                  </a:cubicBezTo>
                  <a:cubicBezTo>
                    <a:pt x="32" y="31"/>
                    <a:pt x="32" y="31"/>
                    <a:pt x="32" y="31"/>
                  </a:cubicBezTo>
                  <a:cubicBezTo>
                    <a:pt x="32" y="45"/>
                    <a:pt x="32" y="45"/>
                    <a:pt x="32" y="45"/>
                  </a:cubicBezTo>
                  <a:cubicBezTo>
                    <a:pt x="32" y="48"/>
                    <a:pt x="33" y="50"/>
                    <a:pt x="37" y="50"/>
                  </a:cubicBezTo>
                  <a:cubicBezTo>
                    <a:pt x="41" y="50"/>
                    <a:pt x="41" y="50"/>
                    <a:pt x="41" y="50"/>
                  </a:cubicBezTo>
                  <a:cubicBezTo>
                    <a:pt x="41" y="52"/>
                    <a:pt x="41" y="52"/>
                    <a:pt x="41" y="52"/>
                  </a:cubicBezTo>
                  <a:cubicBezTo>
                    <a:pt x="14" y="52"/>
                    <a:pt x="14" y="52"/>
                    <a:pt x="14" y="52"/>
                  </a:cubicBezTo>
                  <a:cubicBezTo>
                    <a:pt x="14" y="50"/>
                    <a:pt x="14" y="50"/>
                    <a:pt x="14" y="50"/>
                  </a:cubicBezTo>
                  <a:cubicBezTo>
                    <a:pt x="18" y="50"/>
                    <a:pt x="18" y="50"/>
                    <a:pt x="18" y="50"/>
                  </a:cubicBezTo>
                  <a:cubicBezTo>
                    <a:pt x="22" y="50"/>
                    <a:pt x="23" y="49"/>
                    <a:pt x="23" y="45"/>
                  </a:cubicBezTo>
                  <a:cubicBezTo>
                    <a:pt x="23" y="31"/>
                    <a:pt x="23" y="31"/>
                    <a:pt x="23" y="31"/>
                  </a:cubicBezTo>
                  <a:cubicBezTo>
                    <a:pt x="9" y="7"/>
                    <a:pt x="9" y="7"/>
                    <a:pt x="9" y="7"/>
                  </a:cubicBezTo>
                  <a:cubicBezTo>
                    <a:pt x="7" y="3"/>
                    <a:pt x="5"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9" y="7"/>
                  </a:cubicBezTo>
                  <a:cubicBezTo>
                    <a:pt x="31" y="27"/>
                    <a:pt x="31" y="27"/>
                    <a:pt x="31" y="27"/>
                  </a:cubicBezTo>
                  <a:cubicBezTo>
                    <a:pt x="42" y="8"/>
                    <a:pt x="42" y="8"/>
                    <a:pt x="42" y="8"/>
                  </a:cubicBezTo>
                  <a:cubicBezTo>
                    <a:pt x="42" y="7"/>
                    <a:pt x="42" y="6"/>
                    <a:pt x="42" y="5"/>
                  </a:cubicBezTo>
                  <a:cubicBezTo>
                    <a:pt x="42" y="3"/>
                    <a:pt x="41" y="2"/>
                    <a:pt x="39" y="2"/>
                  </a:cubicBezTo>
                  <a:cubicBezTo>
                    <a:pt x="36" y="2"/>
                    <a:pt x="36" y="2"/>
                    <a:pt x="36" y="2"/>
                  </a:cubicBezTo>
                  <a:cubicBezTo>
                    <a:pt x="36" y="0"/>
                    <a:pt x="36" y="0"/>
                    <a:pt x="36"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2" name="组合 1"/>
          <p:cNvGrpSpPr/>
          <p:nvPr userDrawn="1"/>
        </p:nvGrpSpPr>
        <p:grpSpPr>
          <a:xfrm>
            <a:off x="2547" y="368300"/>
            <a:ext cx="407988" cy="568318"/>
            <a:chOff x="9119012" y="368300"/>
            <a:chExt cx="407988" cy="457199"/>
          </a:xfrm>
        </p:grpSpPr>
        <p:sp>
          <p:nvSpPr>
            <p:cNvPr id="111" name="矩形 110"/>
            <p:cNvSpPr/>
            <p:nvPr userDrawn="1">
              <p:custDataLst>
                <p:tags r:id="rId56"/>
              </p:custDataLst>
            </p:nvPr>
          </p:nvSpPr>
          <p:spPr>
            <a:xfrm>
              <a:off x="9119012" y="368300"/>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p:cNvSpPr/>
            <p:nvPr userDrawn="1">
              <p:custDataLst>
                <p:tags r:id="rId57"/>
              </p:custDataLst>
            </p:nvPr>
          </p:nvSpPr>
          <p:spPr>
            <a:xfrm>
              <a:off x="9119012" y="531714"/>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p:cNvSpPr/>
            <p:nvPr userDrawn="1">
              <p:custDataLst>
                <p:tags r:id="rId58"/>
              </p:custDataLst>
            </p:nvPr>
          </p:nvSpPr>
          <p:spPr>
            <a:xfrm>
              <a:off x="9119012" y="695128"/>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5" name="文本占位符 114"/>
          <p:cNvSpPr>
            <a:spLocks noGrp="1"/>
          </p:cNvSpPr>
          <p:nvPr>
            <p:ph type="body" sz="quarter" idx="10" hasCustomPrompt="1"/>
            <p:custDataLst>
              <p:tags r:id="rId59"/>
            </p:custDataLst>
          </p:nvPr>
        </p:nvSpPr>
        <p:spPr>
          <a:xfrm>
            <a:off x="474251" y="380890"/>
            <a:ext cx="6838794" cy="568318"/>
          </a:xfrm>
          <a:prstGeom prst="rect">
            <a:avLst/>
          </a:prstGeom>
        </p:spPr>
        <p:txBody>
          <a:bodyPr anchor="ctr"/>
          <a:lstStyle>
            <a:lvl1pPr marL="0" indent="0">
              <a:buNone/>
              <a:defRPr sz="3200" b="1">
                <a:solidFill>
                  <a:srgbClr val="005825"/>
                </a:solidFill>
              </a:defRPr>
            </a:lvl1pPr>
          </a:lstStyle>
          <a:p>
            <a:pPr lvl="0"/>
            <a:r>
              <a:rPr lang="zh-CN" altLang="en-US" dirty="0"/>
              <a:t>单击此处编辑母版文本样</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1" name="图片 60"/>
          <p:cNvPicPr>
            <a:picLocks noChangeAspect="1"/>
          </p:cNvPicPr>
          <p:nvPr userDrawn="1">
            <p:custDataLst>
              <p:tags r:id="rId2"/>
            </p:custDataLst>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b="13318"/>
          <a:stretch>
            <a:fillRect/>
          </a:stretch>
        </p:blipFill>
        <p:spPr>
          <a:xfrm>
            <a:off x="-1" y="5217192"/>
            <a:ext cx="12192000" cy="1640808"/>
          </a:xfrm>
          <a:prstGeom prst="rect">
            <a:avLst/>
          </a:prstGeom>
        </p:spPr>
      </p:pic>
      <p:sp>
        <p:nvSpPr>
          <p:cNvPr id="62" name="矩形 61"/>
          <p:cNvSpPr/>
          <p:nvPr userDrawn="1">
            <p:custDataLst>
              <p:tags r:id="rId5"/>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3" name="组合 62"/>
          <p:cNvGrpSpPr/>
          <p:nvPr userDrawn="1"/>
        </p:nvGrpSpPr>
        <p:grpSpPr>
          <a:xfrm>
            <a:off x="2547" y="368300"/>
            <a:ext cx="407988" cy="568318"/>
            <a:chOff x="9119012" y="368300"/>
            <a:chExt cx="407988" cy="457199"/>
          </a:xfrm>
        </p:grpSpPr>
        <p:sp>
          <p:nvSpPr>
            <p:cNvPr id="64" name="矩形 63"/>
            <p:cNvSpPr/>
            <p:nvPr userDrawn="1">
              <p:custDataLst>
                <p:tags r:id="rId6"/>
              </p:custDataLst>
            </p:nvPr>
          </p:nvSpPr>
          <p:spPr>
            <a:xfrm>
              <a:off x="9119012" y="368300"/>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userDrawn="1">
              <p:custDataLst>
                <p:tags r:id="rId7"/>
              </p:custDataLst>
            </p:nvPr>
          </p:nvSpPr>
          <p:spPr>
            <a:xfrm>
              <a:off x="9119012" y="531714"/>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userDrawn="1">
              <p:custDataLst>
                <p:tags r:id="rId8"/>
              </p:custDataLst>
            </p:nvPr>
          </p:nvSpPr>
          <p:spPr>
            <a:xfrm>
              <a:off x="9119012" y="695128"/>
              <a:ext cx="407988"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文本占位符 114"/>
          <p:cNvSpPr>
            <a:spLocks noGrp="1"/>
          </p:cNvSpPr>
          <p:nvPr>
            <p:ph type="body" sz="quarter" idx="10" hasCustomPrompt="1"/>
            <p:custDataLst>
              <p:tags r:id="rId9"/>
            </p:custDataLst>
          </p:nvPr>
        </p:nvSpPr>
        <p:spPr>
          <a:xfrm>
            <a:off x="474251" y="380890"/>
            <a:ext cx="6838794" cy="568318"/>
          </a:xfrm>
          <a:prstGeom prst="rect">
            <a:avLst/>
          </a:prstGeom>
        </p:spPr>
        <p:txBody>
          <a:bodyPr anchor="ctr"/>
          <a:lstStyle>
            <a:lvl1pPr marL="0" indent="0">
              <a:buNone/>
              <a:defRPr sz="3200" b="1">
                <a:solidFill>
                  <a:srgbClr val="005825"/>
                </a:solidFill>
              </a:defRPr>
            </a:lvl1pPr>
          </a:lstStyle>
          <a:p>
            <a:pPr lvl="0"/>
            <a:r>
              <a:rPr lang="zh-CN" altLang="en-US" dirty="0"/>
              <a:t>单击此处编辑母版文本样</a:t>
            </a:r>
            <a:endParaRPr lang="zh-CN" altLang="en-US" dirty="0"/>
          </a:p>
        </p:txBody>
      </p:sp>
      <p:grpSp>
        <p:nvGrpSpPr>
          <p:cNvPr id="68" name="a36ff0dd-52e7-4a40-98ef-054fbf16791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0"/>
            </p:custDataLst>
          </p:nvPr>
        </p:nvGrpSpPr>
        <p:grpSpPr>
          <a:xfrm>
            <a:off x="9791726" y="368300"/>
            <a:ext cx="2006887" cy="568318"/>
            <a:chOff x="2869804" y="2524126"/>
            <a:chExt cx="6452393" cy="1827213"/>
          </a:xfrm>
        </p:grpSpPr>
        <p:sp>
          <p:nvSpPr>
            <p:cNvPr id="69" name="ïṣļïďe"/>
            <p:cNvSpPr/>
            <p:nvPr userDrawn="1">
              <p:custDataLst>
                <p:tags r:id="rId11"/>
              </p:custDataLst>
            </p:nvPr>
          </p:nvSpPr>
          <p:spPr bwMode="auto">
            <a:xfrm>
              <a:off x="5030526" y="2647006"/>
              <a:ext cx="889000" cy="1308100"/>
            </a:xfrm>
            <a:custGeom>
              <a:avLst/>
              <a:gdLst>
                <a:gd name="T0" fmla="*/ 236 w 532"/>
                <a:gd name="T1" fmla="*/ 733 h 780"/>
                <a:gd name="T2" fmla="*/ 216 w 532"/>
                <a:gd name="T3" fmla="*/ 663 h 780"/>
                <a:gd name="T4" fmla="*/ 197 w 532"/>
                <a:gd name="T5" fmla="*/ 414 h 780"/>
                <a:gd name="T6" fmla="*/ 102 w 532"/>
                <a:gd name="T7" fmla="*/ 475 h 780"/>
                <a:gd name="T8" fmla="*/ 46 w 532"/>
                <a:gd name="T9" fmla="*/ 448 h 780"/>
                <a:gd name="T10" fmla="*/ 13 w 532"/>
                <a:gd name="T11" fmla="*/ 400 h 780"/>
                <a:gd name="T12" fmla="*/ 5 w 532"/>
                <a:gd name="T13" fmla="*/ 353 h 780"/>
                <a:gd name="T14" fmla="*/ 23 w 532"/>
                <a:gd name="T15" fmla="*/ 258 h 780"/>
                <a:gd name="T16" fmla="*/ 93 w 532"/>
                <a:gd name="T17" fmla="*/ 231 h 780"/>
                <a:gd name="T18" fmla="*/ 192 w 532"/>
                <a:gd name="T19" fmla="*/ 170 h 780"/>
                <a:gd name="T20" fmla="*/ 180 w 532"/>
                <a:gd name="T21" fmla="*/ 50 h 780"/>
                <a:gd name="T22" fmla="*/ 246 w 532"/>
                <a:gd name="T23" fmla="*/ 16 h 780"/>
                <a:gd name="T24" fmla="*/ 285 w 532"/>
                <a:gd name="T25" fmla="*/ 69 h 780"/>
                <a:gd name="T26" fmla="*/ 290 w 532"/>
                <a:gd name="T27" fmla="*/ 138 h 780"/>
                <a:gd name="T28" fmla="*/ 368 w 532"/>
                <a:gd name="T29" fmla="*/ 129 h 780"/>
                <a:gd name="T30" fmla="*/ 474 w 532"/>
                <a:gd name="T31" fmla="*/ 141 h 780"/>
                <a:gd name="T32" fmla="*/ 452 w 532"/>
                <a:gd name="T33" fmla="*/ 221 h 780"/>
                <a:gd name="T34" fmla="*/ 432 w 532"/>
                <a:gd name="T35" fmla="*/ 289 h 780"/>
                <a:gd name="T36" fmla="*/ 363 w 532"/>
                <a:gd name="T37" fmla="*/ 355 h 780"/>
                <a:gd name="T38" fmla="*/ 296 w 532"/>
                <a:gd name="T39" fmla="*/ 397 h 780"/>
                <a:gd name="T40" fmla="*/ 294 w 532"/>
                <a:gd name="T41" fmla="*/ 705 h 780"/>
                <a:gd name="T42" fmla="*/ 236 w 532"/>
                <a:gd name="T43" fmla="*/ 733 h 780"/>
                <a:gd name="T44" fmla="*/ 185 w 532"/>
                <a:gd name="T45" fmla="*/ 253 h 780"/>
                <a:gd name="T46" fmla="*/ 171 w 532"/>
                <a:gd name="T47" fmla="*/ 262 h 780"/>
                <a:gd name="T48" fmla="*/ 123 w 532"/>
                <a:gd name="T49" fmla="*/ 275 h 780"/>
                <a:gd name="T50" fmla="*/ 128 w 532"/>
                <a:gd name="T51" fmla="*/ 323 h 780"/>
                <a:gd name="T52" fmla="*/ 184 w 532"/>
                <a:gd name="T53" fmla="*/ 325 h 780"/>
                <a:gd name="T54" fmla="*/ 185 w 532"/>
                <a:gd name="T55" fmla="*/ 253 h 780"/>
                <a:gd name="T56" fmla="*/ 291 w 532"/>
                <a:gd name="T57" fmla="*/ 261 h 780"/>
                <a:gd name="T58" fmla="*/ 292 w 532"/>
                <a:gd name="T59" fmla="*/ 269 h 780"/>
                <a:gd name="T60" fmla="*/ 310 w 532"/>
                <a:gd name="T61" fmla="*/ 275 h 780"/>
                <a:gd name="T62" fmla="*/ 354 w 532"/>
                <a:gd name="T63" fmla="*/ 209 h 780"/>
                <a:gd name="T64" fmla="*/ 314 w 532"/>
                <a:gd name="T65" fmla="*/ 192 h 780"/>
                <a:gd name="T66" fmla="*/ 292 w 532"/>
                <a:gd name="T67" fmla="*/ 208 h 780"/>
                <a:gd name="T68" fmla="*/ 291 w 532"/>
                <a:gd name="T69" fmla="*/ 261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2" h="780">
                  <a:moveTo>
                    <a:pt x="236" y="733"/>
                  </a:moveTo>
                  <a:cubicBezTo>
                    <a:pt x="225" y="716"/>
                    <a:pt x="215" y="692"/>
                    <a:pt x="216" y="663"/>
                  </a:cubicBezTo>
                  <a:cubicBezTo>
                    <a:pt x="218" y="605"/>
                    <a:pt x="197" y="414"/>
                    <a:pt x="197" y="414"/>
                  </a:cubicBezTo>
                  <a:cubicBezTo>
                    <a:pt x="197" y="414"/>
                    <a:pt x="136" y="421"/>
                    <a:pt x="102" y="475"/>
                  </a:cubicBezTo>
                  <a:cubicBezTo>
                    <a:pt x="102" y="475"/>
                    <a:pt x="63" y="481"/>
                    <a:pt x="46" y="448"/>
                  </a:cubicBezTo>
                  <a:cubicBezTo>
                    <a:pt x="29" y="414"/>
                    <a:pt x="13" y="400"/>
                    <a:pt x="13" y="400"/>
                  </a:cubicBezTo>
                  <a:cubicBezTo>
                    <a:pt x="13" y="400"/>
                    <a:pt x="0" y="383"/>
                    <a:pt x="5" y="353"/>
                  </a:cubicBezTo>
                  <a:cubicBezTo>
                    <a:pt x="11" y="323"/>
                    <a:pt x="19" y="294"/>
                    <a:pt x="23" y="258"/>
                  </a:cubicBezTo>
                  <a:cubicBezTo>
                    <a:pt x="27" y="222"/>
                    <a:pt x="76" y="220"/>
                    <a:pt x="93" y="231"/>
                  </a:cubicBezTo>
                  <a:cubicBezTo>
                    <a:pt x="93" y="231"/>
                    <a:pt x="162" y="183"/>
                    <a:pt x="192" y="170"/>
                  </a:cubicBezTo>
                  <a:cubicBezTo>
                    <a:pt x="192" y="170"/>
                    <a:pt x="186" y="80"/>
                    <a:pt x="180" y="50"/>
                  </a:cubicBezTo>
                  <a:cubicBezTo>
                    <a:pt x="180" y="50"/>
                    <a:pt x="212" y="0"/>
                    <a:pt x="246" y="16"/>
                  </a:cubicBezTo>
                  <a:cubicBezTo>
                    <a:pt x="281" y="32"/>
                    <a:pt x="280" y="42"/>
                    <a:pt x="285" y="69"/>
                  </a:cubicBezTo>
                  <a:cubicBezTo>
                    <a:pt x="289" y="95"/>
                    <a:pt x="290" y="138"/>
                    <a:pt x="290" y="138"/>
                  </a:cubicBezTo>
                  <a:cubicBezTo>
                    <a:pt x="368" y="129"/>
                    <a:pt x="368" y="129"/>
                    <a:pt x="368" y="129"/>
                  </a:cubicBezTo>
                  <a:cubicBezTo>
                    <a:pt x="368" y="129"/>
                    <a:pt x="415" y="84"/>
                    <a:pt x="474" y="141"/>
                  </a:cubicBezTo>
                  <a:cubicBezTo>
                    <a:pt x="532" y="199"/>
                    <a:pt x="452" y="221"/>
                    <a:pt x="452" y="221"/>
                  </a:cubicBezTo>
                  <a:cubicBezTo>
                    <a:pt x="452" y="221"/>
                    <a:pt x="408" y="257"/>
                    <a:pt x="432" y="289"/>
                  </a:cubicBezTo>
                  <a:cubicBezTo>
                    <a:pt x="455" y="322"/>
                    <a:pt x="386" y="356"/>
                    <a:pt x="363" y="355"/>
                  </a:cubicBezTo>
                  <a:cubicBezTo>
                    <a:pt x="340" y="354"/>
                    <a:pt x="297" y="384"/>
                    <a:pt x="296" y="397"/>
                  </a:cubicBezTo>
                  <a:cubicBezTo>
                    <a:pt x="296" y="409"/>
                    <a:pt x="302" y="692"/>
                    <a:pt x="294" y="705"/>
                  </a:cubicBezTo>
                  <a:cubicBezTo>
                    <a:pt x="297" y="744"/>
                    <a:pt x="264" y="780"/>
                    <a:pt x="236" y="733"/>
                  </a:cubicBezTo>
                  <a:close/>
                  <a:moveTo>
                    <a:pt x="185" y="253"/>
                  </a:moveTo>
                  <a:cubicBezTo>
                    <a:pt x="185" y="253"/>
                    <a:pt x="180" y="257"/>
                    <a:pt x="171" y="262"/>
                  </a:cubicBezTo>
                  <a:cubicBezTo>
                    <a:pt x="158" y="268"/>
                    <a:pt x="142" y="272"/>
                    <a:pt x="123" y="275"/>
                  </a:cubicBezTo>
                  <a:cubicBezTo>
                    <a:pt x="109" y="276"/>
                    <a:pt x="114" y="299"/>
                    <a:pt x="128" y="323"/>
                  </a:cubicBezTo>
                  <a:cubicBezTo>
                    <a:pt x="142" y="347"/>
                    <a:pt x="170" y="330"/>
                    <a:pt x="184" y="325"/>
                  </a:cubicBezTo>
                  <a:cubicBezTo>
                    <a:pt x="198" y="320"/>
                    <a:pt x="185" y="253"/>
                    <a:pt x="185" y="253"/>
                  </a:cubicBezTo>
                  <a:close/>
                  <a:moveTo>
                    <a:pt x="291" y="261"/>
                  </a:moveTo>
                  <a:cubicBezTo>
                    <a:pt x="292" y="269"/>
                    <a:pt x="292" y="269"/>
                    <a:pt x="292" y="269"/>
                  </a:cubicBezTo>
                  <a:cubicBezTo>
                    <a:pt x="292" y="269"/>
                    <a:pt x="296" y="280"/>
                    <a:pt x="310" y="275"/>
                  </a:cubicBezTo>
                  <a:cubicBezTo>
                    <a:pt x="324" y="271"/>
                    <a:pt x="349" y="236"/>
                    <a:pt x="354" y="209"/>
                  </a:cubicBezTo>
                  <a:cubicBezTo>
                    <a:pt x="359" y="182"/>
                    <a:pt x="335" y="190"/>
                    <a:pt x="314" y="192"/>
                  </a:cubicBezTo>
                  <a:cubicBezTo>
                    <a:pt x="292" y="194"/>
                    <a:pt x="292" y="208"/>
                    <a:pt x="292" y="208"/>
                  </a:cubicBezTo>
                  <a:lnTo>
                    <a:pt x="291" y="261"/>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ŝḷïdè"/>
            <p:cNvSpPr/>
            <p:nvPr userDrawn="1">
              <p:custDataLst>
                <p:tags r:id="rId12"/>
              </p:custDataLst>
            </p:nvPr>
          </p:nvSpPr>
          <p:spPr bwMode="auto">
            <a:xfrm>
              <a:off x="6106582" y="2874169"/>
              <a:ext cx="762000" cy="817563"/>
            </a:xfrm>
            <a:custGeom>
              <a:avLst/>
              <a:gdLst>
                <a:gd name="T0" fmla="*/ 107 w 456"/>
                <a:gd name="T1" fmla="*/ 347 h 488"/>
                <a:gd name="T2" fmla="*/ 187 w 456"/>
                <a:gd name="T3" fmla="*/ 332 h 488"/>
                <a:gd name="T4" fmla="*/ 171 w 456"/>
                <a:gd name="T5" fmla="*/ 39 h 488"/>
                <a:gd name="T6" fmla="*/ 196 w 456"/>
                <a:gd name="T7" fmla="*/ 1 h 488"/>
                <a:gd name="T8" fmla="*/ 274 w 456"/>
                <a:gd name="T9" fmla="*/ 57 h 488"/>
                <a:gd name="T10" fmla="*/ 274 w 456"/>
                <a:gd name="T11" fmla="*/ 302 h 488"/>
                <a:gd name="T12" fmla="*/ 355 w 456"/>
                <a:gd name="T13" fmla="*/ 283 h 488"/>
                <a:gd name="T14" fmla="*/ 387 w 456"/>
                <a:gd name="T15" fmla="*/ 187 h 488"/>
                <a:gd name="T16" fmla="*/ 456 w 456"/>
                <a:gd name="T17" fmla="*/ 231 h 488"/>
                <a:gd name="T18" fmla="*/ 437 w 456"/>
                <a:gd name="T19" fmla="*/ 394 h 488"/>
                <a:gd name="T20" fmla="*/ 374 w 456"/>
                <a:gd name="T21" fmla="*/ 454 h 488"/>
                <a:gd name="T22" fmla="*/ 352 w 456"/>
                <a:gd name="T23" fmla="*/ 351 h 488"/>
                <a:gd name="T24" fmla="*/ 290 w 456"/>
                <a:gd name="T25" fmla="*/ 368 h 488"/>
                <a:gd name="T26" fmla="*/ 219 w 456"/>
                <a:gd name="T27" fmla="*/ 402 h 488"/>
                <a:gd name="T28" fmla="*/ 129 w 456"/>
                <a:gd name="T29" fmla="*/ 419 h 488"/>
                <a:gd name="T30" fmla="*/ 31 w 456"/>
                <a:gd name="T31" fmla="*/ 451 h 488"/>
                <a:gd name="T32" fmla="*/ 10 w 456"/>
                <a:gd name="T33" fmla="*/ 412 h 488"/>
                <a:gd name="T34" fmla="*/ 3 w 456"/>
                <a:gd name="T35" fmla="*/ 398 h 488"/>
                <a:gd name="T36" fmla="*/ 11 w 456"/>
                <a:gd name="T37" fmla="*/ 367 h 488"/>
                <a:gd name="T38" fmla="*/ 23 w 456"/>
                <a:gd name="T39" fmla="*/ 235 h 488"/>
                <a:gd name="T40" fmla="*/ 53 w 456"/>
                <a:gd name="T41" fmla="*/ 213 h 488"/>
                <a:gd name="T42" fmla="*/ 107 w 456"/>
                <a:gd name="T43" fmla="*/ 34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6" h="488">
                  <a:moveTo>
                    <a:pt x="107" y="347"/>
                  </a:moveTo>
                  <a:cubicBezTo>
                    <a:pt x="134" y="342"/>
                    <a:pt x="160" y="337"/>
                    <a:pt x="187" y="332"/>
                  </a:cubicBezTo>
                  <a:cubicBezTo>
                    <a:pt x="182" y="234"/>
                    <a:pt x="176" y="137"/>
                    <a:pt x="171" y="39"/>
                  </a:cubicBezTo>
                  <a:cubicBezTo>
                    <a:pt x="171" y="39"/>
                    <a:pt x="165" y="1"/>
                    <a:pt x="196" y="1"/>
                  </a:cubicBezTo>
                  <a:cubicBezTo>
                    <a:pt x="227" y="0"/>
                    <a:pt x="284" y="25"/>
                    <a:pt x="274" y="57"/>
                  </a:cubicBezTo>
                  <a:cubicBezTo>
                    <a:pt x="264" y="89"/>
                    <a:pt x="256" y="303"/>
                    <a:pt x="274" y="302"/>
                  </a:cubicBezTo>
                  <a:cubicBezTo>
                    <a:pt x="292" y="301"/>
                    <a:pt x="355" y="283"/>
                    <a:pt x="355" y="283"/>
                  </a:cubicBezTo>
                  <a:cubicBezTo>
                    <a:pt x="355" y="283"/>
                    <a:pt x="372" y="185"/>
                    <a:pt x="387" y="187"/>
                  </a:cubicBezTo>
                  <a:cubicBezTo>
                    <a:pt x="403" y="188"/>
                    <a:pt x="455" y="196"/>
                    <a:pt x="456" y="231"/>
                  </a:cubicBezTo>
                  <a:cubicBezTo>
                    <a:pt x="456" y="265"/>
                    <a:pt x="454" y="367"/>
                    <a:pt x="437" y="394"/>
                  </a:cubicBezTo>
                  <a:cubicBezTo>
                    <a:pt x="420" y="421"/>
                    <a:pt x="383" y="476"/>
                    <a:pt x="374" y="454"/>
                  </a:cubicBezTo>
                  <a:cubicBezTo>
                    <a:pt x="364" y="433"/>
                    <a:pt x="352" y="351"/>
                    <a:pt x="352" y="351"/>
                  </a:cubicBezTo>
                  <a:cubicBezTo>
                    <a:pt x="331" y="357"/>
                    <a:pt x="310" y="363"/>
                    <a:pt x="290" y="368"/>
                  </a:cubicBezTo>
                  <a:cubicBezTo>
                    <a:pt x="252" y="379"/>
                    <a:pt x="281" y="398"/>
                    <a:pt x="219" y="402"/>
                  </a:cubicBezTo>
                  <a:cubicBezTo>
                    <a:pt x="185" y="404"/>
                    <a:pt x="141" y="408"/>
                    <a:pt x="129" y="419"/>
                  </a:cubicBezTo>
                  <a:cubicBezTo>
                    <a:pt x="111" y="438"/>
                    <a:pt x="71" y="488"/>
                    <a:pt x="31" y="451"/>
                  </a:cubicBezTo>
                  <a:cubicBezTo>
                    <a:pt x="31" y="451"/>
                    <a:pt x="18" y="430"/>
                    <a:pt x="10" y="412"/>
                  </a:cubicBezTo>
                  <a:cubicBezTo>
                    <a:pt x="7" y="407"/>
                    <a:pt x="5" y="402"/>
                    <a:pt x="3" y="398"/>
                  </a:cubicBezTo>
                  <a:cubicBezTo>
                    <a:pt x="0" y="387"/>
                    <a:pt x="7" y="378"/>
                    <a:pt x="11" y="367"/>
                  </a:cubicBezTo>
                  <a:cubicBezTo>
                    <a:pt x="29" y="322"/>
                    <a:pt x="34" y="307"/>
                    <a:pt x="23" y="235"/>
                  </a:cubicBezTo>
                  <a:cubicBezTo>
                    <a:pt x="23" y="235"/>
                    <a:pt x="21" y="202"/>
                    <a:pt x="53" y="213"/>
                  </a:cubicBezTo>
                  <a:cubicBezTo>
                    <a:pt x="118" y="235"/>
                    <a:pt x="92" y="344"/>
                    <a:pt x="107" y="347"/>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ṩḻídé"/>
            <p:cNvSpPr/>
            <p:nvPr userDrawn="1">
              <p:custDataLst>
                <p:tags r:id="rId13"/>
              </p:custDataLst>
            </p:nvPr>
          </p:nvSpPr>
          <p:spPr bwMode="auto">
            <a:xfrm>
              <a:off x="7104326" y="2786063"/>
              <a:ext cx="1055688" cy="977900"/>
            </a:xfrm>
            <a:custGeom>
              <a:avLst/>
              <a:gdLst>
                <a:gd name="T0" fmla="*/ 625 w 632"/>
                <a:gd name="T1" fmla="*/ 513 h 584"/>
                <a:gd name="T2" fmla="*/ 413 w 632"/>
                <a:gd name="T3" fmla="*/ 540 h 584"/>
                <a:gd name="T4" fmla="*/ 253 w 632"/>
                <a:gd name="T5" fmla="*/ 323 h 584"/>
                <a:gd name="T6" fmla="*/ 112 w 632"/>
                <a:gd name="T7" fmla="*/ 500 h 584"/>
                <a:gd name="T8" fmla="*/ 6 w 632"/>
                <a:gd name="T9" fmla="*/ 459 h 584"/>
                <a:gd name="T10" fmla="*/ 29 w 632"/>
                <a:gd name="T11" fmla="*/ 439 h 584"/>
                <a:gd name="T12" fmla="*/ 182 w 632"/>
                <a:gd name="T13" fmla="*/ 276 h 584"/>
                <a:gd name="T14" fmla="*/ 48 w 632"/>
                <a:gd name="T15" fmla="*/ 269 h 584"/>
                <a:gd name="T16" fmla="*/ 62 w 632"/>
                <a:gd name="T17" fmla="*/ 164 h 584"/>
                <a:gd name="T18" fmla="*/ 194 w 632"/>
                <a:gd name="T19" fmla="*/ 164 h 584"/>
                <a:gd name="T20" fmla="*/ 194 w 632"/>
                <a:gd name="T21" fmla="*/ 32 h 584"/>
                <a:gd name="T22" fmla="*/ 287 w 632"/>
                <a:gd name="T23" fmla="*/ 28 h 584"/>
                <a:gd name="T24" fmla="*/ 306 w 632"/>
                <a:gd name="T25" fmla="*/ 95 h 584"/>
                <a:gd name="T26" fmla="*/ 329 w 632"/>
                <a:gd name="T27" fmla="*/ 129 h 584"/>
                <a:gd name="T28" fmla="*/ 396 w 632"/>
                <a:gd name="T29" fmla="*/ 105 h 584"/>
                <a:gd name="T30" fmla="*/ 432 w 632"/>
                <a:gd name="T31" fmla="*/ 169 h 584"/>
                <a:gd name="T32" fmla="*/ 312 w 632"/>
                <a:gd name="T33" fmla="*/ 224 h 584"/>
                <a:gd name="T34" fmla="*/ 312 w 632"/>
                <a:gd name="T35" fmla="*/ 289 h 584"/>
                <a:gd name="T36" fmla="*/ 539 w 632"/>
                <a:gd name="T37" fmla="*/ 485 h 584"/>
                <a:gd name="T38" fmla="*/ 625 w 632"/>
                <a:gd name="T39" fmla="*/ 51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2" h="584">
                  <a:moveTo>
                    <a:pt x="625" y="513"/>
                  </a:moveTo>
                  <a:cubicBezTo>
                    <a:pt x="625" y="513"/>
                    <a:pt x="455" y="584"/>
                    <a:pt x="413" y="540"/>
                  </a:cubicBezTo>
                  <a:cubicBezTo>
                    <a:pt x="370" y="496"/>
                    <a:pt x="282" y="378"/>
                    <a:pt x="253" y="323"/>
                  </a:cubicBezTo>
                  <a:cubicBezTo>
                    <a:pt x="253" y="323"/>
                    <a:pt x="172" y="514"/>
                    <a:pt x="112" y="500"/>
                  </a:cubicBezTo>
                  <a:cubicBezTo>
                    <a:pt x="53" y="487"/>
                    <a:pt x="12" y="469"/>
                    <a:pt x="6" y="459"/>
                  </a:cubicBezTo>
                  <a:cubicBezTo>
                    <a:pt x="0" y="448"/>
                    <a:pt x="10" y="444"/>
                    <a:pt x="29" y="439"/>
                  </a:cubicBezTo>
                  <a:cubicBezTo>
                    <a:pt x="47" y="433"/>
                    <a:pt x="166" y="419"/>
                    <a:pt x="182" y="276"/>
                  </a:cubicBezTo>
                  <a:cubicBezTo>
                    <a:pt x="182" y="276"/>
                    <a:pt x="82" y="313"/>
                    <a:pt x="48" y="269"/>
                  </a:cubicBezTo>
                  <a:cubicBezTo>
                    <a:pt x="14" y="224"/>
                    <a:pt x="4" y="163"/>
                    <a:pt x="62" y="164"/>
                  </a:cubicBezTo>
                  <a:cubicBezTo>
                    <a:pt x="120" y="166"/>
                    <a:pt x="196" y="188"/>
                    <a:pt x="194" y="164"/>
                  </a:cubicBezTo>
                  <a:cubicBezTo>
                    <a:pt x="192" y="141"/>
                    <a:pt x="174" y="56"/>
                    <a:pt x="194" y="32"/>
                  </a:cubicBezTo>
                  <a:cubicBezTo>
                    <a:pt x="215" y="8"/>
                    <a:pt x="269" y="0"/>
                    <a:pt x="287" y="28"/>
                  </a:cubicBezTo>
                  <a:cubicBezTo>
                    <a:pt x="304" y="56"/>
                    <a:pt x="311" y="71"/>
                    <a:pt x="306" y="95"/>
                  </a:cubicBezTo>
                  <a:cubicBezTo>
                    <a:pt x="300" y="119"/>
                    <a:pt x="294" y="133"/>
                    <a:pt x="329" y="129"/>
                  </a:cubicBezTo>
                  <a:cubicBezTo>
                    <a:pt x="364" y="125"/>
                    <a:pt x="379" y="98"/>
                    <a:pt x="396" y="105"/>
                  </a:cubicBezTo>
                  <a:cubicBezTo>
                    <a:pt x="413" y="113"/>
                    <a:pt x="468" y="147"/>
                    <a:pt x="432" y="169"/>
                  </a:cubicBezTo>
                  <a:cubicBezTo>
                    <a:pt x="396" y="191"/>
                    <a:pt x="324" y="214"/>
                    <a:pt x="312" y="224"/>
                  </a:cubicBezTo>
                  <a:cubicBezTo>
                    <a:pt x="300" y="233"/>
                    <a:pt x="277" y="232"/>
                    <a:pt x="312" y="289"/>
                  </a:cubicBezTo>
                  <a:cubicBezTo>
                    <a:pt x="344" y="339"/>
                    <a:pt x="428" y="450"/>
                    <a:pt x="539" y="485"/>
                  </a:cubicBezTo>
                  <a:cubicBezTo>
                    <a:pt x="546" y="487"/>
                    <a:pt x="632" y="504"/>
                    <a:pt x="625" y="51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2" name="îṧḷíďê"/>
            <p:cNvSpPr/>
            <p:nvPr userDrawn="1">
              <p:custDataLst>
                <p:tags r:id="rId14"/>
              </p:custDataLst>
            </p:nvPr>
          </p:nvSpPr>
          <p:spPr bwMode="auto">
            <a:xfrm>
              <a:off x="8339534" y="2693264"/>
              <a:ext cx="982663" cy="1196975"/>
            </a:xfrm>
            <a:custGeom>
              <a:avLst/>
              <a:gdLst>
                <a:gd name="T0" fmla="*/ 268 w 588"/>
                <a:gd name="T1" fmla="*/ 604 h 714"/>
                <a:gd name="T2" fmla="*/ 219 w 588"/>
                <a:gd name="T3" fmla="*/ 538 h 714"/>
                <a:gd name="T4" fmla="*/ 110 w 588"/>
                <a:gd name="T5" fmla="*/ 487 h 714"/>
                <a:gd name="T6" fmla="*/ 258 w 588"/>
                <a:gd name="T7" fmla="*/ 470 h 714"/>
                <a:gd name="T8" fmla="*/ 302 w 588"/>
                <a:gd name="T9" fmla="*/ 390 h 714"/>
                <a:gd name="T10" fmla="*/ 155 w 588"/>
                <a:gd name="T11" fmla="*/ 425 h 714"/>
                <a:gd name="T12" fmla="*/ 275 w 588"/>
                <a:gd name="T13" fmla="*/ 346 h 714"/>
                <a:gd name="T14" fmla="*/ 419 w 588"/>
                <a:gd name="T15" fmla="*/ 309 h 714"/>
                <a:gd name="T16" fmla="*/ 243 w 588"/>
                <a:gd name="T17" fmla="*/ 335 h 714"/>
                <a:gd name="T18" fmla="*/ 99 w 588"/>
                <a:gd name="T19" fmla="*/ 404 h 714"/>
                <a:gd name="T20" fmla="*/ 8 w 588"/>
                <a:gd name="T21" fmla="*/ 457 h 714"/>
                <a:gd name="T22" fmla="*/ 75 w 588"/>
                <a:gd name="T23" fmla="*/ 334 h 714"/>
                <a:gd name="T24" fmla="*/ 107 w 588"/>
                <a:gd name="T25" fmla="*/ 198 h 714"/>
                <a:gd name="T26" fmla="*/ 130 w 588"/>
                <a:gd name="T27" fmla="*/ 124 h 714"/>
                <a:gd name="T28" fmla="*/ 159 w 588"/>
                <a:gd name="T29" fmla="*/ 297 h 714"/>
                <a:gd name="T30" fmla="*/ 178 w 588"/>
                <a:gd name="T31" fmla="*/ 68 h 714"/>
                <a:gd name="T32" fmla="*/ 233 w 588"/>
                <a:gd name="T33" fmla="*/ 63 h 714"/>
                <a:gd name="T34" fmla="*/ 318 w 588"/>
                <a:gd name="T35" fmla="*/ 62 h 714"/>
                <a:gd name="T36" fmla="*/ 389 w 588"/>
                <a:gd name="T37" fmla="*/ 69 h 714"/>
                <a:gd name="T38" fmla="*/ 378 w 588"/>
                <a:gd name="T39" fmla="*/ 133 h 714"/>
                <a:gd name="T40" fmla="*/ 422 w 588"/>
                <a:gd name="T41" fmla="*/ 142 h 714"/>
                <a:gd name="T42" fmla="*/ 502 w 588"/>
                <a:gd name="T43" fmla="*/ 113 h 714"/>
                <a:gd name="T44" fmla="*/ 454 w 588"/>
                <a:gd name="T45" fmla="*/ 265 h 714"/>
                <a:gd name="T46" fmla="*/ 498 w 588"/>
                <a:gd name="T47" fmla="*/ 360 h 714"/>
                <a:gd name="T48" fmla="*/ 383 w 588"/>
                <a:gd name="T49" fmla="*/ 411 h 714"/>
                <a:gd name="T50" fmla="*/ 476 w 588"/>
                <a:gd name="T51" fmla="*/ 445 h 714"/>
                <a:gd name="T52" fmla="*/ 373 w 588"/>
                <a:gd name="T53" fmla="*/ 516 h 714"/>
                <a:gd name="T54" fmla="*/ 269 w 588"/>
                <a:gd name="T55" fmla="*/ 703 h 714"/>
                <a:gd name="T56" fmla="*/ 177 w 588"/>
                <a:gd name="T57" fmla="*/ 626 h 714"/>
                <a:gd name="T58" fmla="*/ 251 w 588"/>
                <a:gd name="T59" fmla="*/ 106 h 714"/>
                <a:gd name="T60" fmla="*/ 236 w 588"/>
                <a:gd name="T61" fmla="*/ 165 h 714"/>
                <a:gd name="T62" fmla="*/ 269 w 588"/>
                <a:gd name="T63" fmla="*/ 129 h 714"/>
                <a:gd name="T64" fmla="*/ 368 w 588"/>
                <a:gd name="T65" fmla="*/ 177 h 714"/>
                <a:gd name="T66" fmla="*/ 404 w 588"/>
                <a:gd name="T67" fmla="*/ 195 h 714"/>
                <a:gd name="T68" fmla="*/ 368 w 588"/>
                <a:gd name="T69" fmla="*/ 177 h 714"/>
                <a:gd name="T70" fmla="*/ 304 w 588"/>
                <a:gd name="T71" fmla="*/ 179 h 714"/>
                <a:gd name="T72" fmla="*/ 310 w 588"/>
                <a:gd name="T73" fmla="*/ 272 h 714"/>
                <a:gd name="T74" fmla="*/ 321 w 588"/>
                <a:gd name="T75" fmla="*/ 266 h 714"/>
                <a:gd name="T76" fmla="*/ 359 w 588"/>
                <a:gd name="T77" fmla="*/ 255 h 714"/>
                <a:gd name="T78" fmla="*/ 373 w 588"/>
                <a:gd name="T79" fmla="*/ 246 h 714"/>
                <a:gd name="T80" fmla="*/ 256 w 588"/>
                <a:gd name="T81" fmla="*/ 218 h 714"/>
                <a:gd name="T82" fmla="*/ 256 w 588"/>
                <a:gd name="T83" fmla="*/ 261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8" h="714">
                  <a:moveTo>
                    <a:pt x="185" y="612"/>
                  </a:moveTo>
                  <a:cubicBezTo>
                    <a:pt x="214" y="611"/>
                    <a:pt x="262" y="609"/>
                    <a:pt x="268" y="604"/>
                  </a:cubicBezTo>
                  <a:cubicBezTo>
                    <a:pt x="276" y="597"/>
                    <a:pt x="298" y="588"/>
                    <a:pt x="281" y="535"/>
                  </a:cubicBezTo>
                  <a:cubicBezTo>
                    <a:pt x="281" y="535"/>
                    <a:pt x="254" y="526"/>
                    <a:pt x="219" y="538"/>
                  </a:cubicBezTo>
                  <a:cubicBezTo>
                    <a:pt x="186" y="550"/>
                    <a:pt x="142" y="567"/>
                    <a:pt x="103" y="523"/>
                  </a:cubicBezTo>
                  <a:cubicBezTo>
                    <a:pt x="88" y="507"/>
                    <a:pt x="85" y="499"/>
                    <a:pt x="110" y="487"/>
                  </a:cubicBezTo>
                  <a:cubicBezTo>
                    <a:pt x="115" y="484"/>
                    <a:pt x="122" y="482"/>
                    <a:pt x="131" y="481"/>
                  </a:cubicBezTo>
                  <a:cubicBezTo>
                    <a:pt x="166" y="476"/>
                    <a:pt x="260" y="487"/>
                    <a:pt x="258" y="470"/>
                  </a:cubicBezTo>
                  <a:cubicBezTo>
                    <a:pt x="257" y="452"/>
                    <a:pt x="245" y="447"/>
                    <a:pt x="252" y="437"/>
                  </a:cubicBezTo>
                  <a:cubicBezTo>
                    <a:pt x="259" y="427"/>
                    <a:pt x="328" y="395"/>
                    <a:pt x="302" y="390"/>
                  </a:cubicBezTo>
                  <a:cubicBezTo>
                    <a:pt x="284" y="386"/>
                    <a:pt x="245" y="403"/>
                    <a:pt x="219" y="420"/>
                  </a:cubicBezTo>
                  <a:cubicBezTo>
                    <a:pt x="200" y="433"/>
                    <a:pt x="175" y="441"/>
                    <a:pt x="155" y="425"/>
                  </a:cubicBezTo>
                  <a:cubicBezTo>
                    <a:pt x="129" y="404"/>
                    <a:pt x="144" y="396"/>
                    <a:pt x="170" y="382"/>
                  </a:cubicBezTo>
                  <a:cubicBezTo>
                    <a:pt x="190" y="371"/>
                    <a:pt x="222" y="358"/>
                    <a:pt x="275" y="346"/>
                  </a:cubicBezTo>
                  <a:cubicBezTo>
                    <a:pt x="396" y="319"/>
                    <a:pt x="449" y="333"/>
                    <a:pt x="440" y="319"/>
                  </a:cubicBezTo>
                  <a:cubicBezTo>
                    <a:pt x="438" y="315"/>
                    <a:pt x="432" y="310"/>
                    <a:pt x="419" y="309"/>
                  </a:cubicBezTo>
                  <a:cubicBezTo>
                    <a:pt x="391" y="307"/>
                    <a:pt x="343" y="316"/>
                    <a:pt x="317" y="318"/>
                  </a:cubicBezTo>
                  <a:cubicBezTo>
                    <a:pt x="281" y="322"/>
                    <a:pt x="266" y="321"/>
                    <a:pt x="243" y="335"/>
                  </a:cubicBezTo>
                  <a:cubicBezTo>
                    <a:pt x="220" y="350"/>
                    <a:pt x="230" y="344"/>
                    <a:pt x="204" y="346"/>
                  </a:cubicBezTo>
                  <a:cubicBezTo>
                    <a:pt x="170" y="347"/>
                    <a:pt x="109" y="361"/>
                    <a:pt x="99" y="404"/>
                  </a:cubicBezTo>
                  <a:cubicBezTo>
                    <a:pt x="86" y="461"/>
                    <a:pt x="59" y="521"/>
                    <a:pt x="31" y="502"/>
                  </a:cubicBezTo>
                  <a:cubicBezTo>
                    <a:pt x="3" y="483"/>
                    <a:pt x="0" y="483"/>
                    <a:pt x="8" y="457"/>
                  </a:cubicBezTo>
                  <a:cubicBezTo>
                    <a:pt x="15" y="432"/>
                    <a:pt x="15" y="361"/>
                    <a:pt x="18" y="354"/>
                  </a:cubicBezTo>
                  <a:cubicBezTo>
                    <a:pt x="40" y="306"/>
                    <a:pt x="59" y="327"/>
                    <a:pt x="75" y="334"/>
                  </a:cubicBezTo>
                  <a:cubicBezTo>
                    <a:pt x="87" y="340"/>
                    <a:pt x="98" y="328"/>
                    <a:pt x="107" y="321"/>
                  </a:cubicBezTo>
                  <a:cubicBezTo>
                    <a:pt x="110" y="278"/>
                    <a:pt x="109" y="219"/>
                    <a:pt x="107" y="198"/>
                  </a:cubicBezTo>
                  <a:cubicBezTo>
                    <a:pt x="106" y="182"/>
                    <a:pt x="92" y="156"/>
                    <a:pt x="100" y="132"/>
                  </a:cubicBezTo>
                  <a:cubicBezTo>
                    <a:pt x="109" y="106"/>
                    <a:pt x="115" y="107"/>
                    <a:pt x="130" y="124"/>
                  </a:cubicBezTo>
                  <a:cubicBezTo>
                    <a:pt x="142" y="137"/>
                    <a:pt x="159" y="158"/>
                    <a:pt x="161" y="173"/>
                  </a:cubicBezTo>
                  <a:cubicBezTo>
                    <a:pt x="163" y="198"/>
                    <a:pt x="150" y="289"/>
                    <a:pt x="159" y="297"/>
                  </a:cubicBezTo>
                  <a:cubicBezTo>
                    <a:pt x="168" y="305"/>
                    <a:pt x="180" y="308"/>
                    <a:pt x="180" y="286"/>
                  </a:cubicBezTo>
                  <a:cubicBezTo>
                    <a:pt x="181" y="264"/>
                    <a:pt x="174" y="81"/>
                    <a:pt x="178" y="68"/>
                  </a:cubicBezTo>
                  <a:cubicBezTo>
                    <a:pt x="181" y="59"/>
                    <a:pt x="198" y="59"/>
                    <a:pt x="210" y="63"/>
                  </a:cubicBezTo>
                  <a:cubicBezTo>
                    <a:pt x="226" y="67"/>
                    <a:pt x="226" y="73"/>
                    <a:pt x="233" y="63"/>
                  </a:cubicBezTo>
                  <a:cubicBezTo>
                    <a:pt x="239" y="54"/>
                    <a:pt x="265" y="47"/>
                    <a:pt x="271" y="55"/>
                  </a:cubicBezTo>
                  <a:cubicBezTo>
                    <a:pt x="280" y="64"/>
                    <a:pt x="312" y="88"/>
                    <a:pt x="318" y="62"/>
                  </a:cubicBezTo>
                  <a:cubicBezTo>
                    <a:pt x="325" y="35"/>
                    <a:pt x="323" y="5"/>
                    <a:pt x="344" y="3"/>
                  </a:cubicBezTo>
                  <a:cubicBezTo>
                    <a:pt x="364" y="0"/>
                    <a:pt x="412" y="46"/>
                    <a:pt x="389" y="69"/>
                  </a:cubicBezTo>
                  <a:cubicBezTo>
                    <a:pt x="367" y="93"/>
                    <a:pt x="358" y="111"/>
                    <a:pt x="358" y="111"/>
                  </a:cubicBezTo>
                  <a:cubicBezTo>
                    <a:pt x="358" y="111"/>
                    <a:pt x="385" y="126"/>
                    <a:pt x="378" y="133"/>
                  </a:cubicBezTo>
                  <a:cubicBezTo>
                    <a:pt x="372" y="141"/>
                    <a:pt x="384" y="157"/>
                    <a:pt x="401" y="157"/>
                  </a:cubicBezTo>
                  <a:cubicBezTo>
                    <a:pt x="418" y="156"/>
                    <a:pt x="455" y="164"/>
                    <a:pt x="422" y="142"/>
                  </a:cubicBezTo>
                  <a:cubicBezTo>
                    <a:pt x="389" y="120"/>
                    <a:pt x="365" y="112"/>
                    <a:pt x="380" y="103"/>
                  </a:cubicBezTo>
                  <a:cubicBezTo>
                    <a:pt x="407" y="85"/>
                    <a:pt x="492" y="65"/>
                    <a:pt x="502" y="113"/>
                  </a:cubicBezTo>
                  <a:cubicBezTo>
                    <a:pt x="505" y="128"/>
                    <a:pt x="503" y="150"/>
                    <a:pt x="486" y="181"/>
                  </a:cubicBezTo>
                  <a:cubicBezTo>
                    <a:pt x="449" y="249"/>
                    <a:pt x="436" y="275"/>
                    <a:pt x="454" y="265"/>
                  </a:cubicBezTo>
                  <a:cubicBezTo>
                    <a:pt x="473" y="256"/>
                    <a:pt x="524" y="252"/>
                    <a:pt x="564" y="307"/>
                  </a:cubicBezTo>
                  <a:cubicBezTo>
                    <a:pt x="564" y="307"/>
                    <a:pt x="588" y="362"/>
                    <a:pt x="498" y="360"/>
                  </a:cubicBezTo>
                  <a:cubicBezTo>
                    <a:pt x="498" y="360"/>
                    <a:pt x="424" y="352"/>
                    <a:pt x="418" y="386"/>
                  </a:cubicBezTo>
                  <a:cubicBezTo>
                    <a:pt x="418" y="386"/>
                    <a:pt x="401" y="403"/>
                    <a:pt x="383" y="411"/>
                  </a:cubicBezTo>
                  <a:cubicBezTo>
                    <a:pt x="364" y="419"/>
                    <a:pt x="321" y="457"/>
                    <a:pt x="362" y="457"/>
                  </a:cubicBezTo>
                  <a:cubicBezTo>
                    <a:pt x="402" y="457"/>
                    <a:pt x="462" y="431"/>
                    <a:pt x="476" y="445"/>
                  </a:cubicBezTo>
                  <a:cubicBezTo>
                    <a:pt x="489" y="459"/>
                    <a:pt x="529" y="518"/>
                    <a:pt x="482" y="524"/>
                  </a:cubicBezTo>
                  <a:cubicBezTo>
                    <a:pt x="436" y="529"/>
                    <a:pt x="399" y="500"/>
                    <a:pt x="373" y="516"/>
                  </a:cubicBezTo>
                  <a:cubicBezTo>
                    <a:pt x="346" y="533"/>
                    <a:pt x="377" y="593"/>
                    <a:pt x="352" y="631"/>
                  </a:cubicBezTo>
                  <a:cubicBezTo>
                    <a:pt x="327" y="669"/>
                    <a:pt x="292" y="714"/>
                    <a:pt x="269" y="703"/>
                  </a:cubicBezTo>
                  <a:cubicBezTo>
                    <a:pt x="246" y="692"/>
                    <a:pt x="238" y="665"/>
                    <a:pt x="217" y="654"/>
                  </a:cubicBezTo>
                  <a:cubicBezTo>
                    <a:pt x="205" y="648"/>
                    <a:pt x="189" y="635"/>
                    <a:pt x="177" y="626"/>
                  </a:cubicBezTo>
                  <a:cubicBezTo>
                    <a:pt x="156" y="608"/>
                    <a:pt x="158" y="612"/>
                    <a:pt x="185" y="612"/>
                  </a:cubicBezTo>
                  <a:close/>
                  <a:moveTo>
                    <a:pt x="251" y="106"/>
                  </a:moveTo>
                  <a:cubicBezTo>
                    <a:pt x="239" y="101"/>
                    <a:pt x="239" y="101"/>
                    <a:pt x="239" y="112"/>
                  </a:cubicBezTo>
                  <a:cubicBezTo>
                    <a:pt x="236" y="165"/>
                    <a:pt x="236" y="165"/>
                    <a:pt x="236" y="165"/>
                  </a:cubicBezTo>
                  <a:cubicBezTo>
                    <a:pt x="235" y="179"/>
                    <a:pt x="234" y="183"/>
                    <a:pt x="247" y="170"/>
                  </a:cubicBezTo>
                  <a:cubicBezTo>
                    <a:pt x="257" y="161"/>
                    <a:pt x="268" y="145"/>
                    <a:pt x="269" y="129"/>
                  </a:cubicBezTo>
                  <a:cubicBezTo>
                    <a:pt x="269" y="115"/>
                    <a:pt x="260" y="109"/>
                    <a:pt x="251" y="106"/>
                  </a:cubicBezTo>
                  <a:close/>
                  <a:moveTo>
                    <a:pt x="368" y="177"/>
                  </a:moveTo>
                  <a:cubicBezTo>
                    <a:pt x="363" y="182"/>
                    <a:pt x="363" y="188"/>
                    <a:pt x="367" y="192"/>
                  </a:cubicBezTo>
                  <a:cubicBezTo>
                    <a:pt x="372" y="197"/>
                    <a:pt x="394" y="198"/>
                    <a:pt x="404" y="195"/>
                  </a:cubicBezTo>
                  <a:cubicBezTo>
                    <a:pt x="407" y="194"/>
                    <a:pt x="407" y="191"/>
                    <a:pt x="408" y="188"/>
                  </a:cubicBezTo>
                  <a:cubicBezTo>
                    <a:pt x="414" y="172"/>
                    <a:pt x="368" y="177"/>
                    <a:pt x="368" y="177"/>
                  </a:cubicBezTo>
                  <a:close/>
                  <a:moveTo>
                    <a:pt x="315" y="186"/>
                  </a:moveTo>
                  <a:cubicBezTo>
                    <a:pt x="320" y="177"/>
                    <a:pt x="312" y="166"/>
                    <a:pt x="304" y="179"/>
                  </a:cubicBezTo>
                  <a:cubicBezTo>
                    <a:pt x="294" y="193"/>
                    <a:pt x="303" y="204"/>
                    <a:pt x="315" y="186"/>
                  </a:cubicBezTo>
                  <a:close/>
                  <a:moveTo>
                    <a:pt x="310" y="272"/>
                  </a:moveTo>
                  <a:cubicBezTo>
                    <a:pt x="310" y="272"/>
                    <a:pt x="311" y="276"/>
                    <a:pt x="317" y="277"/>
                  </a:cubicBezTo>
                  <a:cubicBezTo>
                    <a:pt x="324" y="278"/>
                    <a:pt x="323" y="273"/>
                    <a:pt x="321" y="266"/>
                  </a:cubicBezTo>
                  <a:cubicBezTo>
                    <a:pt x="319" y="260"/>
                    <a:pt x="309" y="272"/>
                    <a:pt x="310" y="272"/>
                  </a:cubicBezTo>
                  <a:close/>
                  <a:moveTo>
                    <a:pt x="359" y="255"/>
                  </a:moveTo>
                  <a:cubicBezTo>
                    <a:pt x="359" y="255"/>
                    <a:pt x="364" y="259"/>
                    <a:pt x="371" y="259"/>
                  </a:cubicBezTo>
                  <a:cubicBezTo>
                    <a:pt x="378" y="259"/>
                    <a:pt x="378" y="253"/>
                    <a:pt x="373" y="246"/>
                  </a:cubicBezTo>
                  <a:cubicBezTo>
                    <a:pt x="367" y="239"/>
                    <a:pt x="359" y="254"/>
                    <a:pt x="359" y="255"/>
                  </a:cubicBezTo>
                  <a:close/>
                  <a:moveTo>
                    <a:pt x="256" y="218"/>
                  </a:moveTo>
                  <a:cubicBezTo>
                    <a:pt x="237" y="205"/>
                    <a:pt x="220" y="258"/>
                    <a:pt x="223" y="271"/>
                  </a:cubicBezTo>
                  <a:cubicBezTo>
                    <a:pt x="220" y="285"/>
                    <a:pt x="243" y="271"/>
                    <a:pt x="256" y="261"/>
                  </a:cubicBezTo>
                  <a:cubicBezTo>
                    <a:pt x="270" y="251"/>
                    <a:pt x="272" y="228"/>
                    <a:pt x="256" y="21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ś1ïḓè"/>
            <p:cNvSpPr/>
            <p:nvPr userDrawn="1">
              <p:custDataLst>
                <p:tags r:id="rId15"/>
              </p:custDataLst>
            </p:nvPr>
          </p:nvSpPr>
          <p:spPr bwMode="auto">
            <a:xfrm>
              <a:off x="2869804" y="2524126"/>
              <a:ext cx="1824038" cy="1827213"/>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ṡļïḑè"/>
            <p:cNvSpPr/>
            <p:nvPr userDrawn="1">
              <p:custDataLst>
                <p:tags r:id="rId16"/>
              </p:custDataLst>
            </p:nvPr>
          </p:nvSpPr>
          <p:spPr bwMode="auto">
            <a:xfrm>
              <a:off x="2968229" y="2620963"/>
              <a:ext cx="1628775" cy="1631950"/>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í$líḋè"/>
            <p:cNvSpPr/>
            <p:nvPr userDrawn="1">
              <p:custDataLst>
                <p:tags r:id="rId17"/>
              </p:custDataLst>
            </p:nvPr>
          </p:nvSpPr>
          <p:spPr bwMode="auto">
            <a:xfrm>
              <a:off x="3268267" y="2881313"/>
              <a:ext cx="228600" cy="25876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ľîḋè"/>
            <p:cNvSpPr/>
            <p:nvPr userDrawn="1">
              <p:custDataLst>
                <p:tags r:id="rId18"/>
              </p:custDataLst>
            </p:nvPr>
          </p:nvSpPr>
          <p:spPr bwMode="auto">
            <a:xfrm>
              <a:off x="3538142" y="2755901"/>
              <a:ext cx="176213" cy="206375"/>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íSļïḑê"/>
            <p:cNvSpPr/>
            <p:nvPr userDrawn="1">
              <p:custDataLst>
                <p:tags r:id="rId19"/>
              </p:custDataLst>
            </p:nvPr>
          </p:nvSpPr>
          <p:spPr bwMode="auto">
            <a:xfrm>
              <a:off x="3828654" y="2736851"/>
              <a:ext cx="230188" cy="242888"/>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iṥḷîďé"/>
            <p:cNvSpPr/>
            <p:nvPr userDrawn="1">
              <p:custDataLst>
                <p:tags r:id="rId20"/>
              </p:custDataLst>
            </p:nvPr>
          </p:nvSpPr>
          <p:spPr bwMode="auto">
            <a:xfrm>
              <a:off x="3336529" y="3048001"/>
              <a:ext cx="922338" cy="860425"/>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şḻíḓé"/>
            <p:cNvSpPr/>
            <p:nvPr userDrawn="1">
              <p:custDataLst>
                <p:tags r:id="rId21"/>
              </p:custDataLst>
            </p:nvPr>
          </p:nvSpPr>
          <p:spPr bwMode="auto">
            <a:xfrm>
              <a:off x="3393679" y="3111501"/>
              <a:ext cx="803275" cy="733425"/>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îšḻîďê"/>
            <p:cNvSpPr/>
            <p:nvPr userDrawn="1">
              <p:custDataLst>
                <p:tags r:id="rId22"/>
              </p:custDataLst>
            </p:nvPr>
          </p:nvSpPr>
          <p:spPr bwMode="auto">
            <a:xfrm>
              <a:off x="3109517" y="3192463"/>
              <a:ext cx="147638" cy="104775"/>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ľíḑè"/>
            <p:cNvSpPr/>
            <p:nvPr userDrawn="1">
              <p:custDataLst>
                <p:tags r:id="rId23"/>
              </p:custDataLst>
            </p:nvPr>
          </p:nvSpPr>
          <p:spPr bwMode="auto">
            <a:xfrm>
              <a:off x="3080942" y="3298826"/>
              <a:ext cx="147638" cy="133350"/>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s1îḍê"/>
            <p:cNvSpPr/>
            <p:nvPr userDrawn="1">
              <p:custDataLst>
                <p:tags r:id="rId24"/>
              </p:custDataLst>
            </p:nvPr>
          </p:nvSpPr>
          <p:spPr bwMode="auto">
            <a:xfrm>
              <a:off x="3079354" y="3443288"/>
              <a:ext cx="147638" cy="147638"/>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userDrawn="1">
              <p:custDataLst>
                <p:tags r:id="rId25"/>
              </p:custDataLst>
            </p:nvPr>
          </p:nvSpPr>
          <p:spPr bwMode="auto">
            <a:xfrm>
              <a:off x="3114279" y="3617913"/>
              <a:ext cx="169863" cy="147638"/>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ṥlîḍè"/>
            <p:cNvSpPr/>
            <p:nvPr userDrawn="1">
              <p:custDataLst>
                <p:tags r:id="rId26"/>
              </p:custDataLst>
            </p:nvPr>
          </p:nvSpPr>
          <p:spPr bwMode="auto">
            <a:xfrm>
              <a:off x="3147617" y="3763963"/>
              <a:ext cx="161925" cy="139700"/>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ṩļîďè"/>
            <p:cNvSpPr/>
            <p:nvPr userDrawn="1">
              <p:custDataLst>
                <p:tags r:id="rId27"/>
              </p:custDataLst>
            </p:nvPr>
          </p:nvSpPr>
          <p:spPr bwMode="auto">
            <a:xfrm>
              <a:off x="3239692" y="3803651"/>
              <a:ext cx="165100" cy="166688"/>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ṧ1îḑè"/>
            <p:cNvSpPr/>
            <p:nvPr userDrawn="1">
              <p:custDataLst>
                <p:tags r:id="rId28"/>
              </p:custDataLst>
            </p:nvPr>
          </p:nvSpPr>
          <p:spPr bwMode="auto">
            <a:xfrm>
              <a:off x="3342879" y="3943351"/>
              <a:ext cx="57150" cy="46038"/>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íṣ1íḋê"/>
            <p:cNvSpPr/>
            <p:nvPr userDrawn="1">
              <p:custDataLst>
                <p:tags r:id="rId29"/>
              </p:custDataLst>
            </p:nvPr>
          </p:nvSpPr>
          <p:spPr bwMode="auto">
            <a:xfrm>
              <a:off x="3355579" y="3932238"/>
              <a:ext cx="150813" cy="142875"/>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śļiḓé"/>
            <p:cNvSpPr/>
            <p:nvPr userDrawn="1">
              <p:custDataLst>
                <p:tags r:id="rId30"/>
              </p:custDataLst>
            </p:nvPr>
          </p:nvSpPr>
          <p:spPr bwMode="auto">
            <a:xfrm>
              <a:off x="3452417" y="3976688"/>
              <a:ext cx="158750" cy="177800"/>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Sḻïdè"/>
            <p:cNvSpPr/>
            <p:nvPr userDrawn="1">
              <p:custDataLst>
                <p:tags r:id="rId31"/>
              </p:custDataLst>
            </p:nvPr>
          </p:nvSpPr>
          <p:spPr bwMode="auto">
            <a:xfrm>
              <a:off x="3604817" y="4021138"/>
              <a:ext cx="168275" cy="158750"/>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ïṥḷide"/>
            <p:cNvSpPr/>
            <p:nvPr userDrawn="1">
              <p:custDataLst>
                <p:tags r:id="rId32"/>
              </p:custDataLst>
            </p:nvPr>
          </p:nvSpPr>
          <p:spPr bwMode="auto">
            <a:xfrm>
              <a:off x="3811192" y="4035426"/>
              <a:ext cx="142875" cy="149225"/>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ṣlïḍé"/>
            <p:cNvSpPr/>
            <p:nvPr userDrawn="1">
              <p:custDataLst>
                <p:tags r:id="rId33"/>
              </p:custDataLst>
            </p:nvPr>
          </p:nvSpPr>
          <p:spPr bwMode="auto">
            <a:xfrm>
              <a:off x="3957242" y="3975101"/>
              <a:ext cx="161925" cy="184150"/>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şļîḋe"/>
            <p:cNvSpPr/>
            <p:nvPr userDrawn="1">
              <p:custDataLst>
                <p:tags r:id="rId34"/>
              </p:custDataLst>
            </p:nvPr>
          </p:nvSpPr>
          <p:spPr bwMode="auto">
            <a:xfrm>
              <a:off x="4098529" y="3937001"/>
              <a:ext cx="114300" cy="153988"/>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líḋe"/>
            <p:cNvSpPr/>
            <p:nvPr userDrawn="1">
              <p:custDataLst>
                <p:tags r:id="rId35"/>
              </p:custDataLst>
            </p:nvPr>
          </p:nvSpPr>
          <p:spPr bwMode="auto">
            <a:xfrm>
              <a:off x="4149329" y="3846513"/>
              <a:ext cx="138113" cy="160338"/>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ḷïďê"/>
            <p:cNvSpPr/>
            <p:nvPr userDrawn="1">
              <p:custDataLst>
                <p:tags r:id="rId36"/>
              </p:custDataLst>
            </p:nvPr>
          </p:nvSpPr>
          <p:spPr bwMode="auto">
            <a:xfrm>
              <a:off x="4250929" y="3752851"/>
              <a:ext cx="180975" cy="173038"/>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ṩḷîďe"/>
            <p:cNvSpPr/>
            <p:nvPr userDrawn="1">
              <p:custDataLst>
                <p:tags r:id="rId37"/>
              </p:custDataLst>
            </p:nvPr>
          </p:nvSpPr>
          <p:spPr bwMode="auto">
            <a:xfrm>
              <a:off x="4319192" y="3654426"/>
              <a:ext cx="177800" cy="142875"/>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íṡļïḍé"/>
            <p:cNvSpPr/>
            <p:nvPr userDrawn="1">
              <p:custDataLst>
                <p:tags r:id="rId38"/>
              </p:custDataLst>
            </p:nvPr>
          </p:nvSpPr>
          <p:spPr bwMode="auto">
            <a:xfrm>
              <a:off x="4360467" y="3546476"/>
              <a:ext cx="149225" cy="115888"/>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îŝḻïḍé"/>
            <p:cNvSpPr/>
            <p:nvPr userDrawn="1">
              <p:custDataLst>
                <p:tags r:id="rId39"/>
              </p:custDataLst>
            </p:nvPr>
          </p:nvSpPr>
          <p:spPr bwMode="auto">
            <a:xfrm>
              <a:off x="4381104" y="3465513"/>
              <a:ext cx="141288" cy="69850"/>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sḻïďê"/>
            <p:cNvSpPr/>
            <p:nvPr userDrawn="1">
              <p:custDataLst>
                <p:tags r:id="rId40"/>
              </p:custDataLst>
            </p:nvPr>
          </p:nvSpPr>
          <p:spPr bwMode="auto">
            <a:xfrm>
              <a:off x="4382692" y="3332163"/>
              <a:ext cx="142875" cy="123825"/>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iṡlîḍê"/>
            <p:cNvSpPr/>
            <p:nvPr userDrawn="1">
              <p:custDataLst>
                <p:tags r:id="rId41"/>
              </p:custDataLst>
            </p:nvPr>
          </p:nvSpPr>
          <p:spPr bwMode="auto">
            <a:xfrm>
              <a:off x="4344592" y="3192463"/>
              <a:ext cx="160338" cy="133350"/>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şḷíḍê"/>
            <p:cNvSpPr/>
            <p:nvPr userDrawn="1">
              <p:custDataLst>
                <p:tags r:id="rId42"/>
              </p:custDataLst>
            </p:nvPr>
          </p:nvSpPr>
          <p:spPr bwMode="auto">
            <a:xfrm>
              <a:off x="4090592" y="2903538"/>
              <a:ext cx="250825" cy="234950"/>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1îḋê"/>
            <p:cNvSpPr/>
            <p:nvPr userDrawn="1">
              <p:custDataLst>
                <p:tags r:id="rId43"/>
              </p:custDataLst>
            </p:nvPr>
          </p:nvSpPr>
          <p:spPr bwMode="auto">
            <a:xfrm>
              <a:off x="5077653" y="3946525"/>
              <a:ext cx="149225" cy="238125"/>
            </a:xfrm>
            <a:custGeom>
              <a:avLst/>
              <a:gdLst>
                <a:gd name="T0" fmla="*/ 21 w 37"/>
                <a:gd name="T1" fmla="*/ 56 h 56"/>
                <a:gd name="T2" fmla="*/ 14 w 37"/>
                <a:gd name="T3" fmla="*/ 55 h 56"/>
                <a:gd name="T4" fmla="*/ 11 w 37"/>
                <a:gd name="T5" fmla="*/ 54 h 56"/>
                <a:gd name="T6" fmla="*/ 4 w 37"/>
                <a:gd name="T7" fmla="*/ 56 h 56"/>
                <a:gd name="T8" fmla="*/ 0 w 37"/>
                <a:gd name="T9" fmla="*/ 41 h 56"/>
                <a:gd name="T10" fmla="*/ 2 w 37"/>
                <a:gd name="T11" fmla="*/ 41 h 56"/>
                <a:gd name="T12" fmla="*/ 20 w 37"/>
                <a:gd name="T13" fmla="*/ 53 h 56"/>
                <a:gd name="T14" fmla="*/ 31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4" y="56"/>
                  </a:cubicBezTo>
                  <a:cubicBezTo>
                    <a:pt x="0" y="41"/>
                    <a:pt x="0" y="41"/>
                    <a:pt x="0" y="41"/>
                  </a:cubicBezTo>
                  <a:cubicBezTo>
                    <a:pt x="2" y="41"/>
                    <a:pt x="2" y="41"/>
                    <a:pt x="2" y="41"/>
                  </a:cubicBezTo>
                  <a:cubicBezTo>
                    <a:pt x="3" y="44"/>
                    <a:pt x="10" y="53"/>
                    <a:pt x="20" y="53"/>
                  </a:cubicBezTo>
                  <a:cubicBezTo>
                    <a:pt x="28" y="53"/>
                    <a:pt x="31" y="48"/>
                    <a:pt x="31" y="43"/>
                  </a:cubicBezTo>
                  <a:cubicBezTo>
                    <a:pt x="31"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sḻîḓé"/>
            <p:cNvSpPr/>
            <p:nvPr userDrawn="1">
              <p:custDataLst>
                <p:tags r:id="rId44"/>
              </p:custDataLst>
            </p:nvPr>
          </p:nvSpPr>
          <p:spPr bwMode="auto">
            <a:xfrm>
              <a:off x="5247516" y="3956050"/>
              <a:ext cx="206375" cy="228600"/>
            </a:xfrm>
            <a:custGeom>
              <a:avLst/>
              <a:gdLst>
                <a:gd name="T0" fmla="*/ 51 w 51"/>
                <a:gd name="T1" fmla="*/ 2 h 54"/>
                <a:gd name="T2" fmla="*/ 48 w 51"/>
                <a:gd name="T3" fmla="*/ 2 h 54"/>
                <a:gd name="T4" fmla="*/ 43 w 51"/>
                <a:gd name="T5" fmla="*/ 8 h 54"/>
                <a:gd name="T6" fmla="*/ 43 w 51"/>
                <a:gd name="T7" fmla="*/ 36 h 54"/>
                <a:gd name="T8" fmla="*/ 26 w 51"/>
                <a:gd name="T9" fmla="*/ 54 h 54"/>
                <a:gd name="T10" fmla="*/ 8 w 51"/>
                <a:gd name="T11" fmla="*/ 36 h 54"/>
                <a:gd name="T12" fmla="*/ 8 w 51"/>
                <a:gd name="T13" fmla="*/ 7 h 54"/>
                <a:gd name="T14" fmla="*/ 2 w 51"/>
                <a:gd name="T15" fmla="*/ 2 h 54"/>
                <a:gd name="T16" fmla="*/ 0 w 51"/>
                <a:gd name="T17" fmla="*/ 2 h 54"/>
                <a:gd name="T18" fmla="*/ 0 w 51"/>
                <a:gd name="T19" fmla="*/ 0 h 54"/>
                <a:gd name="T20" fmla="*/ 24 w 51"/>
                <a:gd name="T21" fmla="*/ 0 h 54"/>
                <a:gd name="T22" fmla="*/ 24 w 51"/>
                <a:gd name="T23" fmla="*/ 2 h 54"/>
                <a:gd name="T24" fmla="*/ 21 w 51"/>
                <a:gd name="T25" fmla="*/ 2 h 54"/>
                <a:gd name="T26" fmla="*/ 16 w 51"/>
                <a:gd name="T27" fmla="*/ 7 h 54"/>
                <a:gd name="T28" fmla="*/ 16 w 51"/>
                <a:gd name="T29" fmla="*/ 35 h 54"/>
                <a:gd name="T30" fmla="*/ 29 w 51"/>
                <a:gd name="T31" fmla="*/ 51 h 54"/>
                <a:gd name="T32" fmla="*/ 41 w 51"/>
                <a:gd name="T33" fmla="*/ 37 h 54"/>
                <a:gd name="T34" fmla="*/ 41 w 51"/>
                <a:gd name="T35" fmla="*/ 8 h 54"/>
                <a:gd name="T36" fmla="*/ 35 w 51"/>
                <a:gd name="T37" fmla="*/ 2 h 54"/>
                <a:gd name="T38" fmla="*/ 34 w 51"/>
                <a:gd name="T39" fmla="*/ 2 h 54"/>
                <a:gd name="T40" fmla="*/ 34 w 51"/>
                <a:gd name="T41" fmla="*/ 0 h 54"/>
                <a:gd name="T42" fmla="*/ 51 w 51"/>
                <a:gd name="T43" fmla="*/ 0 h 54"/>
                <a:gd name="T44" fmla="*/ 51 w 51"/>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54">
                  <a:moveTo>
                    <a:pt x="51" y="2"/>
                  </a:moveTo>
                  <a:cubicBezTo>
                    <a:pt x="48" y="2"/>
                    <a:pt x="48" y="2"/>
                    <a:pt x="48" y="2"/>
                  </a:cubicBezTo>
                  <a:cubicBezTo>
                    <a:pt x="45" y="2"/>
                    <a:pt x="43" y="4"/>
                    <a:pt x="43" y="8"/>
                  </a:cubicBezTo>
                  <a:cubicBezTo>
                    <a:pt x="43" y="36"/>
                    <a:pt x="43" y="36"/>
                    <a:pt x="43" y="36"/>
                  </a:cubicBezTo>
                  <a:cubicBezTo>
                    <a:pt x="43" y="44"/>
                    <a:pt x="39" y="54"/>
                    <a:pt x="26" y="54"/>
                  </a:cubicBezTo>
                  <a:cubicBezTo>
                    <a:pt x="17" y="54"/>
                    <a:pt x="8" y="49"/>
                    <a:pt x="8" y="36"/>
                  </a:cubicBezTo>
                  <a:cubicBezTo>
                    <a:pt x="8" y="7"/>
                    <a:pt x="8" y="7"/>
                    <a:pt x="8" y="7"/>
                  </a:cubicBezTo>
                  <a:cubicBezTo>
                    <a:pt x="8"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35"/>
                    <a:pt x="16" y="35"/>
                    <a:pt x="16" y="35"/>
                  </a:cubicBezTo>
                  <a:cubicBezTo>
                    <a:pt x="16" y="46"/>
                    <a:pt x="22" y="51"/>
                    <a:pt x="29" y="51"/>
                  </a:cubicBezTo>
                  <a:cubicBezTo>
                    <a:pt x="36"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1" y="0"/>
                    <a:pt x="51" y="0"/>
                    <a:pt x="51" y="0"/>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iŝḷïdê"/>
            <p:cNvSpPr/>
            <p:nvPr userDrawn="1">
              <p:custDataLst>
                <p:tags r:id="rId45"/>
              </p:custDataLst>
            </p:nvPr>
          </p:nvSpPr>
          <p:spPr bwMode="auto">
            <a:xfrm>
              <a:off x="5465003" y="3956050"/>
              <a:ext cx="206375" cy="220663"/>
            </a:xfrm>
            <a:custGeom>
              <a:avLst/>
              <a:gdLst>
                <a:gd name="T0" fmla="*/ 43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6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3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3"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7" y="50"/>
                    <a:pt x="8" y="48"/>
                    <a:pt x="8" y="44"/>
                  </a:cubicBezTo>
                  <a:cubicBezTo>
                    <a:pt x="8" y="7"/>
                    <a:pt x="8" y="7"/>
                    <a:pt x="8" y="7"/>
                  </a:cubicBezTo>
                  <a:cubicBezTo>
                    <a:pt x="8" y="2"/>
                    <a:pt x="4" y="2"/>
                    <a:pt x="2" y="2"/>
                  </a:cubicBezTo>
                  <a:cubicBezTo>
                    <a:pt x="0" y="2"/>
                    <a:pt x="0" y="2"/>
                    <a:pt x="0" y="2"/>
                  </a:cubicBezTo>
                  <a:cubicBezTo>
                    <a:pt x="0" y="0"/>
                    <a:pt x="0" y="0"/>
                    <a:pt x="0" y="0"/>
                  </a:cubicBezTo>
                  <a:cubicBezTo>
                    <a:pt x="16" y="0"/>
                    <a:pt x="16" y="0"/>
                    <a:pt x="16"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3"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ïṥļïḑé"/>
            <p:cNvSpPr/>
            <p:nvPr userDrawn="1">
              <p:custDataLst>
                <p:tags r:id="rId46"/>
              </p:custDataLst>
            </p:nvPr>
          </p:nvSpPr>
          <p:spPr bwMode="auto">
            <a:xfrm>
              <a:off x="5885691" y="3956050"/>
              <a:ext cx="217488" cy="220663"/>
            </a:xfrm>
            <a:custGeom>
              <a:avLst/>
              <a:gdLst>
                <a:gd name="T0" fmla="*/ 51 w 54"/>
                <a:gd name="T1" fmla="*/ 2 h 52"/>
                <a:gd name="T2" fmla="*/ 44 w 54"/>
                <a:gd name="T3" fmla="*/ 8 h 52"/>
                <a:gd name="T4" fmla="*/ 31 w 54"/>
                <a:gd name="T5" fmla="*/ 31 h 52"/>
                <a:gd name="T6" fmla="*/ 31 w 54"/>
                <a:gd name="T7" fmla="*/ 45 h 52"/>
                <a:gd name="T8" fmla="*/ 36 w 54"/>
                <a:gd name="T9" fmla="*/ 50 h 52"/>
                <a:gd name="T10" fmla="*/ 40 w 54"/>
                <a:gd name="T11" fmla="*/ 50 h 52"/>
                <a:gd name="T12" fmla="*/ 40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8 w 54"/>
                <a:gd name="T25" fmla="*/ 7 h 52"/>
                <a:gd name="T26" fmla="*/ 1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8 w 54"/>
                <a:gd name="T41" fmla="*/ 7 h 52"/>
                <a:gd name="T42" fmla="*/ 30 w 54"/>
                <a:gd name="T43" fmla="*/ 27 h 52"/>
                <a:gd name="T44" fmla="*/ 41 w 54"/>
                <a:gd name="T45" fmla="*/ 8 h 52"/>
                <a:gd name="T46" fmla="*/ 42 w 54"/>
                <a:gd name="T47" fmla="*/ 5 h 52"/>
                <a:gd name="T48" fmla="*/ 39 w 54"/>
                <a:gd name="T49" fmla="*/ 2 h 52"/>
                <a:gd name="T50" fmla="*/ 35 w 54"/>
                <a:gd name="T51" fmla="*/ 2 h 52"/>
                <a:gd name="T52" fmla="*/ 35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7" y="2"/>
                    <a:pt x="46" y="5"/>
                    <a:pt x="44" y="8"/>
                  </a:cubicBezTo>
                  <a:cubicBezTo>
                    <a:pt x="31" y="31"/>
                    <a:pt x="31" y="31"/>
                    <a:pt x="31" y="31"/>
                  </a:cubicBezTo>
                  <a:cubicBezTo>
                    <a:pt x="31" y="45"/>
                    <a:pt x="31" y="45"/>
                    <a:pt x="31" y="45"/>
                  </a:cubicBezTo>
                  <a:cubicBezTo>
                    <a:pt x="31" y="48"/>
                    <a:pt x="33" y="50"/>
                    <a:pt x="36" y="50"/>
                  </a:cubicBezTo>
                  <a:cubicBezTo>
                    <a:pt x="40" y="50"/>
                    <a:pt x="40" y="50"/>
                    <a:pt x="40" y="50"/>
                  </a:cubicBezTo>
                  <a:cubicBezTo>
                    <a:pt x="40" y="52"/>
                    <a:pt x="40" y="52"/>
                    <a:pt x="40" y="52"/>
                  </a:cubicBezTo>
                  <a:cubicBezTo>
                    <a:pt x="14" y="52"/>
                    <a:pt x="14" y="52"/>
                    <a:pt x="14" y="52"/>
                  </a:cubicBezTo>
                  <a:cubicBezTo>
                    <a:pt x="14" y="50"/>
                    <a:pt x="14" y="50"/>
                    <a:pt x="14" y="50"/>
                  </a:cubicBezTo>
                  <a:cubicBezTo>
                    <a:pt x="18" y="50"/>
                    <a:pt x="18" y="50"/>
                    <a:pt x="18" y="50"/>
                  </a:cubicBezTo>
                  <a:cubicBezTo>
                    <a:pt x="21" y="50"/>
                    <a:pt x="23" y="49"/>
                    <a:pt x="23" y="45"/>
                  </a:cubicBezTo>
                  <a:cubicBezTo>
                    <a:pt x="23" y="31"/>
                    <a:pt x="23" y="31"/>
                    <a:pt x="23" y="31"/>
                  </a:cubicBezTo>
                  <a:cubicBezTo>
                    <a:pt x="8" y="7"/>
                    <a:pt x="8" y="7"/>
                    <a:pt x="8" y="7"/>
                  </a:cubicBezTo>
                  <a:cubicBezTo>
                    <a:pt x="6" y="3"/>
                    <a:pt x="5" y="2"/>
                    <a:pt x="1"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8" y="7"/>
                  </a:cubicBezTo>
                  <a:cubicBezTo>
                    <a:pt x="30" y="27"/>
                    <a:pt x="30" y="27"/>
                    <a:pt x="30" y="27"/>
                  </a:cubicBezTo>
                  <a:cubicBezTo>
                    <a:pt x="41" y="8"/>
                    <a:pt x="41" y="8"/>
                    <a:pt x="41" y="8"/>
                  </a:cubicBezTo>
                  <a:cubicBezTo>
                    <a:pt x="42" y="7"/>
                    <a:pt x="42" y="6"/>
                    <a:pt x="42" y="5"/>
                  </a:cubicBezTo>
                  <a:cubicBezTo>
                    <a:pt x="42" y="3"/>
                    <a:pt x="41" y="2"/>
                    <a:pt x="39" y="2"/>
                  </a:cubicBezTo>
                  <a:cubicBezTo>
                    <a:pt x="35" y="2"/>
                    <a:pt x="35" y="2"/>
                    <a:pt x="35" y="2"/>
                  </a:cubicBezTo>
                  <a:cubicBezTo>
                    <a:pt x="35" y="0"/>
                    <a:pt x="35" y="0"/>
                    <a:pt x="35"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ṧḻîḑè"/>
            <p:cNvSpPr/>
            <p:nvPr userDrawn="1">
              <p:custDataLst>
                <p:tags r:id="rId47"/>
              </p:custDataLst>
            </p:nvPr>
          </p:nvSpPr>
          <p:spPr bwMode="auto">
            <a:xfrm>
              <a:off x="6119053" y="3951288"/>
              <a:ext cx="219075" cy="225425"/>
            </a:xfrm>
            <a:custGeom>
              <a:avLst/>
              <a:gdLst>
                <a:gd name="T0" fmla="*/ 31 w 54"/>
                <a:gd name="T1" fmla="*/ 53 h 53"/>
                <a:gd name="T2" fmla="*/ 31 w 54"/>
                <a:gd name="T3" fmla="*/ 51 h 53"/>
                <a:gd name="T4" fmla="*/ 34 w 54"/>
                <a:gd name="T5" fmla="*/ 51 h 53"/>
                <a:gd name="T6" fmla="*/ 37 w 54"/>
                <a:gd name="T7" fmla="*/ 48 h 53"/>
                <a:gd name="T8" fmla="*/ 37 w 54"/>
                <a:gd name="T9" fmla="*/ 45 h 53"/>
                <a:gd name="T10" fmla="*/ 33 w 54"/>
                <a:gd name="T11" fmla="*/ 35 h 53"/>
                <a:gd name="T12" fmla="*/ 15 w 54"/>
                <a:gd name="T13" fmla="*/ 35 h 53"/>
                <a:gd name="T14" fmla="*/ 11 w 54"/>
                <a:gd name="T15" fmla="*/ 46 h 53"/>
                <a:gd name="T16" fmla="*/ 11 w 54"/>
                <a:gd name="T17" fmla="*/ 48 h 53"/>
                <a:gd name="T18" fmla="*/ 15 w 54"/>
                <a:gd name="T19" fmla="*/ 51 h 53"/>
                <a:gd name="T20" fmla="*/ 18 w 54"/>
                <a:gd name="T21" fmla="*/ 51 h 53"/>
                <a:gd name="T22" fmla="*/ 18 w 54"/>
                <a:gd name="T23" fmla="*/ 53 h 53"/>
                <a:gd name="T24" fmla="*/ 0 w 54"/>
                <a:gd name="T25" fmla="*/ 53 h 53"/>
                <a:gd name="T26" fmla="*/ 0 w 54"/>
                <a:gd name="T27" fmla="*/ 51 h 53"/>
                <a:gd name="T28" fmla="*/ 3 w 54"/>
                <a:gd name="T29" fmla="*/ 51 h 53"/>
                <a:gd name="T30" fmla="*/ 9 w 54"/>
                <a:gd name="T31" fmla="*/ 45 h 53"/>
                <a:gd name="T32" fmla="*/ 23 w 54"/>
                <a:gd name="T33" fmla="*/ 0 h 53"/>
                <a:gd name="T34" fmla="*/ 30 w 54"/>
                <a:gd name="T35" fmla="*/ 0 h 53"/>
                <a:gd name="T36" fmla="*/ 46 w 54"/>
                <a:gd name="T37" fmla="*/ 45 h 53"/>
                <a:gd name="T38" fmla="*/ 53 w 54"/>
                <a:gd name="T39" fmla="*/ 51 h 53"/>
                <a:gd name="T40" fmla="*/ 54 w 54"/>
                <a:gd name="T41" fmla="*/ 51 h 53"/>
                <a:gd name="T42" fmla="*/ 54 w 54"/>
                <a:gd name="T43" fmla="*/ 53 h 53"/>
                <a:gd name="T44" fmla="*/ 31 w 54"/>
                <a:gd name="T45" fmla="*/ 53 h 53"/>
                <a:gd name="T46" fmla="*/ 23 w 54"/>
                <a:gd name="T47" fmla="*/ 7 h 53"/>
                <a:gd name="T48" fmla="*/ 16 w 54"/>
                <a:gd name="T49" fmla="*/ 32 h 53"/>
                <a:gd name="T50" fmla="*/ 32 w 54"/>
                <a:gd name="T51" fmla="*/ 32 h 53"/>
                <a:gd name="T52" fmla="*/ 23 w 54"/>
                <a:gd name="T53"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31" y="53"/>
                  </a:moveTo>
                  <a:cubicBezTo>
                    <a:pt x="31" y="51"/>
                    <a:pt x="31" y="51"/>
                    <a:pt x="31" y="51"/>
                  </a:cubicBezTo>
                  <a:cubicBezTo>
                    <a:pt x="34" y="51"/>
                    <a:pt x="34" y="51"/>
                    <a:pt x="34" y="51"/>
                  </a:cubicBezTo>
                  <a:cubicBezTo>
                    <a:pt x="36" y="51"/>
                    <a:pt x="37" y="50"/>
                    <a:pt x="37" y="48"/>
                  </a:cubicBezTo>
                  <a:cubicBezTo>
                    <a:pt x="37" y="47"/>
                    <a:pt x="37" y="46"/>
                    <a:pt x="37" y="45"/>
                  </a:cubicBezTo>
                  <a:cubicBezTo>
                    <a:pt x="33" y="35"/>
                    <a:pt x="33" y="35"/>
                    <a:pt x="33" y="35"/>
                  </a:cubicBezTo>
                  <a:cubicBezTo>
                    <a:pt x="15" y="35"/>
                    <a:pt x="15" y="35"/>
                    <a:pt x="15" y="35"/>
                  </a:cubicBezTo>
                  <a:cubicBezTo>
                    <a:pt x="11" y="46"/>
                    <a:pt x="11" y="46"/>
                    <a:pt x="11" y="46"/>
                  </a:cubicBezTo>
                  <a:cubicBezTo>
                    <a:pt x="11" y="47"/>
                    <a:pt x="11" y="48"/>
                    <a:pt x="11" y="48"/>
                  </a:cubicBezTo>
                  <a:cubicBezTo>
                    <a:pt x="11" y="50"/>
                    <a:pt x="12" y="51"/>
                    <a:pt x="15" y="51"/>
                  </a:cubicBezTo>
                  <a:cubicBezTo>
                    <a:pt x="18" y="51"/>
                    <a:pt x="18" y="51"/>
                    <a:pt x="18" y="51"/>
                  </a:cubicBezTo>
                  <a:cubicBezTo>
                    <a:pt x="18" y="53"/>
                    <a:pt x="18" y="53"/>
                    <a:pt x="18" y="53"/>
                  </a:cubicBezTo>
                  <a:cubicBezTo>
                    <a:pt x="0" y="53"/>
                    <a:pt x="0" y="53"/>
                    <a:pt x="0" y="53"/>
                  </a:cubicBezTo>
                  <a:cubicBezTo>
                    <a:pt x="0" y="51"/>
                    <a:pt x="0" y="51"/>
                    <a:pt x="0" y="51"/>
                  </a:cubicBezTo>
                  <a:cubicBezTo>
                    <a:pt x="3" y="51"/>
                    <a:pt x="3" y="51"/>
                    <a:pt x="3" y="51"/>
                  </a:cubicBezTo>
                  <a:cubicBezTo>
                    <a:pt x="4" y="51"/>
                    <a:pt x="7" y="51"/>
                    <a:pt x="9" y="45"/>
                  </a:cubicBezTo>
                  <a:cubicBezTo>
                    <a:pt x="23" y="0"/>
                    <a:pt x="23" y="0"/>
                    <a:pt x="23" y="0"/>
                  </a:cubicBezTo>
                  <a:cubicBezTo>
                    <a:pt x="30" y="0"/>
                    <a:pt x="30" y="0"/>
                    <a:pt x="30" y="0"/>
                  </a:cubicBezTo>
                  <a:cubicBezTo>
                    <a:pt x="46" y="45"/>
                    <a:pt x="46" y="45"/>
                    <a:pt x="46" y="45"/>
                  </a:cubicBezTo>
                  <a:cubicBezTo>
                    <a:pt x="47" y="48"/>
                    <a:pt x="48" y="51"/>
                    <a:pt x="53" y="51"/>
                  </a:cubicBezTo>
                  <a:cubicBezTo>
                    <a:pt x="54" y="51"/>
                    <a:pt x="54" y="51"/>
                    <a:pt x="54" y="51"/>
                  </a:cubicBezTo>
                  <a:cubicBezTo>
                    <a:pt x="54" y="53"/>
                    <a:pt x="54" y="53"/>
                    <a:pt x="54" y="53"/>
                  </a:cubicBezTo>
                  <a:lnTo>
                    <a:pt x="31" y="53"/>
                  </a:lnTo>
                  <a:close/>
                  <a:moveTo>
                    <a:pt x="23" y="7"/>
                  </a:moveTo>
                  <a:cubicBezTo>
                    <a:pt x="16" y="32"/>
                    <a:pt x="16" y="32"/>
                    <a:pt x="16" y="32"/>
                  </a:cubicBezTo>
                  <a:cubicBezTo>
                    <a:pt x="32" y="32"/>
                    <a:pt x="32" y="32"/>
                    <a:pt x="32" y="32"/>
                  </a:cubicBezTo>
                  <a:lnTo>
                    <a:pt x="23" y="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ślidé"/>
            <p:cNvSpPr/>
            <p:nvPr userDrawn="1">
              <p:custDataLst>
                <p:tags r:id="rId48"/>
              </p:custDataLst>
            </p:nvPr>
          </p:nvSpPr>
          <p:spPr bwMode="auto">
            <a:xfrm>
              <a:off x="6361941" y="3956050"/>
              <a:ext cx="209550" cy="220663"/>
            </a:xfrm>
            <a:custGeom>
              <a:avLst/>
              <a:gdLst>
                <a:gd name="T0" fmla="*/ 50 w 52"/>
                <a:gd name="T1" fmla="*/ 14 h 52"/>
                <a:gd name="T2" fmla="*/ 35 w 52"/>
                <a:gd name="T3" fmla="*/ 2 h 52"/>
                <a:gd name="T4" fmla="*/ 30 w 52"/>
                <a:gd name="T5" fmla="*/ 7 h 52"/>
                <a:gd name="T6" fmla="*/ 30 w 52"/>
                <a:gd name="T7" fmla="*/ 44 h 52"/>
                <a:gd name="T8" fmla="*/ 35 w 52"/>
                <a:gd name="T9" fmla="*/ 50 h 52"/>
                <a:gd name="T10" fmla="*/ 39 w 52"/>
                <a:gd name="T11" fmla="*/ 50 h 52"/>
                <a:gd name="T12" fmla="*/ 39 w 52"/>
                <a:gd name="T13" fmla="*/ 52 h 52"/>
                <a:gd name="T14" fmla="*/ 13 w 52"/>
                <a:gd name="T15" fmla="*/ 52 h 52"/>
                <a:gd name="T16" fmla="*/ 13 w 52"/>
                <a:gd name="T17" fmla="*/ 50 h 52"/>
                <a:gd name="T18" fmla="*/ 16 w 52"/>
                <a:gd name="T19" fmla="*/ 50 h 52"/>
                <a:gd name="T20" fmla="*/ 22 w 52"/>
                <a:gd name="T21" fmla="*/ 44 h 52"/>
                <a:gd name="T22" fmla="*/ 22 w 52"/>
                <a:gd name="T23" fmla="*/ 7 h 52"/>
                <a:gd name="T24" fmla="*/ 17 w 52"/>
                <a:gd name="T25" fmla="*/ 2 h 52"/>
                <a:gd name="T26" fmla="*/ 2 w 52"/>
                <a:gd name="T27" fmla="*/ 14 h 52"/>
                <a:gd name="T28" fmla="*/ 0 w 52"/>
                <a:gd name="T29" fmla="*/ 13 h 52"/>
                <a:gd name="T30" fmla="*/ 5 w 52"/>
                <a:gd name="T31" fmla="*/ 0 h 52"/>
                <a:gd name="T32" fmla="*/ 47 w 52"/>
                <a:gd name="T33" fmla="*/ 0 h 52"/>
                <a:gd name="T34" fmla="*/ 52 w 52"/>
                <a:gd name="T35" fmla="*/ 13 h 52"/>
                <a:gd name="T36" fmla="*/ 50 w 52"/>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50" y="14"/>
                  </a:moveTo>
                  <a:cubicBezTo>
                    <a:pt x="45" y="6"/>
                    <a:pt x="41" y="2"/>
                    <a:pt x="35" y="2"/>
                  </a:cubicBezTo>
                  <a:cubicBezTo>
                    <a:pt x="31" y="2"/>
                    <a:pt x="30" y="4"/>
                    <a:pt x="30" y="7"/>
                  </a:cubicBezTo>
                  <a:cubicBezTo>
                    <a:pt x="30" y="44"/>
                    <a:pt x="30" y="44"/>
                    <a:pt x="30" y="44"/>
                  </a:cubicBezTo>
                  <a:cubicBezTo>
                    <a:pt x="30" y="48"/>
                    <a:pt x="32" y="50"/>
                    <a:pt x="35" y="50"/>
                  </a:cubicBezTo>
                  <a:cubicBezTo>
                    <a:pt x="39" y="50"/>
                    <a:pt x="39" y="50"/>
                    <a:pt x="39" y="50"/>
                  </a:cubicBezTo>
                  <a:cubicBezTo>
                    <a:pt x="39" y="52"/>
                    <a:pt x="39" y="52"/>
                    <a:pt x="39" y="52"/>
                  </a:cubicBezTo>
                  <a:cubicBezTo>
                    <a:pt x="13" y="52"/>
                    <a:pt x="13" y="52"/>
                    <a:pt x="13" y="52"/>
                  </a:cubicBezTo>
                  <a:cubicBezTo>
                    <a:pt x="13" y="50"/>
                    <a:pt x="13" y="50"/>
                    <a:pt x="13" y="50"/>
                  </a:cubicBezTo>
                  <a:cubicBezTo>
                    <a:pt x="16" y="50"/>
                    <a:pt x="16" y="50"/>
                    <a:pt x="16" y="50"/>
                  </a:cubicBezTo>
                  <a:cubicBezTo>
                    <a:pt x="20" y="50"/>
                    <a:pt x="22" y="48"/>
                    <a:pt x="22" y="44"/>
                  </a:cubicBezTo>
                  <a:cubicBezTo>
                    <a:pt x="22" y="7"/>
                    <a:pt x="22" y="7"/>
                    <a:pt x="22" y="7"/>
                  </a:cubicBezTo>
                  <a:cubicBezTo>
                    <a:pt x="22" y="3"/>
                    <a:pt x="21" y="2"/>
                    <a:pt x="17" y="2"/>
                  </a:cubicBezTo>
                  <a:cubicBezTo>
                    <a:pt x="9" y="2"/>
                    <a:pt x="5" y="9"/>
                    <a:pt x="2" y="14"/>
                  </a:cubicBezTo>
                  <a:cubicBezTo>
                    <a:pt x="0" y="13"/>
                    <a:pt x="0" y="13"/>
                    <a:pt x="0" y="13"/>
                  </a:cubicBezTo>
                  <a:cubicBezTo>
                    <a:pt x="5" y="0"/>
                    <a:pt x="5" y="0"/>
                    <a:pt x="5" y="0"/>
                  </a:cubicBezTo>
                  <a:cubicBezTo>
                    <a:pt x="47" y="0"/>
                    <a:pt x="47" y="0"/>
                    <a:pt x="47" y="0"/>
                  </a:cubicBezTo>
                  <a:cubicBezTo>
                    <a:pt x="52" y="13"/>
                    <a:pt x="52" y="13"/>
                    <a:pt x="52" y="13"/>
                  </a:cubicBezTo>
                  <a:lnTo>
                    <a:pt x="50"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îśḻidê"/>
            <p:cNvSpPr/>
            <p:nvPr userDrawn="1">
              <p:custDataLst>
                <p:tags r:id="rId49"/>
              </p:custDataLst>
            </p:nvPr>
          </p:nvSpPr>
          <p:spPr bwMode="auto">
            <a:xfrm>
              <a:off x="6592128" y="4090988"/>
              <a:ext cx="60325" cy="30163"/>
            </a:xfrm>
            <a:prstGeom prst="rect">
              <a:avLst/>
            </a:prstGeom>
            <a:solidFill>
              <a:srgbClr val="0056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08" name="ïṥļîḍé"/>
            <p:cNvSpPr/>
            <p:nvPr userDrawn="1">
              <p:custDataLst>
                <p:tags r:id="rId50"/>
              </p:custDataLst>
            </p:nvPr>
          </p:nvSpPr>
          <p:spPr bwMode="auto">
            <a:xfrm>
              <a:off x="6665153" y="3946525"/>
              <a:ext cx="149225" cy="238125"/>
            </a:xfrm>
            <a:custGeom>
              <a:avLst/>
              <a:gdLst>
                <a:gd name="T0" fmla="*/ 21 w 37"/>
                <a:gd name="T1" fmla="*/ 56 h 56"/>
                <a:gd name="T2" fmla="*/ 14 w 37"/>
                <a:gd name="T3" fmla="*/ 55 h 56"/>
                <a:gd name="T4" fmla="*/ 11 w 37"/>
                <a:gd name="T5" fmla="*/ 54 h 56"/>
                <a:gd name="T6" fmla="*/ 5 w 37"/>
                <a:gd name="T7" fmla="*/ 56 h 56"/>
                <a:gd name="T8" fmla="*/ 0 w 37"/>
                <a:gd name="T9" fmla="*/ 41 h 56"/>
                <a:gd name="T10" fmla="*/ 2 w 37"/>
                <a:gd name="T11" fmla="*/ 41 h 56"/>
                <a:gd name="T12" fmla="*/ 20 w 37"/>
                <a:gd name="T13" fmla="*/ 53 h 56"/>
                <a:gd name="T14" fmla="*/ 32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5" y="56"/>
                  </a:cubicBezTo>
                  <a:cubicBezTo>
                    <a:pt x="0" y="41"/>
                    <a:pt x="0" y="41"/>
                    <a:pt x="0" y="41"/>
                  </a:cubicBezTo>
                  <a:cubicBezTo>
                    <a:pt x="2" y="41"/>
                    <a:pt x="2" y="41"/>
                    <a:pt x="2" y="41"/>
                  </a:cubicBezTo>
                  <a:cubicBezTo>
                    <a:pt x="3" y="44"/>
                    <a:pt x="10" y="53"/>
                    <a:pt x="20" y="53"/>
                  </a:cubicBezTo>
                  <a:cubicBezTo>
                    <a:pt x="28" y="53"/>
                    <a:pt x="32" y="48"/>
                    <a:pt x="32" y="43"/>
                  </a:cubicBezTo>
                  <a:cubicBezTo>
                    <a:pt x="32"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iṩḻïḍê"/>
            <p:cNvSpPr/>
            <p:nvPr userDrawn="1">
              <p:custDataLst>
                <p:tags r:id="rId51"/>
              </p:custDataLst>
            </p:nvPr>
          </p:nvSpPr>
          <p:spPr bwMode="auto">
            <a:xfrm>
              <a:off x="6838191" y="3956050"/>
              <a:ext cx="177800" cy="220663"/>
            </a:xfrm>
            <a:custGeom>
              <a:avLst/>
              <a:gdLst>
                <a:gd name="T0" fmla="*/ 0 w 44"/>
                <a:gd name="T1" fmla="*/ 0 h 52"/>
                <a:gd name="T2" fmla="*/ 38 w 44"/>
                <a:gd name="T3" fmla="*/ 0 h 52"/>
                <a:gd name="T4" fmla="*/ 43 w 44"/>
                <a:gd name="T5" fmla="*/ 12 h 52"/>
                <a:gd name="T6" fmla="*/ 41 w 44"/>
                <a:gd name="T7" fmla="*/ 13 h 52"/>
                <a:gd name="T8" fmla="*/ 23 w 44"/>
                <a:gd name="T9" fmla="*/ 2 h 52"/>
                <a:gd name="T10" fmla="*/ 21 w 44"/>
                <a:gd name="T11" fmla="*/ 2 h 52"/>
                <a:gd name="T12" fmla="*/ 16 w 44"/>
                <a:gd name="T13" fmla="*/ 7 h 52"/>
                <a:gd name="T14" fmla="*/ 16 w 44"/>
                <a:gd name="T15" fmla="*/ 24 h 52"/>
                <a:gd name="T16" fmla="*/ 22 w 44"/>
                <a:gd name="T17" fmla="*/ 24 h 52"/>
                <a:gd name="T18" fmla="*/ 30 w 44"/>
                <a:gd name="T19" fmla="*/ 17 h 52"/>
                <a:gd name="T20" fmla="*/ 30 w 44"/>
                <a:gd name="T21" fmla="*/ 16 h 52"/>
                <a:gd name="T22" fmla="*/ 33 w 44"/>
                <a:gd name="T23" fmla="*/ 16 h 52"/>
                <a:gd name="T24" fmla="*/ 33 w 44"/>
                <a:gd name="T25" fmla="*/ 36 h 52"/>
                <a:gd name="T26" fmla="*/ 30 w 44"/>
                <a:gd name="T27" fmla="*/ 36 h 52"/>
                <a:gd name="T28" fmla="*/ 30 w 44"/>
                <a:gd name="T29" fmla="*/ 34 h 52"/>
                <a:gd name="T30" fmla="*/ 22 w 44"/>
                <a:gd name="T31" fmla="*/ 27 h 52"/>
                <a:gd name="T32" fmla="*/ 16 w 44"/>
                <a:gd name="T33" fmla="*/ 27 h 52"/>
                <a:gd name="T34" fmla="*/ 16 w 44"/>
                <a:gd name="T35" fmla="*/ 45 h 52"/>
                <a:gd name="T36" fmla="*/ 21 w 44"/>
                <a:gd name="T37" fmla="*/ 50 h 52"/>
                <a:gd name="T38" fmla="*/ 24 w 44"/>
                <a:gd name="T39" fmla="*/ 50 h 52"/>
                <a:gd name="T40" fmla="*/ 43 w 44"/>
                <a:gd name="T41" fmla="*/ 39 h 52"/>
                <a:gd name="T42" fmla="*/ 44 w 44"/>
                <a:gd name="T43" fmla="*/ 40 h 52"/>
                <a:gd name="T44" fmla="*/ 40 w 44"/>
                <a:gd name="T45" fmla="*/ 52 h 52"/>
                <a:gd name="T46" fmla="*/ 0 w 44"/>
                <a:gd name="T47" fmla="*/ 52 h 52"/>
                <a:gd name="T48" fmla="*/ 0 w 44"/>
                <a:gd name="T49" fmla="*/ 50 h 52"/>
                <a:gd name="T50" fmla="*/ 2 w 44"/>
                <a:gd name="T51" fmla="*/ 50 h 52"/>
                <a:gd name="T52" fmla="*/ 7 w 44"/>
                <a:gd name="T53" fmla="*/ 45 h 52"/>
                <a:gd name="T54" fmla="*/ 7 w 44"/>
                <a:gd name="T55" fmla="*/ 7 h 52"/>
                <a:gd name="T56" fmla="*/ 2 w 44"/>
                <a:gd name="T57" fmla="*/ 2 h 52"/>
                <a:gd name="T58" fmla="*/ 0 w 44"/>
                <a:gd name="T59" fmla="*/ 2 h 52"/>
                <a:gd name="T60" fmla="*/ 0 w 44"/>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52">
                  <a:moveTo>
                    <a:pt x="0" y="0"/>
                  </a:moveTo>
                  <a:cubicBezTo>
                    <a:pt x="38" y="0"/>
                    <a:pt x="38" y="0"/>
                    <a:pt x="38" y="0"/>
                  </a:cubicBezTo>
                  <a:cubicBezTo>
                    <a:pt x="43" y="12"/>
                    <a:pt x="43" y="12"/>
                    <a:pt x="43" y="12"/>
                  </a:cubicBezTo>
                  <a:cubicBezTo>
                    <a:pt x="41" y="13"/>
                    <a:pt x="41" y="13"/>
                    <a:pt x="41" y="13"/>
                  </a:cubicBezTo>
                  <a:cubicBezTo>
                    <a:pt x="35"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0" y="23"/>
                    <a:pt x="30" y="17"/>
                  </a:cubicBezTo>
                  <a:cubicBezTo>
                    <a:pt x="30" y="16"/>
                    <a:pt x="30" y="16"/>
                    <a:pt x="30" y="16"/>
                  </a:cubicBezTo>
                  <a:cubicBezTo>
                    <a:pt x="33" y="16"/>
                    <a:pt x="33" y="16"/>
                    <a:pt x="33" y="16"/>
                  </a:cubicBezTo>
                  <a:cubicBezTo>
                    <a:pt x="33" y="36"/>
                    <a:pt x="33" y="36"/>
                    <a:pt x="33" y="36"/>
                  </a:cubicBezTo>
                  <a:cubicBezTo>
                    <a:pt x="30" y="36"/>
                    <a:pt x="30" y="36"/>
                    <a:pt x="30" y="36"/>
                  </a:cubicBezTo>
                  <a:cubicBezTo>
                    <a:pt x="30" y="34"/>
                    <a:pt x="30" y="34"/>
                    <a:pt x="30" y="34"/>
                  </a:cubicBezTo>
                  <a:cubicBezTo>
                    <a:pt x="30" y="31"/>
                    <a:pt x="28" y="27"/>
                    <a:pt x="22" y="27"/>
                  </a:cubicBezTo>
                  <a:cubicBezTo>
                    <a:pt x="16" y="27"/>
                    <a:pt x="16" y="27"/>
                    <a:pt x="16" y="27"/>
                  </a:cubicBezTo>
                  <a:cubicBezTo>
                    <a:pt x="16" y="45"/>
                    <a:pt x="16" y="45"/>
                    <a:pt x="16" y="45"/>
                  </a:cubicBezTo>
                  <a:cubicBezTo>
                    <a:pt x="16" y="49"/>
                    <a:pt x="17" y="50"/>
                    <a:pt x="21" y="50"/>
                  </a:cubicBezTo>
                  <a:cubicBezTo>
                    <a:pt x="24" y="50"/>
                    <a:pt x="24" y="50"/>
                    <a:pt x="24" y="50"/>
                  </a:cubicBezTo>
                  <a:cubicBezTo>
                    <a:pt x="34" y="50"/>
                    <a:pt x="40" y="42"/>
                    <a:pt x="43" y="39"/>
                  </a:cubicBezTo>
                  <a:cubicBezTo>
                    <a:pt x="44" y="40"/>
                    <a:pt x="44" y="40"/>
                    <a:pt x="44" y="40"/>
                  </a:cubicBezTo>
                  <a:cubicBezTo>
                    <a:pt x="40" y="52"/>
                    <a:pt x="40" y="52"/>
                    <a:pt x="40" y="52"/>
                  </a:cubicBezTo>
                  <a:cubicBezTo>
                    <a:pt x="0" y="52"/>
                    <a:pt x="0" y="52"/>
                    <a:pt x="0" y="52"/>
                  </a:cubicBezTo>
                  <a:cubicBezTo>
                    <a:pt x="0" y="50"/>
                    <a:pt x="0" y="50"/>
                    <a:pt x="0" y="50"/>
                  </a:cubicBezTo>
                  <a:cubicBezTo>
                    <a:pt x="2" y="50"/>
                    <a:pt x="2" y="50"/>
                    <a:pt x="2" y="50"/>
                  </a:cubicBezTo>
                  <a:cubicBezTo>
                    <a:pt x="5"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íSľíďè"/>
            <p:cNvSpPr/>
            <p:nvPr userDrawn="1">
              <p:custDataLst>
                <p:tags r:id="rId52"/>
              </p:custDataLst>
            </p:nvPr>
          </p:nvSpPr>
          <p:spPr bwMode="auto">
            <a:xfrm>
              <a:off x="7031866"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şļíḑé"/>
            <p:cNvSpPr/>
            <p:nvPr userDrawn="1">
              <p:custDataLst>
                <p:tags r:id="rId53"/>
              </p:custDataLst>
            </p:nvPr>
          </p:nvSpPr>
          <p:spPr bwMode="auto">
            <a:xfrm>
              <a:off x="7350953" y="3956050"/>
              <a:ext cx="201613" cy="228600"/>
            </a:xfrm>
            <a:custGeom>
              <a:avLst/>
              <a:gdLst>
                <a:gd name="T0" fmla="*/ 50 w 50"/>
                <a:gd name="T1" fmla="*/ 2 h 54"/>
                <a:gd name="T2" fmla="*/ 48 w 50"/>
                <a:gd name="T3" fmla="*/ 2 h 54"/>
                <a:gd name="T4" fmla="*/ 43 w 50"/>
                <a:gd name="T5" fmla="*/ 8 h 54"/>
                <a:gd name="T6" fmla="*/ 43 w 50"/>
                <a:gd name="T7" fmla="*/ 36 h 54"/>
                <a:gd name="T8" fmla="*/ 25 w 50"/>
                <a:gd name="T9" fmla="*/ 54 h 54"/>
                <a:gd name="T10" fmla="*/ 7 w 50"/>
                <a:gd name="T11" fmla="*/ 36 h 54"/>
                <a:gd name="T12" fmla="*/ 7 w 50"/>
                <a:gd name="T13" fmla="*/ 7 h 54"/>
                <a:gd name="T14" fmla="*/ 2 w 50"/>
                <a:gd name="T15" fmla="*/ 2 h 54"/>
                <a:gd name="T16" fmla="*/ 0 w 50"/>
                <a:gd name="T17" fmla="*/ 2 h 54"/>
                <a:gd name="T18" fmla="*/ 0 w 50"/>
                <a:gd name="T19" fmla="*/ 0 h 54"/>
                <a:gd name="T20" fmla="*/ 23 w 50"/>
                <a:gd name="T21" fmla="*/ 0 h 54"/>
                <a:gd name="T22" fmla="*/ 23 w 50"/>
                <a:gd name="T23" fmla="*/ 2 h 54"/>
                <a:gd name="T24" fmla="*/ 21 w 50"/>
                <a:gd name="T25" fmla="*/ 2 h 54"/>
                <a:gd name="T26" fmla="*/ 16 w 50"/>
                <a:gd name="T27" fmla="*/ 7 h 54"/>
                <a:gd name="T28" fmla="*/ 16 w 50"/>
                <a:gd name="T29" fmla="*/ 35 h 54"/>
                <a:gd name="T30" fmla="*/ 28 w 50"/>
                <a:gd name="T31" fmla="*/ 51 h 54"/>
                <a:gd name="T32" fmla="*/ 41 w 50"/>
                <a:gd name="T33" fmla="*/ 37 h 54"/>
                <a:gd name="T34" fmla="*/ 41 w 50"/>
                <a:gd name="T35" fmla="*/ 8 h 54"/>
                <a:gd name="T36" fmla="*/ 35 w 50"/>
                <a:gd name="T37" fmla="*/ 2 h 54"/>
                <a:gd name="T38" fmla="*/ 34 w 50"/>
                <a:gd name="T39" fmla="*/ 2 h 54"/>
                <a:gd name="T40" fmla="*/ 34 w 50"/>
                <a:gd name="T41" fmla="*/ 0 h 54"/>
                <a:gd name="T42" fmla="*/ 50 w 50"/>
                <a:gd name="T43" fmla="*/ 0 h 54"/>
                <a:gd name="T44" fmla="*/ 50 w 50"/>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 h="54">
                  <a:moveTo>
                    <a:pt x="50" y="2"/>
                  </a:moveTo>
                  <a:cubicBezTo>
                    <a:pt x="48" y="2"/>
                    <a:pt x="48" y="2"/>
                    <a:pt x="48" y="2"/>
                  </a:cubicBezTo>
                  <a:cubicBezTo>
                    <a:pt x="44" y="2"/>
                    <a:pt x="43" y="4"/>
                    <a:pt x="43" y="8"/>
                  </a:cubicBezTo>
                  <a:cubicBezTo>
                    <a:pt x="43" y="36"/>
                    <a:pt x="43" y="36"/>
                    <a:pt x="43" y="36"/>
                  </a:cubicBezTo>
                  <a:cubicBezTo>
                    <a:pt x="43" y="44"/>
                    <a:pt x="39" y="54"/>
                    <a:pt x="25" y="54"/>
                  </a:cubicBezTo>
                  <a:cubicBezTo>
                    <a:pt x="16" y="54"/>
                    <a:pt x="7" y="49"/>
                    <a:pt x="7" y="36"/>
                  </a:cubicBezTo>
                  <a:cubicBezTo>
                    <a:pt x="7" y="7"/>
                    <a:pt x="7" y="7"/>
                    <a:pt x="7" y="7"/>
                  </a:cubicBezTo>
                  <a:cubicBezTo>
                    <a:pt x="7" y="4"/>
                    <a:pt x="6" y="2"/>
                    <a:pt x="2" y="2"/>
                  </a:cubicBezTo>
                  <a:cubicBezTo>
                    <a:pt x="0" y="2"/>
                    <a:pt x="0" y="2"/>
                    <a:pt x="0" y="2"/>
                  </a:cubicBezTo>
                  <a:cubicBezTo>
                    <a:pt x="0" y="0"/>
                    <a:pt x="0" y="0"/>
                    <a:pt x="0" y="0"/>
                  </a:cubicBezTo>
                  <a:cubicBezTo>
                    <a:pt x="23" y="0"/>
                    <a:pt x="23" y="0"/>
                    <a:pt x="23" y="0"/>
                  </a:cubicBezTo>
                  <a:cubicBezTo>
                    <a:pt x="23" y="2"/>
                    <a:pt x="23" y="2"/>
                    <a:pt x="23" y="2"/>
                  </a:cubicBezTo>
                  <a:cubicBezTo>
                    <a:pt x="21" y="2"/>
                    <a:pt x="21" y="2"/>
                    <a:pt x="21" y="2"/>
                  </a:cubicBezTo>
                  <a:cubicBezTo>
                    <a:pt x="17" y="2"/>
                    <a:pt x="16" y="4"/>
                    <a:pt x="16" y="7"/>
                  </a:cubicBezTo>
                  <a:cubicBezTo>
                    <a:pt x="16" y="35"/>
                    <a:pt x="16" y="35"/>
                    <a:pt x="16" y="35"/>
                  </a:cubicBezTo>
                  <a:cubicBezTo>
                    <a:pt x="16" y="46"/>
                    <a:pt x="21" y="51"/>
                    <a:pt x="28" y="51"/>
                  </a:cubicBezTo>
                  <a:cubicBezTo>
                    <a:pt x="35"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0" y="0"/>
                    <a:pt x="50" y="0"/>
                    <a:pt x="50" y="0"/>
                  </a:cubicBezTo>
                  <a:lnTo>
                    <a:pt x="50"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ísļiḋê"/>
            <p:cNvSpPr/>
            <p:nvPr userDrawn="1">
              <p:custDataLst>
                <p:tags r:id="rId54"/>
              </p:custDataLst>
            </p:nvPr>
          </p:nvSpPr>
          <p:spPr bwMode="auto">
            <a:xfrm>
              <a:off x="7568441"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šľïďê"/>
            <p:cNvSpPr/>
            <p:nvPr userDrawn="1">
              <p:custDataLst>
                <p:tags r:id="rId55"/>
              </p:custDataLst>
            </p:nvPr>
          </p:nvSpPr>
          <p:spPr bwMode="auto">
            <a:xfrm>
              <a:off x="7790691" y="3956050"/>
              <a:ext cx="96838" cy="220663"/>
            </a:xfrm>
            <a:custGeom>
              <a:avLst/>
              <a:gdLst>
                <a:gd name="T0" fmla="*/ 0 w 24"/>
                <a:gd name="T1" fmla="*/ 52 h 52"/>
                <a:gd name="T2" fmla="*/ 0 w 24"/>
                <a:gd name="T3" fmla="*/ 50 h 52"/>
                <a:gd name="T4" fmla="*/ 2 w 24"/>
                <a:gd name="T5" fmla="*/ 50 h 52"/>
                <a:gd name="T6" fmla="*/ 7 w 24"/>
                <a:gd name="T7" fmla="*/ 45 h 52"/>
                <a:gd name="T8" fmla="*/ 7 w 24"/>
                <a:gd name="T9" fmla="*/ 7 h 52"/>
                <a:gd name="T10" fmla="*/ 2 w 24"/>
                <a:gd name="T11" fmla="*/ 2 h 52"/>
                <a:gd name="T12" fmla="*/ 0 w 24"/>
                <a:gd name="T13" fmla="*/ 2 h 52"/>
                <a:gd name="T14" fmla="*/ 0 w 24"/>
                <a:gd name="T15" fmla="*/ 0 h 52"/>
                <a:gd name="T16" fmla="*/ 24 w 24"/>
                <a:gd name="T17" fmla="*/ 0 h 52"/>
                <a:gd name="T18" fmla="*/ 24 w 24"/>
                <a:gd name="T19" fmla="*/ 2 h 52"/>
                <a:gd name="T20" fmla="*/ 21 w 24"/>
                <a:gd name="T21" fmla="*/ 2 h 52"/>
                <a:gd name="T22" fmla="*/ 16 w 24"/>
                <a:gd name="T23" fmla="*/ 7 h 52"/>
                <a:gd name="T24" fmla="*/ 16 w 24"/>
                <a:gd name="T25" fmla="*/ 45 h 52"/>
                <a:gd name="T26" fmla="*/ 21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45"/>
                    <a:pt x="16" y="45"/>
                    <a:pt x="16" y="45"/>
                  </a:cubicBezTo>
                  <a:cubicBezTo>
                    <a:pt x="16" y="49"/>
                    <a:pt x="17" y="50"/>
                    <a:pt x="21"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líḑe"/>
            <p:cNvSpPr/>
            <p:nvPr userDrawn="1">
              <p:custDataLst>
                <p:tags r:id="rId56"/>
              </p:custDataLst>
            </p:nvPr>
          </p:nvSpPr>
          <p:spPr bwMode="auto">
            <a:xfrm>
              <a:off x="7900228" y="3956050"/>
              <a:ext cx="201613" cy="228600"/>
            </a:xfrm>
            <a:custGeom>
              <a:avLst/>
              <a:gdLst>
                <a:gd name="T0" fmla="*/ 48 w 50"/>
                <a:gd name="T1" fmla="*/ 2 h 54"/>
                <a:gd name="T2" fmla="*/ 41 w 50"/>
                <a:gd name="T3" fmla="*/ 8 h 54"/>
                <a:gd name="T4" fmla="*/ 25 w 50"/>
                <a:gd name="T5" fmla="*/ 54 h 54"/>
                <a:gd name="T6" fmla="*/ 24 w 50"/>
                <a:gd name="T7" fmla="*/ 54 h 54"/>
                <a:gd name="T8" fmla="*/ 8 w 50"/>
                <a:gd name="T9" fmla="*/ 8 h 54"/>
                <a:gd name="T10" fmla="*/ 2 w 50"/>
                <a:gd name="T11" fmla="*/ 2 h 54"/>
                <a:gd name="T12" fmla="*/ 0 w 50"/>
                <a:gd name="T13" fmla="*/ 2 h 54"/>
                <a:gd name="T14" fmla="*/ 0 w 50"/>
                <a:gd name="T15" fmla="*/ 0 h 54"/>
                <a:gd name="T16" fmla="*/ 23 w 50"/>
                <a:gd name="T17" fmla="*/ 0 h 54"/>
                <a:gd name="T18" fmla="*/ 23 w 50"/>
                <a:gd name="T19" fmla="*/ 2 h 54"/>
                <a:gd name="T20" fmla="*/ 20 w 50"/>
                <a:gd name="T21" fmla="*/ 2 h 54"/>
                <a:gd name="T22" fmla="*/ 16 w 50"/>
                <a:gd name="T23" fmla="*/ 5 h 54"/>
                <a:gd name="T24" fmla="*/ 17 w 50"/>
                <a:gd name="T25" fmla="*/ 8 h 54"/>
                <a:gd name="T26" fmla="*/ 28 w 50"/>
                <a:gd name="T27" fmla="*/ 40 h 54"/>
                <a:gd name="T28" fmla="*/ 39 w 50"/>
                <a:gd name="T29" fmla="*/ 8 h 54"/>
                <a:gd name="T30" fmla="*/ 40 w 50"/>
                <a:gd name="T31" fmla="*/ 5 h 54"/>
                <a:gd name="T32" fmla="*/ 36 w 50"/>
                <a:gd name="T33" fmla="*/ 2 h 54"/>
                <a:gd name="T34" fmla="*/ 33 w 50"/>
                <a:gd name="T35" fmla="*/ 2 h 54"/>
                <a:gd name="T36" fmla="*/ 33 w 50"/>
                <a:gd name="T37" fmla="*/ 0 h 54"/>
                <a:gd name="T38" fmla="*/ 50 w 50"/>
                <a:gd name="T39" fmla="*/ 0 h 54"/>
                <a:gd name="T40" fmla="*/ 50 w 50"/>
                <a:gd name="T41" fmla="*/ 2 h 54"/>
                <a:gd name="T42" fmla="*/ 48 w 50"/>
                <a:gd name="T43"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4">
                  <a:moveTo>
                    <a:pt x="48" y="2"/>
                  </a:moveTo>
                  <a:cubicBezTo>
                    <a:pt x="44" y="2"/>
                    <a:pt x="43" y="5"/>
                    <a:pt x="41" y="8"/>
                  </a:cubicBezTo>
                  <a:cubicBezTo>
                    <a:pt x="25" y="54"/>
                    <a:pt x="25" y="54"/>
                    <a:pt x="25" y="54"/>
                  </a:cubicBezTo>
                  <a:cubicBezTo>
                    <a:pt x="24" y="54"/>
                    <a:pt x="24" y="54"/>
                    <a:pt x="24" y="54"/>
                  </a:cubicBezTo>
                  <a:cubicBezTo>
                    <a:pt x="8" y="8"/>
                    <a:pt x="8" y="8"/>
                    <a:pt x="8" y="8"/>
                  </a:cubicBezTo>
                  <a:cubicBezTo>
                    <a:pt x="7" y="5"/>
                    <a:pt x="5" y="2"/>
                    <a:pt x="2" y="2"/>
                  </a:cubicBezTo>
                  <a:cubicBezTo>
                    <a:pt x="0" y="2"/>
                    <a:pt x="0" y="2"/>
                    <a:pt x="0" y="2"/>
                  </a:cubicBezTo>
                  <a:cubicBezTo>
                    <a:pt x="0" y="0"/>
                    <a:pt x="0" y="0"/>
                    <a:pt x="0" y="0"/>
                  </a:cubicBezTo>
                  <a:cubicBezTo>
                    <a:pt x="23" y="0"/>
                    <a:pt x="23" y="0"/>
                    <a:pt x="23" y="0"/>
                  </a:cubicBezTo>
                  <a:cubicBezTo>
                    <a:pt x="23" y="2"/>
                    <a:pt x="23" y="2"/>
                    <a:pt x="23" y="2"/>
                  </a:cubicBezTo>
                  <a:cubicBezTo>
                    <a:pt x="20" y="2"/>
                    <a:pt x="20" y="2"/>
                    <a:pt x="20" y="2"/>
                  </a:cubicBezTo>
                  <a:cubicBezTo>
                    <a:pt x="17" y="2"/>
                    <a:pt x="16" y="4"/>
                    <a:pt x="16" y="5"/>
                  </a:cubicBezTo>
                  <a:cubicBezTo>
                    <a:pt x="16" y="6"/>
                    <a:pt x="17" y="8"/>
                    <a:pt x="17" y="8"/>
                  </a:cubicBezTo>
                  <a:cubicBezTo>
                    <a:pt x="28" y="40"/>
                    <a:pt x="28" y="40"/>
                    <a:pt x="28" y="40"/>
                  </a:cubicBezTo>
                  <a:cubicBezTo>
                    <a:pt x="39" y="8"/>
                    <a:pt x="39" y="8"/>
                    <a:pt x="39" y="8"/>
                  </a:cubicBezTo>
                  <a:cubicBezTo>
                    <a:pt x="40" y="7"/>
                    <a:pt x="40" y="6"/>
                    <a:pt x="40" y="5"/>
                  </a:cubicBezTo>
                  <a:cubicBezTo>
                    <a:pt x="40" y="3"/>
                    <a:pt x="38" y="2"/>
                    <a:pt x="36" y="2"/>
                  </a:cubicBezTo>
                  <a:cubicBezTo>
                    <a:pt x="33" y="2"/>
                    <a:pt x="33" y="2"/>
                    <a:pt x="33" y="2"/>
                  </a:cubicBezTo>
                  <a:cubicBezTo>
                    <a:pt x="33" y="0"/>
                    <a:pt x="33" y="0"/>
                    <a:pt x="33" y="0"/>
                  </a:cubicBezTo>
                  <a:cubicBezTo>
                    <a:pt x="50" y="0"/>
                    <a:pt x="50" y="0"/>
                    <a:pt x="50" y="0"/>
                  </a:cubicBezTo>
                  <a:cubicBezTo>
                    <a:pt x="50" y="2"/>
                    <a:pt x="50" y="2"/>
                    <a:pt x="50" y="2"/>
                  </a:cubicBezTo>
                  <a:lnTo>
                    <a:pt x="48"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sḻíḓe"/>
            <p:cNvSpPr/>
            <p:nvPr userDrawn="1">
              <p:custDataLst>
                <p:tags r:id="rId57"/>
              </p:custDataLst>
            </p:nvPr>
          </p:nvSpPr>
          <p:spPr bwMode="auto">
            <a:xfrm>
              <a:off x="8120891" y="3956050"/>
              <a:ext cx="182563" cy="220663"/>
            </a:xfrm>
            <a:custGeom>
              <a:avLst/>
              <a:gdLst>
                <a:gd name="T0" fmla="*/ 0 w 45"/>
                <a:gd name="T1" fmla="*/ 0 h 52"/>
                <a:gd name="T2" fmla="*/ 38 w 45"/>
                <a:gd name="T3" fmla="*/ 0 h 52"/>
                <a:gd name="T4" fmla="*/ 43 w 45"/>
                <a:gd name="T5" fmla="*/ 12 h 52"/>
                <a:gd name="T6" fmla="*/ 41 w 45"/>
                <a:gd name="T7" fmla="*/ 13 h 52"/>
                <a:gd name="T8" fmla="*/ 23 w 45"/>
                <a:gd name="T9" fmla="*/ 2 h 52"/>
                <a:gd name="T10" fmla="*/ 21 w 45"/>
                <a:gd name="T11" fmla="*/ 2 h 52"/>
                <a:gd name="T12" fmla="*/ 16 w 45"/>
                <a:gd name="T13" fmla="*/ 7 h 52"/>
                <a:gd name="T14" fmla="*/ 16 w 45"/>
                <a:gd name="T15" fmla="*/ 24 h 52"/>
                <a:gd name="T16" fmla="*/ 22 w 45"/>
                <a:gd name="T17" fmla="*/ 24 h 52"/>
                <a:gd name="T18" fmla="*/ 31 w 45"/>
                <a:gd name="T19" fmla="*/ 17 h 52"/>
                <a:gd name="T20" fmla="*/ 31 w 45"/>
                <a:gd name="T21" fmla="*/ 16 h 52"/>
                <a:gd name="T22" fmla="*/ 33 w 45"/>
                <a:gd name="T23" fmla="*/ 16 h 52"/>
                <a:gd name="T24" fmla="*/ 33 w 45"/>
                <a:gd name="T25" fmla="*/ 36 h 52"/>
                <a:gd name="T26" fmla="*/ 31 w 45"/>
                <a:gd name="T27" fmla="*/ 36 h 52"/>
                <a:gd name="T28" fmla="*/ 31 w 45"/>
                <a:gd name="T29" fmla="*/ 34 h 52"/>
                <a:gd name="T30" fmla="*/ 23 w 45"/>
                <a:gd name="T31" fmla="*/ 27 h 52"/>
                <a:gd name="T32" fmla="*/ 16 w 45"/>
                <a:gd name="T33" fmla="*/ 27 h 52"/>
                <a:gd name="T34" fmla="*/ 16 w 45"/>
                <a:gd name="T35" fmla="*/ 45 h 52"/>
                <a:gd name="T36" fmla="*/ 21 w 45"/>
                <a:gd name="T37" fmla="*/ 50 h 52"/>
                <a:gd name="T38" fmla="*/ 25 w 45"/>
                <a:gd name="T39" fmla="*/ 50 h 52"/>
                <a:gd name="T40" fmla="*/ 43 w 45"/>
                <a:gd name="T41" fmla="*/ 39 h 52"/>
                <a:gd name="T42" fmla="*/ 45 w 45"/>
                <a:gd name="T43" fmla="*/ 40 h 52"/>
                <a:gd name="T44" fmla="*/ 40 w 45"/>
                <a:gd name="T45" fmla="*/ 52 h 52"/>
                <a:gd name="T46" fmla="*/ 0 w 45"/>
                <a:gd name="T47" fmla="*/ 52 h 52"/>
                <a:gd name="T48" fmla="*/ 0 w 45"/>
                <a:gd name="T49" fmla="*/ 50 h 52"/>
                <a:gd name="T50" fmla="*/ 2 w 45"/>
                <a:gd name="T51" fmla="*/ 50 h 52"/>
                <a:gd name="T52" fmla="*/ 7 w 45"/>
                <a:gd name="T53" fmla="*/ 45 h 52"/>
                <a:gd name="T54" fmla="*/ 7 w 45"/>
                <a:gd name="T55" fmla="*/ 7 h 52"/>
                <a:gd name="T56" fmla="*/ 2 w 45"/>
                <a:gd name="T57" fmla="*/ 2 h 52"/>
                <a:gd name="T58" fmla="*/ 0 w 45"/>
                <a:gd name="T59" fmla="*/ 2 h 52"/>
                <a:gd name="T60" fmla="*/ 0 w 45"/>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 h="52">
                  <a:moveTo>
                    <a:pt x="0" y="0"/>
                  </a:moveTo>
                  <a:cubicBezTo>
                    <a:pt x="38" y="0"/>
                    <a:pt x="38" y="0"/>
                    <a:pt x="38" y="0"/>
                  </a:cubicBezTo>
                  <a:cubicBezTo>
                    <a:pt x="43" y="12"/>
                    <a:pt x="43" y="12"/>
                    <a:pt x="43" y="12"/>
                  </a:cubicBezTo>
                  <a:cubicBezTo>
                    <a:pt x="41" y="13"/>
                    <a:pt x="41" y="13"/>
                    <a:pt x="41" y="13"/>
                  </a:cubicBezTo>
                  <a:cubicBezTo>
                    <a:pt x="36"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1" y="23"/>
                    <a:pt x="31" y="17"/>
                  </a:cubicBezTo>
                  <a:cubicBezTo>
                    <a:pt x="31" y="16"/>
                    <a:pt x="31" y="16"/>
                    <a:pt x="31" y="16"/>
                  </a:cubicBezTo>
                  <a:cubicBezTo>
                    <a:pt x="33" y="16"/>
                    <a:pt x="33" y="16"/>
                    <a:pt x="33" y="16"/>
                  </a:cubicBezTo>
                  <a:cubicBezTo>
                    <a:pt x="33" y="36"/>
                    <a:pt x="33" y="36"/>
                    <a:pt x="33" y="36"/>
                  </a:cubicBezTo>
                  <a:cubicBezTo>
                    <a:pt x="31" y="36"/>
                    <a:pt x="31" y="36"/>
                    <a:pt x="31" y="36"/>
                  </a:cubicBezTo>
                  <a:cubicBezTo>
                    <a:pt x="31" y="34"/>
                    <a:pt x="31" y="34"/>
                    <a:pt x="31" y="34"/>
                  </a:cubicBezTo>
                  <a:cubicBezTo>
                    <a:pt x="31" y="31"/>
                    <a:pt x="28" y="27"/>
                    <a:pt x="23" y="27"/>
                  </a:cubicBezTo>
                  <a:cubicBezTo>
                    <a:pt x="16" y="27"/>
                    <a:pt x="16" y="27"/>
                    <a:pt x="16" y="27"/>
                  </a:cubicBezTo>
                  <a:cubicBezTo>
                    <a:pt x="16" y="45"/>
                    <a:pt x="16" y="45"/>
                    <a:pt x="16" y="45"/>
                  </a:cubicBezTo>
                  <a:cubicBezTo>
                    <a:pt x="16" y="49"/>
                    <a:pt x="17" y="50"/>
                    <a:pt x="21" y="50"/>
                  </a:cubicBezTo>
                  <a:cubicBezTo>
                    <a:pt x="25" y="50"/>
                    <a:pt x="25" y="50"/>
                    <a:pt x="25" y="50"/>
                  </a:cubicBezTo>
                  <a:cubicBezTo>
                    <a:pt x="34" y="50"/>
                    <a:pt x="41" y="42"/>
                    <a:pt x="43" y="39"/>
                  </a:cubicBezTo>
                  <a:cubicBezTo>
                    <a:pt x="45" y="40"/>
                    <a:pt x="45" y="40"/>
                    <a:pt x="45" y="40"/>
                  </a:cubicBezTo>
                  <a:cubicBezTo>
                    <a:pt x="40" y="52"/>
                    <a:pt x="40" y="52"/>
                    <a:pt x="40" y="52"/>
                  </a:cubicBezTo>
                  <a:cubicBezTo>
                    <a:pt x="0" y="52"/>
                    <a:pt x="0" y="52"/>
                    <a:pt x="0" y="52"/>
                  </a:cubicBez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ľîḋe"/>
            <p:cNvSpPr/>
            <p:nvPr userDrawn="1">
              <p:custDataLst>
                <p:tags r:id="rId58"/>
              </p:custDataLst>
            </p:nvPr>
          </p:nvSpPr>
          <p:spPr bwMode="auto">
            <a:xfrm>
              <a:off x="8319328" y="3956050"/>
              <a:ext cx="201613" cy="220663"/>
            </a:xfrm>
            <a:custGeom>
              <a:avLst/>
              <a:gdLst>
                <a:gd name="T0" fmla="*/ 36 w 50"/>
                <a:gd name="T1" fmla="*/ 52 h 52"/>
                <a:gd name="T2" fmla="*/ 23 w 50"/>
                <a:gd name="T3" fmla="*/ 27 h 52"/>
                <a:gd name="T4" fmla="*/ 16 w 50"/>
                <a:gd name="T5" fmla="*/ 27 h 52"/>
                <a:gd name="T6" fmla="*/ 16 w 50"/>
                <a:gd name="T7" fmla="*/ 45 h 52"/>
                <a:gd name="T8" fmla="*/ 21 w 50"/>
                <a:gd name="T9" fmla="*/ 50 h 52"/>
                <a:gd name="T10" fmla="*/ 24 w 50"/>
                <a:gd name="T11" fmla="*/ 50 h 52"/>
                <a:gd name="T12" fmla="*/ 24 w 50"/>
                <a:gd name="T13" fmla="*/ 52 h 52"/>
                <a:gd name="T14" fmla="*/ 0 w 50"/>
                <a:gd name="T15" fmla="*/ 52 h 52"/>
                <a:gd name="T16" fmla="*/ 0 w 50"/>
                <a:gd name="T17" fmla="*/ 50 h 52"/>
                <a:gd name="T18" fmla="*/ 3 w 50"/>
                <a:gd name="T19" fmla="*/ 50 h 52"/>
                <a:gd name="T20" fmla="*/ 8 w 50"/>
                <a:gd name="T21" fmla="*/ 45 h 52"/>
                <a:gd name="T22" fmla="*/ 8 w 50"/>
                <a:gd name="T23" fmla="*/ 7 h 52"/>
                <a:gd name="T24" fmla="*/ 3 w 50"/>
                <a:gd name="T25" fmla="*/ 2 h 52"/>
                <a:gd name="T26" fmla="*/ 0 w 50"/>
                <a:gd name="T27" fmla="*/ 2 h 52"/>
                <a:gd name="T28" fmla="*/ 0 w 50"/>
                <a:gd name="T29" fmla="*/ 0 h 52"/>
                <a:gd name="T30" fmla="*/ 29 w 50"/>
                <a:gd name="T31" fmla="*/ 0 h 52"/>
                <a:gd name="T32" fmla="*/ 46 w 50"/>
                <a:gd name="T33" fmla="*/ 13 h 52"/>
                <a:gd name="T34" fmla="*/ 41 w 50"/>
                <a:gd name="T35" fmla="*/ 22 h 52"/>
                <a:gd name="T36" fmla="*/ 32 w 50"/>
                <a:gd name="T37" fmla="*/ 26 h 52"/>
                <a:gd name="T38" fmla="*/ 40 w 50"/>
                <a:gd name="T39" fmla="*/ 43 h 52"/>
                <a:gd name="T40" fmla="*/ 49 w 50"/>
                <a:gd name="T41" fmla="*/ 50 h 52"/>
                <a:gd name="T42" fmla="*/ 50 w 50"/>
                <a:gd name="T43" fmla="*/ 50 h 52"/>
                <a:gd name="T44" fmla="*/ 50 w 50"/>
                <a:gd name="T45" fmla="*/ 52 h 52"/>
                <a:gd name="T46" fmla="*/ 36 w 50"/>
                <a:gd name="T47" fmla="*/ 52 h 52"/>
                <a:gd name="T48" fmla="*/ 26 w 50"/>
                <a:gd name="T49" fmla="*/ 2 h 52"/>
                <a:gd name="T50" fmla="*/ 21 w 50"/>
                <a:gd name="T51" fmla="*/ 2 h 52"/>
                <a:gd name="T52" fmla="*/ 16 w 50"/>
                <a:gd name="T53" fmla="*/ 7 h 52"/>
                <a:gd name="T54" fmla="*/ 16 w 50"/>
                <a:gd name="T55" fmla="*/ 25 h 52"/>
                <a:gd name="T56" fmla="*/ 26 w 50"/>
                <a:gd name="T57" fmla="*/ 25 h 52"/>
                <a:gd name="T58" fmla="*/ 37 w 50"/>
                <a:gd name="T59" fmla="*/ 12 h 52"/>
                <a:gd name="T60" fmla="*/ 26 w 50"/>
                <a:gd name="T61"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52">
                  <a:moveTo>
                    <a:pt x="36" y="52"/>
                  </a:moveTo>
                  <a:cubicBezTo>
                    <a:pt x="23" y="27"/>
                    <a:pt x="23" y="27"/>
                    <a:pt x="23" y="27"/>
                  </a:cubicBezTo>
                  <a:cubicBezTo>
                    <a:pt x="16" y="27"/>
                    <a:pt x="16" y="27"/>
                    <a:pt x="16" y="27"/>
                  </a:cubicBezTo>
                  <a:cubicBezTo>
                    <a:pt x="16" y="45"/>
                    <a:pt x="16" y="45"/>
                    <a:pt x="16" y="45"/>
                  </a:cubicBezTo>
                  <a:cubicBezTo>
                    <a:pt x="16" y="48"/>
                    <a:pt x="18" y="50"/>
                    <a:pt x="21" y="50"/>
                  </a:cubicBezTo>
                  <a:cubicBezTo>
                    <a:pt x="24" y="50"/>
                    <a:pt x="24" y="50"/>
                    <a:pt x="24" y="50"/>
                  </a:cubicBezTo>
                  <a:cubicBezTo>
                    <a:pt x="24" y="52"/>
                    <a:pt x="24" y="52"/>
                    <a:pt x="24" y="52"/>
                  </a:cubicBezTo>
                  <a:cubicBezTo>
                    <a:pt x="0" y="52"/>
                    <a:pt x="0" y="52"/>
                    <a:pt x="0" y="52"/>
                  </a:cubicBezTo>
                  <a:cubicBezTo>
                    <a:pt x="0" y="50"/>
                    <a:pt x="0" y="50"/>
                    <a:pt x="0" y="50"/>
                  </a:cubicBezTo>
                  <a:cubicBezTo>
                    <a:pt x="3" y="50"/>
                    <a:pt x="3" y="50"/>
                    <a:pt x="3" y="50"/>
                  </a:cubicBezTo>
                  <a:cubicBezTo>
                    <a:pt x="6" y="50"/>
                    <a:pt x="8" y="49"/>
                    <a:pt x="8" y="45"/>
                  </a:cubicBezTo>
                  <a:cubicBezTo>
                    <a:pt x="8" y="7"/>
                    <a:pt x="8" y="7"/>
                    <a:pt x="8" y="7"/>
                  </a:cubicBezTo>
                  <a:cubicBezTo>
                    <a:pt x="8" y="4"/>
                    <a:pt x="7" y="2"/>
                    <a:pt x="3" y="2"/>
                  </a:cubicBezTo>
                  <a:cubicBezTo>
                    <a:pt x="0" y="2"/>
                    <a:pt x="0" y="2"/>
                    <a:pt x="0" y="2"/>
                  </a:cubicBezTo>
                  <a:cubicBezTo>
                    <a:pt x="0" y="0"/>
                    <a:pt x="0" y="0"/>
                    <a:pt x="0" y="0"/>
                  </a:cubicBezTo>
                  <a:cubicBezTo>
                    <a:pt x="29" y="0"/>
                    <a:pt x="29" y="0"/>
                    <a:pt x="29" y="0"/>
                  </a:cubicBezTo>
                  <a:cubicBezTo>
                    <a:pt x="40" y="0"/>
                    <a:pt x="46" y="5"/>
                    <a:pt x="46" y="13"/>
                  </a:cubicBezTo>
                  <a:cubicBezTo>
                    <a:pt x="46" y="17"/>
                    <a:pt x="44" y="20"/>
                    <a:pt x="41" y="22"/>
                  </a:cubicBezTo>
                  <a:cubicBezTo>
                    <a:pt x="38" y="25"/>
                    <a:pt x="35" y="26"/>
                    <a:pt x="32" y="26"/>
                  </a:cubicBezTo>
                  <a:cubicBezTo>
                    <a:pt x="40" y="43"/>
                    <a:pt x="40" y="43"/>
                    <a:pt x="40" y="43"/>
                  </a:cubicBezTo>
                  <a:cubicBezTo>
                    <a:pt x="44" y="49"/>
                    <a:pt x="46" y="50"/>
                    <a:pt x="49" y="50"/>
                  </a:cubicBezTo>
                  <a:cubicBezTo>
                    <a:pt x="50" y="50"/>
                    <a:pt x="50" y="50"/>
                    <a:pt x="50" y="50"/>
                  </a:cubicBezTo>
                  <a:cubicBezTo>
                    <a:pt x="50" y="52"/>
                    <a:pt x="50" y="52"/>
                    <a:pt x="50" y="52"/>
                  </a:cubicBezTo>
                  <a:lnTo>
                    <a:pt x="36" y="52"/>
                  </a:lnTo>
                  <a:close/>
                  <a:moveTo>
                    <a:pt x="26" y="2"/>
                  </a:moveTo>
                  <a:cubicBezTo>
                    <a:pt x="21" y="2"/>
                    <a:pt x="21" y="2"/>
                    <a:pt x="21" y="2"/>
                  </a:cubicBezTo>
                  <a:cubicBezTo>
                    <a:pt x="17" y="2"/>
                    <a:pt x="16" y="4"/>
                    <a:pt x="16" y="7"/>
                  </a:cubicBezTo>
                  <a:cubicBezTo>
                    <a:pt x="16" y="25"/>
                    <a:pt x="16" y="25"/>
                    <a:pt x="16" y="25"/>
                  </a:cubicBezTo>
                  <a:cubicBezTo>
                    <a:pt x="26" y="25"/>
                    <a:pt x="26" y="25"/>
                    <a:pt x="26" y="25"/>
                  </a:cubicBezTo>
                  <a:cubicBezTo>
                    <a:pt x="34" y="25"/>
                    <a:pt x="37" y="19"/>
                    <a:pt x="37" y="12"/>
                  </a:cubicBezTo>
                  <a:cubicBezTo>
                    <a:pt x="37" y="6"/>
                    <a:pt x="33" y="2"/>
                    <a:pt x="26" y="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ṥḻiḍè"/>
            <p:cNvSpPr/>
            <p:nvPr userDrawn="1">
              <p:custDataLst>
                <p:tags r:id="rId59"/>
              </p:custDataLst>
            </p:nvPr>
          </p:nvSpPr>
          <p:spPr bwMode="auto">
            <a:xfrm>
              <a:off x="8533641" y="3946525"/>
              <a:ext cx="152400" cy="238125"/>
            </a:xfrm>
            <a:custGeom>
              <a:avLst/>
              <a:gdLst>
                <a:gd name="T0" fmla="*/ 21 w 38"/>
                <a:gd name="T1" fmla="*/ 56 h 56"/>
                <a:gd name="T2" fmla="*/ 14 w 38"/>
                <a:gd name="T3" fmla="*/ 55 h 56"/>
                <a:gd name="T4" fmla="*/ 12 w 38"/>
                <a:gd name="T5" fmla="*/ 54 h 56"/>
                <a:gd name="T6" fmla="*/ 5 w 38"/>
                <a:gd name="T7" fmla="*/ 56 h 56"/>
                <a:gd name="T8" fmla="*/ 0 w 38"/>
                <a:gd name="T9" fmla="*/ 41 h 56"/>
                <a:gd name="T10" fmla="*/ 2 w 38"/>
                <a:gd name="T11" fmla="*/ 41 h 56"/>
                <a:gd name="T12" fmla="*/ 21 w 38"/>
                <a:gd name="T13" fmla="*/ 53 h 56"/>
                <a:gd name="T14" fmla="*/ 32 w 38"/>
                <a:gd name="T15" fmla="*/ 43 h 56"/>
                <a:gd name="T16" fmla="*/ 18 w 38"/>
                <a:gd name="T17" fmla="*/ 31 h 56"/>
                <a:gd name="T18" fmla="*/ 3 w 38"/>
                <a:gd name="T19" fmla="*/ 15 h 56"/>
                <a:gd name="T20" fmla="*/ 19 w 38"/>
                <a:gd name="T21" fmla="*/ 0 h 56"/>
                <a:gd name="T22" fmla="*/ 26 w 38"/>
                <a:gd name="T23" fmla="*/ 2 h 56"/>
                <a:gd name="T24" fmla="*/ 28 w 38"/>
                <a:gd name="T25" fmla="*/ 2 h 56"/>
                <a:gd name="T26" fmla="*/ 32 w 38"/>
                <a:gd name="T27" fmla="*/ 1 h 56"/>
                <a:gd name="T28" fmla="*/ 36 w 38"/>
                <a:gd name="T29" fmla="*/ 13 h 56"/>
                <a:gd name="T30" fmla="*/ 34 w 38"/>
                <a:gd name="T31" fmla="*/ 14 h 56"/>
                <a:gd name="T32" fmla="*/ 31 w 38"/>
                <a:gd name="T33" fmla="*/ 9 h 56"/>
                <a:gd name="T34" fmla="*/ 18 w 38"/>
                <a:gd name="T35" fmla="*/ 3 h 56"/>
                <a:gd name="T36" fmla="*/ 9 w 38"/>
                <a:gd name="T37" fmla="*/ 12 h 56"/>
                <a:gd name="T38" fmla="*/ 22 w 38"/>
                <a:gd name="T39" fmla="*/ 23 h 56"/>
                <a:gd name="T40" fmla="*/ 38 w 38"/>
                <a:gd name="T41" fmla="*/ 40 h 56"/>
                <a:gd name="T42" fmla="*/ 21 w 38"/>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6">
                  <a:moveTo>
                    <a:pt x="21" y="56"/>
                  </a:moveTo>
                  <a:cubicBezTo>
                    <a:pt x="20" y="56"/>
                    <a:pt x="17" y="56"/>
                    <a:pt x="14" y="55"/>
                  </a:cubicBezTo>
                  <a:cubicBezTo>
                    <a:pt x="13" y="54"/>
                    <a:pt x="12" y="54"/>
                    <a:pt x="12" y="54"/>
                  </a:cubicBezTo>
                  <a:cubicBezTo>
                    <a:pt x="9" y="54"/>
                    <a:pt x="7" y="55"/>
                    <a:pt x="5" y="56"/>
                  </a:cubicBezTo>
                  <a:cubicBezTo>
                    <a:pt x="0" y="41"/>
                    <a:pt x="0" y="41"/>
                    <a:pt x="0" y="41"/>
                  </a:cubicBezTo>
                  <a:cubicBezTo>
                    <a:pt x="2" y="41"/>
                    <a:pt x="2" y="41"/>
                    <a:pt x="2" y="41"/>
                  </a:cubicBezTo>
                  <a:cubicBezTo>
                    <a:pt x="4" y="44"/>
                    <a:pt x="11" y="53"/>
                    <a:pt x="21" y="53"/>
                  </a:cubicBezTo>
                  <a:cubicBezTo>
                    <a:pt x="29" y="53"/>
                    <a:pt x="32" y="48"/>
                    <a:pt x="32" y="43"/>
                  </a:cubicBezTo>
                  <a:cubicBezTo>
                    <a:pt x="32" y="37"/>
                    <a:pt x="28" y="35"/>
                    <a:pt x="18" y="31"/>
                  </a:cubicBezTo>
                  <a:cubicBezTo>
                    <a:pt x="13" y="30"/>
                    <a:pt x="3" y="26"/>
                    <a:pt x="3" y="15"/>
                  </a:cubicBezTo>
                  <a:cubicBezTo>
                    <a:pt x="3" y="8"/>
                    <a:pt x="8" y="0"/>
                    <a:pt x="19" y="0"/>
                  </a:cubicBezTo>
                  <a:cubicBezTo>
                    <a:pt x="20" y="0"/>
                    <a:pt x="21" y="1"/>
                    <a:pt x="26" y="2"/>
                  </a:cubicBezTo>
                  <a:cubicBezTo>
                    <a:pt x="27" y="2"/>
                    <a:pt x="27" y="2"/>
                    <a:pt x="28" y="2"/>
                  </a:cubicBezTo>
                  <a:cubicBezTo>
                    <a:pt x="28" y="2"/>
                    <a:pt x="30" y="2"/>
                    <a:pt x="32" y="1"/>
                  </a:cubicBezTo>
                  <a:cubicBezTo>
                    <a:pt x="36" y="13"/>
                    <a:pt x="36" y="13"/>
                    <a:pt x="36" y="13"/>
                  </a:cubicBezTo>
                  <a:cubicBezTo>
                    <a:pt x="34" y="14"/>
                    <a:pt x="34" y="14"/>
                    <a:pt x="34" y="14"/>
                  </a:cubicBezTo>
                  <a:cubicBezTo>
                    <a:pt x="34" y="13"/>
                    <a:pt x="33" y="11"/>
                    <a:pt x="31" y="9"/>
                  </a:cubicBezTo>
                  <a:cubicBezTo>
                    <a:pt x="28" y="5"/>
                    <a:pt x="23" y="3"/>
                    <a:pt x="18" y="3"/>
                  </a:cubicBezTo>
                  <a:cubicBezTo>
                    <a:pt x="13" y="3"/>
                    <a:pt x="9" y="6"/>
                    <a:pt x="9" y="12"/>
                  </a:cubicBezTo>
                  <a:cubicBezTo>
                    <a:pt x="9" y="17"/>
                    <a:pt x="13" y="20"/>
                    <a:pt x="22" y="23"/>
                  </a:cubicBezTo>
                  <a:cubicBezTo>
                    <a:pt x="32" y="27"/>
                    <a:pt x="38" y="31"/>
                    <a:pt x="38" y="40"/>
                  </a:cubicBezTo>
                  <a:cubicBezTo>
                    <a:pt x="38" y="48"/>
                    <a:pt x="32"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işliďè"/>
            <p:cNvSpPr/>
            <p:nvPr userDrawn="1">
              <p:custDataLst>
                <p:tags r:id="rId60"/>
              </p:custDataLst>
            </p:nvPr>
          </p:nvSpPr>
          <p:spPr bwMode="auto">
            <a:xfrm>
              <a:off x="8703503" y="3956050"/>
              <a:ext cx="96838" cy="220663"/>
            </a:xfrm>
            <a:custGeom>
              <a:avLst/>
              <a:gdLst>
                <a:gd name="T0" fmla="*/ 0 w 24"/>
                <a:gd name="T1" fmla="*/ 52 h 52"/>
                <a:gd name="T2" fmla="*/ 0 w 24"/>
                <a:gd name="T3" fmla="*/ 50 h 52"/>
                <a:gd name="T4" fmla="*/ 3 w 24"/>
                <a:gd name="T5" fmla="*/ 50 h 52"/>
                <a:gd name="T6" fmla="*/ 8 w 24"/>
                <a:gd name="T7" fmla="*/ 45 h 52"/>
                <a:gd name="T8" fmla="*/ 8 w 24"/>
                <a:gd name="T9" fmla="*/ 7 h 52"/>
                <a:gd name="T10" fmla="*/ 3 w 24"/>
                <a:gd name="T11" fmla="*/ 2 h 52"/>
                <a:gd name="T12" fmla="*/ 0 w 24"/>
                <a:gd name="T13" fmla="*/ 2 h 52"/>
                <a:gd name="T14" fmla="*/ 0 w 24"/>
                <a:gd name="T15" fmla="*/ 0 h 52"/>
                <a:gd name="T16" fmla="*/ 24 w 24"/>
                <a:gd name="T17" fmla="*/ 0 h 52"/>
                <a:gd name="T18" fmla="*/ 24 w 24"/>
                <a:gd name="T19" fmla="*/ 2 h 52"/>
                <a:gd name="T20" fmla="*/ 22 w 24"/>
                <a:gd name="T21" fmla="*/ 2 h 52"/>
                <a:gd name="T22" fmla="*/ 16 w 24"/>
                <a:gd name="T23" fmla="*/ 7 h 52"/>
                <a:gd name="T24" fmla="*/ 16 w 24"/>
                <a:gd name="T25" fmla="*/ 45 h 52"/>
                <a:gd name="T26" fmla="*/ 22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3" y="50"/>
                    <a:pt x="3" y="50"/>
                    <a:pt x="3" y="50"/>
                  </a:cubicBezTo>
                  <a:cubicBezTo>
                    <a:pt x="7" y="50"/>
                    <a:pt x="8" y="49"/>
                    <a:pt x="8" y="45"/>
                  </a:cubicBezTo>
                  <a:cubicBezTo>
                    <a:pt x="8" y="7"/>
                    <a:pt x="8" y="7"/>
                    <a:pt x="8" y="7"/>
                  </a:cubicBezTo>
                  <a:cubicBezTo>
                    <a:pt x="8" y="4"/>
                    <a:pt x="7" y="2"/>
                    <a:pt x="3" y="2"/>
                  </a:cubicBezTo>
                  <a:cubicBezTo>
                    <a:pt x="0" y="2"/>
                    <a:pt x="0" y="2"/>
                    <a:pt x="0" y="2"/>
                  </a:cubicBezTo>
                  <a:cubicBezTo>
                    <a:pt x="0" y="0"/>
                    <a:pt x="0" y="0"/>
                    <a:pt x="0" y="0"/>
                  </a:cubicBezTo>
                  <a:cubicBezTo>
                    <a:pt x="24" y="0"/>
                    <a:pt x="24" y="0"/>
                    <a:pt x="24" y="0"/>
                  </a:cubicBezTo>
                  <a:cubicBezTo>
                    <a:pt x="24" y="2"/>
                    <a:pt x="24" y="2"/>
                    <a:pt x="24" y="2"/>
                  </a:cubicBezTo>
                  <a:cubicBezTo>
                    <a:pt x="22" y="2"/>
                    <a:pt x="22" y="2"/>
                    <a:pt x="22" y="2"/>
                  </a:cubicBezTo>
                  <a:cubicBezTo>
                    <a:pt x="17" y="2"/>
                    <a:pt x="16" y="4"/>
                    <a:pt x="16" y="7"/>
                  </a:cubicBezTo>
                  <a:cubicBezTo>
                    <a:pt x="16" y="45"/>
                    <a:pt x="16" y="45"/>
                    <a:pt x="16" y="45"/>
                  </a:cubicBezTo>
                  <a:cubicBezTo>
                    <a:pt x="16" y="49"/>
                    <a:pt x="18" y="50"/>
                    <a:pt x="22"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íṩ1íḍê"/>
            <p:cNvSpPr/>
            <p:nvPr userDrawn="1">
              <p:custDataLst>
                <p:tags r:id="rId61"/>
              </p:custDataLst>
            </p:nvPr>
          </p:nvSpPr>
          <p:spPr bwMode="auto">
            <a:xfrm>
              <a:off x="8819391" y="3956050"/>
              <a:ext cx="206375" cy="220663"/>
            </a:xfrm>
            <a:custGeom>
              <a:avLst/>
              <a:gdLst>
                <a:gd name="T0" fmla="*/ 49 w 51"/>
                <a:gd name="T1" fmla="*/ 14 h 52"/>
                <a:gd name="T2" fmla="*/ 34 w 51"/>
                <a:gd name="T3" fmla="*/ 2 h 52"/>
                <a:gd name="T4" fmla="*/ 30 w 51"/>
                <a:gd name="T5" fmla="*/ 7 h 52"/>
                <a:gd name="T6" fmla="*/ 30 w 51"/>
                <a:gd name="T7" fmla="*/ 44 h 52"/>
                <a:gd name="T8" fmla="*/ 35 w 51"/>
                <a:gd name="T9" fmla="*/ 50 h 52"/>
                <a:gd name="T10" fmla="*/ 39 w 51"/>
                <a:gd name="T11" fmla="*/ 50 h 52"/>
                <a:gd name="T12" fmla="*/ 39 w 51"/>
                <a:gd name="T13" fmla="*/ 52 h 52"/>
                <a:gd name="T14" fmla="*/ 12 w 51"/>
                <a:gd name="T15" fmla="*/ 52 h 52"/>
                <a:gd name="T16" fmla="*/ 12 w 51"/>
                <a:gd name="T17" fmla="*/ 50 h 52"/>
                <a:gd name="T18" fmla="*/ 16 w 51"/>
                <a:gd name="T19" fmla="*/ 50 h 52"/>
                <a:gd name="T20" fmla="*/ 21 w 51"/>
                <a:gd name="T21" fmla="*/ 44 h 52"/>
                <a:gd name="T22" fmla="*/ 21 w 51"/>
                <a:gd name="T23" fmla="*/ 7 h 52"/>
                <a:gd name="T24" fmla="*/ 16 w 51"/>
                <a:gd name="T25" fmla="*/ 2 h 52"/>
                <a:gd name="T26" fmla="*/ 2 w 51"/>
                <a:gd name="T27" fmla="*/ 14 h 52"/>
                <a:gd name="T28" fmla="*/ 0 w 51"/>
                <a:gd name="T29" fmla="*/ 13 h 52"/>
                <a:gd name="T30" fmla="*/ 5 w 51"/>
                <a:gd name="T31" fmla="*/ 0 h 52"/>
                <a:gd name="T32" fmla="*/ 46 w 51"/>
                <a:gd name="T33" fmla="*/ 0 h 52"/>
                <a:gd name="T34" fmla="*/ 51 w 51"/>
                <a:gd name="T35" fmla="*/ 13 h 52"/>
                <a:gd name="T36" fmla="*/ 49 w 51"/>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49" y="14"/>
                  </a:moveTo>
                  <a:cubicBezTo>
                    <a:pt x="45" y="6"/>
                    <a:pt x="41" y="2"/>
                    <a:pt x="34" y="2"/>
                  </a:cubicBezTo>
                  <a:cubicBezTo>
                    <a:pt x="31" y="2"/>
                    <a:pt x="30" y="4"/>
                    <a:pt x="30" y="7"/>
                  </a:cubicBezTo>
                  <a:cubicBezTo>
                    <a:pt x="30" y="44"/>
                    <a:pt x="30" y="44"/>
                    <a:pt x="30" y="44"/>
                  </a:cubicBezTo>
                  <a:cubicBezTo>
                    <a:pt x="30" y="48"/>
                    <a:pt x="31" y="50"/>
                    <a:pt x="35" y="50"/>
                  </a:cubicBezTo>
                  <a:cubicBezTo>
                    <a:pt x="39" y="50"/>
                    <a:pt x="39" y="50"/>
                    <a:pt x="39" y="50"/>
                  </a:cubicBezTo>
                  <a:cubicBezTo>
                    <a:pt x="39" y="52"/>
                    <a:pt x="39" y="52"/>
                    <a:pt x="39" y="52"/>
                  </a:cubicBezTo>
                  <a:cubicBezTo>
                    <a:pt x="12" y="52"/>
                    <a:pt x="12" y="52"/>
                    <a:pt x="12" y="52"/>
                  </a:cubicBezTo>
                  <a:cubicBezTo>
                    <a:pt x="12" y="50"/>
                    <a:pt x="12" y="50"/>
                    <a:pt x="12" y="50"/>
                  </a:cubicBezTo>
                  <a:cubicBezTo>
                    <a:pt x="16" y="50"/>
                    <a:pt x="16" y="50"/>
                    <a:pt x="16" y="50"/>
                  </a:cubicBezTo>
                  <a:cubicBezTo>
                    <a:pt x="20" y="50"/>
                    <a:pt x="21" y="48"/>
                    <a:pt x="21" y="44"/>
                  </a:cubicBezTo>
                  <a:cubicBezTo>
                    <a:pt x="21" y="7"/>
                    <a:pt x="21" y="7"/>
                    <a:pt x="21" y="7"/>
                  </a:cubicBezTo>
                  <a:cubicBezTo>
                    <a:pt x="21" y="3"/>
                    <a:pt x="20" y="2"/>
                    <a:pt x="16" y="2"/>
                  </a:cubicBezTo>
                  <a:cubicBezTo>
                    <a:pt x="8" y="2"/>
                    <a:pt x="4" y="9"/>
                    <a:pt x="2" y="14"/>
                  </a:cubicBezTo>
                  <a:cubicBezTo>
                    <a:pt x="0" y="13"/>
                    <a:pt x="0" y="13"/>
                    <a:pt x="0" y="13"/>
                  </a:cubicBezTo>
                  <a:cubicBezTo>
                    <a:pt x="5" y="0"/>
                    <a:pt x="5" y="0"/>
                    <a:pt x="5" y="0"/>
                  </a:cubicBezTo>
                  <a:cubicBezTo>
                    <a:pt x="46" y="0"/>
                    <a:pt x="46" y="0"/>
                    <a:pt x="46" y="0"/>
                  </a:cubicBezTo>
                  <a:cubicBezTo>
                    <a:pt x="51" y="13"/>
                    <a:pt x="51" y="13"/>
                    <a:pt x="51" y="13"/>
                  </a:cubicBezTo>
                  <a:lnTo>
                    <a:pt x="49"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iṥľîḓè"/>
            <p:cNvSpPr/>
            <p:nvPr userDrawn="1">
              <p:custDataLst>
                <p:tags r:id="rId62"/>
              </p:custDataLst>
            </p:nvPr>
          </p:nvSpPr>
          <p:spPr bwMode="auto">
            <a:xfrm>
              <a:off x="9049578" y="3956050"/>
              <a:ext cx="217488" cy="220663"/>
            </a:xfrm>
            <a:custGeom>
              <a:avLst/>
              <a:gdLst>
                <a:gd name="T0" fmla="*/ 51 w 54"/>
                <a:gd name="T1" fmla="*/ 2 h 52"/>
                <a:gd name="T2" fmla="*/ 44 w 54"/>
                <a:gd name="T3" fmla="*/ 8 h 52"/>
                <a:gd name="T4" fmla="*/ 32 w 54"/>
                <a:gd name="T5" fmla="*/ 31 h 52"/>
                <a:gd name="T6" fmla="*/ 32 w 54"/>
                <a:gd name="T7" fmla="*/ 45 h 52"/>
                <a:gd name="T8" fmla="*/ 37 w 54"/>
                <a:gd name="T9" fmla="*/ 50 h 52"/>
                <a:gd name="T10" fmla="*/ 41 w 54"/>
                <a:gd name="T11" fmla="*/ 50 h 52"/>
                <a:gd name="T12" fmla="*/ 41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9 w 54"/>
                <a:gd name="T25" fmla="*/ 7 h 52"/>
                <a:gd name="T26" fmla="*/ 2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9 w 54"/>
                <a:gd name="T41" fmla="*/ 7 h 52"/>
                <a:gd name="T42" fmla="*/ 31 w 54"/>
                <a:gd name="T43" fmla="*/ 27 h 52"/>
                <a:gd name="T44" fmla="*/ 42 w 54"/>
                <a:gd name="T45" fmla="*/ 8 h 52"/>
                <a:gd name="T46" fmla="*/ 42 w 54"/>
                <a:gd name="T47" fmla="*/ 5 h 52"/>
                <a:gd name="T48" fmla="*/ 39 w 54"/>
                <a:gd name="T49" fmla="*/ 2 h 52"/>
                <a:gd name="T50" fmla="*/ 36 w 54"/>
                <a:gd name="T51" fmla="*/ 2 h 52"/>
                <a:gd name="T52" fmla="*/ 36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8" y="2"/>
                    <a:pt x="46" y="5"/>
                    <a:pt x="44" y="8"/>
                  </a:cubicBezTo>
                  <a:cubicBezTo>
                    <a:pt x="32" y="31"/>
                    <a:pt x="32" y="31"/>
                    <a:pt x="32" y="31"/>
                  </a:cubicBezTo>
                  <a:cubicBezTo>
                    <a:pt x="32" y="45"/>
                    <a:pt x="32" y="45"/>
                    <a:pt x="32" y="45"/>
                  </a:cubicBezTo>
                  <a:cubicBezTo>
                    <a:pt x="32" y="48"/>
                    <a:pt x="33" y="50"/>
                    <a:pt x="37" y="50"/>
                  </a:cubicBezTo>
                  <a:cubicBezTo>
                    <a:pt x="41" y="50"/>
                    <a:pt x="41" y="50"/>
                    <a:pt x="41" y="50"/>
                  </a:cubicBezTo>
                  <a:cubicBezTo>
                    <a:pt x="41" y="52"/>
                    <a:pt x="41" y="52"/>
                    <a:pt x="41" y="52"/>
                  </a:cubicBezTo>
                  <a:cubicBezTo>
                    <a:pt x="14" y="52"/>
                    <a:pt x="14" y="52"/>
                    <a:pt x="14" y="52"/>
                  </a:cubicBezTo>
                  <a:cubicBezTo>
                    <a:pt x="14" y="50"/>
                    <a:pt x="14" y="50"/>
                    <a:pt x="14" y="50"/>
                  </a:cubicBezTo>
                  <a:cubicBezTo>
                    <a:pt x="18" y="50"/>
                    <a:pt x="18" y="50"/>
                    <a:pt x="18" y="50"/>
                  </a:cubicBezTo>
                  <a:cubicBezTo>
                    <a:pt x="22" y="50"/>
                    <a:pt x="23" y="49"/>
                    <a:pt x="23" y="45"/>
                  </a:cubicBezTo>
                  <a:cubicBezTo>
                    <a:pt x="23" y="31"/>
                    <a:pt x="23" y="31"/>
                    <a:pt x="23" y="31"/>
                  </a:cubicBezTo>
                  <a:cubicBezTo>
                    <a:pt x="9" y="7"/>
                    <a:pt x="9" y="7"/>
                    <a:pt x="9" y="7"/>
                  </a:cubicBezTo>
                  <a:cubicBezTo>
                    <a:pt x="7" y="3"/>
                    <a:pt x="5"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9" y="7"/>
                  </a:cubicBezTo>
                  <a:cubicBezTo>
                    <a:pt x="31" y="27"/>
                    <a:pt x="31" y="27"/>
                    <a:pt x="31" y="27"/>
                  </a:cubicBezTo>
                  <a:cubicBezTo>
                    <a:pt x="42" y="8"/>
                    <a:pt x="42" y="8"/>
                    <a:pt x="42" y="8"/>
                  </a:cubicBezTo>
                  <a:cubicBezTo>
                    <a:pt x="42" y="7"/>
                    <a:pt x="42" y="6"/>
                    <a:pt x="42" y="5"/>
                  </a:cubicBezTo>
                  <a:cubicBezTo>
                    <a:pt x="42" y="3"/>
                    <a:pt x="41" y="2"/>
                    <a:pt x="39" y="2"/>
                  </a:cubicBezTo>
                  <a:cubicBezTo>
                    <a:pt x="36" y="2"/>
                    <a:pt x="36" y="2"/>
                    <a:pt x="36" y="2"/>
                  </a:cubicBezTo>
                  <a:cubicBezTo>
                    <a:pt x="36" y="0"/>
                    <a:pt x="36" y="0"/>
                    <a:pt x="36"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60" name="矩形 59"/>
          <p:cNvSpPr/>
          <p:nvPr userDrawn="1">
            <p:custDataLst>
              <p:tags r:id="rId2"/>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a36ff0dd-52e7-4a40-98ef-054fbf16791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3"/>
            </p:custDataLst>
          </p:nvPr>
        </p:nvGrpSpPr>
        <p:grpSpPr>
          <a:xfrm>
            <a:off x="9791726" y="368300"/>
            <a:ext cx="2006887" cy="568318"/>
            <a:chOff x="2869804" y="2524126"/>
            <a:chExt cx="6452393" cy="1827213"/>
          </a:xfrm>
        </p:grpSpPr>
        <p:sp>
          <p:nvSpPr>
            <p:cNvPr id="62" name="ïṣļïďe"/>
            <p:cNvSpPr/>
            <p:nvPr userDrawn="1">
              <p:custDataLst>
                <p:tags r:id="rId4"/>
              </p:custDataLst>
            </p:nvPr>
          </p:nvSpPr>
          <p:spPr bwMode="auto">
            <a:xfrm>
              <a:off x="5030526" y="2647006"/>
              <a:ext cx="889000" cy="1308100"/>
            </a:xfrm>
            <a:custGeom>
              <a:avLst/>
              <a:gdLst>
                <a:gd name="T0" fmla="*/ 236 w 532"/>
                <a:gd name="T1" fmla="*/ 733 h 780"/>
                <a:gd name="T2" fmla="*/ 216 w 532"/>
                <a:gd name="T3" fmla="*/ 663 h 780"/>
                <a:gd name="T4" fmla="*/ 197 w 532"/>
                <a:gd name="T5" fmla="*/ 414 h 780"/>
                <a:gd name="T6" fmla="*/ 102 w 532"/>
                <a:gd name="T7" fmla="*/ 475 h 780"/>
                <a:gd name="T8" fmla="*/ 46 w 532"/>
                <a:gd name="T9" fmla="*/ 448 h 780"/>
                <a:gd name="T10" fmla="*/ 13 w 532"/>
                <a:gd name="T11" fmla="*/ 400 h 780"/>
                <a:gd name="T12" fmla="*/ 5 w 532"/>
                <a:gd name="T13" fmla="*/ 353 h 780"/>
                <a:gd name="T14" fmla="*/ 23 w 532"/>
                <a:gd name="T15" fmla="*/ 258 h 780"/>
                <a:gd name="T16" fmla="*/ 93 w 532"/>
                <a:gd name="T17" fmla="*/ 231 h 780"/>
                <a:gd name="T18" fmla="*/ 192 w 532"/>
                <a:gd name="T19" fmla="*/ 170 h 780"/>
                <a:gd name="T20" fmla="*/ 180 w 532"/>
                <a:gd name="T21" fmla="*/ 50 h 780"/>
                <a:gd name="T22" fmla="*/ 246 w 532"/>
                <a:gd name="T23" fmla="*/ 16 h 780"/>
                <a:gd name="T24" fmla="*/ 285 w 532"/>
                <a:gd name="T25" fmla="*/ 69 h 780"/>
                <a:gd name="T26" fmla="*/ 290 w 532"/>
                <a:gd name="T27" fmla="*/ 138 h 780"/>
                <a:gd name="T28" fmla="*/ 368 w 532"/>
                <a:gd name="T29" fmla="*/ 129 h 780"/>
                <a:gd name="T30" fmla="*/ 474 w 532"/>
                <a:gd name="T31" fmla="*/ 141 h 780"/>
                <a:gd name="T32" fmla="*/ 452 w 532"/>
                <a:gd name="T33" fmla="*/ 221 h 780"/>
                <a:gd name="T34" fmla="*/ 432 w 532"/>
                <a:gd name="T35" fmla="*/ 289 h 780"/>
                <a:gd name="T36" fmla="*/ 363 w 532"/>
                <a:gd name="T37" fmla="*/ 355 h 780"/>
                <a:gd name="T38" fmla="*/ 296 w 532"/>
                <a:gd name="T39" fmla="*/ 397 h 780"/>
                <a:gd name="T40" fmla="*/ 294 w 532"/>
                <a:gd name="T41" fmla="*/ 705 h 780"/>
                <a:gd name="T42" fmla="*/ 236 w 532"/>
                <a:gd name="T43" fmla="*/ 733 h 780"/>
                <a:gd name="T44" fmla="*/ 185 w 532"/>
                <a:gd name="T45" fmla="*/ 253 h 780"/>
                <a:gd name="T46" fmla="*/ 171 w 532"/>
                <a:gd name="T47" fmla="*/ 262 h 780"/>
                <a:gd name="T48" fmla="*/ 123 w 532"/>
                <a:gd name="T49" fmla="*/ 275 h 780"/>
                <a:gd name="T50" fmla="*/ 128 w 532"/>
                <a:gd name="T51" fmla="*/ 323 h 780"/>
                <a:gd name="T52" fmla="*/ 184 w 532"/>
                <a:gd name="T53" fmla="*/ 325 h 780"/>
                <a:gd name="T54" fmla="*/ 185 w 532"/>
                <a:gd name="T55" fmla="*/ 253 h 780"/>
                <a:gd name="T56" fmla="*/ 291 w 532"/>
                <a:gd name="T57" fmla="*/ 261 h 780"/>
                <a:gd name="T58" fmla="*/ 292 w 532"/>
                <a:gd name="T59" fmla="*/ 269 h 780"/>
                <a:gd name="T60" fmla="*/ 310 w 532"/>
                <a:gd name="T61" fmla="*/ 275 h 780"/>
                <a:gd name="T62" fmla="*/ 354 w 532"/>
                <a:gd name="T63" fmla="*/ 209 h 780"/>
                <a:gd name="T64" fmla="*/ 314 w 532"/>
                <a:gd name="T65" fmla="*/ 192 h 780"/>
                <a:gd name="T66" fmla="*/ 292 w 532"/>
                <a:gd name="T67" fmla="*/ 208 h 780"/>
                <a:gd name="T68" fmla="*/ 291 w 532"/>
                <a:gd name="T69" fmla="*/ 261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2" h="780">
                  <a:moveTo>
                    <a:pt x="236" y="733"/>
                  </a:moveTo>
                  <a:cubicBezTo>
                    <a:pt x="225" y="716"/>
                    <a:pt x="215" y="692"/>
                    <a:pt x="216" y="663"/>
                  </a:cubicBezTo>
                  <a:cubicBezTo>
                    <a:pt x="218" y="605"/>
                    <a:pt x="197" y="414"/>
                    <a:pt x="197" y="414"/>
                  </a:cubicBezTo>
                  <a:cubicBezTo>
                    <a:pt x="197" y="414"/>
                    <a:pt x="136" y="421"/>
                    <a:pt x="102" y="475"/>
                  </a:cubicBezTo>
                  <a:cubicBezTo>
                    <a:pt x="102" y="475"/>
                    <a:pt x="63" y="481"/>
                    <a:pt x="46" y="448"/>
                  </a:cubicBezTo>
                  <a:cubicBezTo>
                    <a:pt x="29" y="414"/>
                    <a:pt x="13" y="400"/>
                    <a:pt x="13" y="400"/>
                  </a:cubicBezTo>
                  <a:cubicBezTo>
                    <a:pt x="13" y="400"/>
                    <a:pt x="0" y="383"/>
                    <a:pt x="5" y="353"/>
                  </a:cubicBezTo>
                  <a:cubicBezTo>
                    <a:pt x="11" y="323"/>
                    <a:pt x="19" y="294"/>
                    <a:pt x="23" y="258"/>
                  </a:cubicBezTo>
                  <a:cubicBezTo>
                    <a:pt x="27" y="222"/>
                    <a:pt x="76" y="220"/>
                    <a:pt x="93" y="231"/>
                  </a:cubicBezTo>
                  <a:cubicBezTo>
                    <a:pt x="93" y="231"/>
                    <a:pt x="162" y="183"/>
                    <a:pt x="192" y="170"/>
                  </a:cubicBezTo>
                  <a:cubicBezTo>
                    <a:pt x="192" y="170"/>
                    <a:pt x="186" y="80"/>
                    <a:pt x="180" y="50"/>
                  </a:cubicBezTo>
                  <a:cubicBezTo>
                    <a:pt x="180" y="50"/>
                    <a:pt x="212" y="0"/>
                    <a:pt x="246" y="16"/>
                  </a:cubicBezTo>
                  <a:cubicBezTo>
                    <a:pt x="281" y="32"/>
                    <a:pt x="280" y="42"/>
                    <a:pt x="285" y="69"/>
                  </a:cubicBezTo>
                  <a:cubicBezTo>
                    <a:pt x="289" y="95"/>
                    <a:pt x="290" y="138"/>
                    <a:pt x="290" y="138"/>
                  </a:cubicBezTo>
                  <a:cubicBezTo>
                    <a:pt x="368" y="129"/>
                    <a:pt x="368" y="129"/>
                    <a:pt x="368" y="129"/>
                  </a:cubicBezTo>
                  <a:cubicBezTo>
                    <a:pt x="368" y="129"/>
                    <a:pt x="415" y="84"/>
                    <a:pt x="474" y="141"/>
                  </a:cubicBezTo>
                  <a:cubicBezTo>
                    <a:pt x="532" y="199"/>
                    <a:pt x="452" y="221"/>
                    <a:pt x="452" y="221"/>
                  </a:cubicBezTo>
                  <a:cubicBezTo>
                    <a:pt x="452" y="221"/>
                    <a:pt x="408" y="257"/>
                    <a:pt x="432" y="289"/>
                  </a:cubicBezTo>
                  <a:cubicBezTo>
                    <a:pt x="455" y="322"/>
                    <a:pt x="386" y="356"/>
                    <a:pt x="363" y="355"/>
                  </a:cubicBezTo>
                  <a:cubicBezTo>
                    <a:pt x="340" y="354"/>
                    <a:pt x="297" y="384"/>
                    <a:pt x="296" y="397"/>
                  </a:cubicBezTo>
                  <a:cubicBezTo>
                    <a:pt x="296" y="409"/>
                    <a:pt x="302" y="692"/>
                    <a:pt x="294" y="705"/>
                  </a:cubicBezTo>
                  <a:cubicBezTo>
                    <a:pt x="297" y="744"/>
                    <a:pt x="264" y="780"/>
                    <a:pt x="236" y="733"/>
                  </a:cubicBezTo>
                  <a:close/>
                  <a:moveTo>
                    <a:pt x="185" y="253"/>
                  </a:moveTo>
                  <a:cubicBezTo>
                    <a:pt x="185" y="253"/>
                    <a:pt x="180" y="257"/>
                    <a:pt x="171" y="262"/>
                  </a:cubicBezTo>
                  <a:cubicBezTo>
                    <a:pt x="158" y="268"/>
                    <a:pt x="142" y="272"/>
                    <a:pt x="123" y="275"/>
                  </a:cubicBezTo>
                  <a:cubicBezTo>
                    <a:pt x="109" y="276"/>
                    <a:pt x="114" y="299"/>
                    <a:pt x="128" y="323"/>
                  </a:cubicBezTo>
                  <a:cubicBezTo>
                    <a:pt x="142" y="347"/>
                    <a:pt x="170" y="330"/>
                    <a:pt x="184" y="325"/>
                  </a:cubicBezTo>
                  <a:cubicBezTo>
                    <a:pt x="198" y="320"/>
                    <a:pt x="185" y="253"/>
                    <a:pt x="185" y="253"/>
                  </a:cubicBezTo>
                  <a:close/>
                  <a:moveTo>
                    <a:pt x="291" y="261"/>
                  </a:moveTo>
                  <a:cubicBezTo>
                    <a:pt x="292" y="269"/>
                    <a:pt x="292" y="269"/>
                    <a:pt x="292" y="269"/>
                  </a:cubicBezTo>
                  <a:cubicBezTo>
                    <a:pt x="292" y="269"/>
                    <a:pt x="296" y="280"/>
                    <a:pt x="310" y="275"/>
                  </a:cubicBezTo>
                  <a:cubicBezTo>
                    <a:pt x="324" y="271"/>
                    <a:pt x="349" y="236"/>
                    <a:pt x="354" y="209"/>
                  </a:cubicBezTo>
                  <a:cubicBezTo>
                    <a:pt x="359" y="182"/>
                    <a:pt x="335" y="190"/>
                    <a:pt x="314" y="192"/>
                  </a:cubicBezTo>
                  <a:cubicBezTo>
                    <a:pt x="292" y="194"/>
                    <a:pt x="292" y="208"/>
                    <a:pt x="292" y="208"/>
                  </a:cubicBezTo>
                  <a:lnTo>
                    <a:pt x="291" y="261"/>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ŝḷïdè"/>
            <p:cNvSpPr/>
            <p:nvPr userDrawn="1">
              <p:custDataLst>
                <p:tags r:id="rId5"/>
              </p:custDataLst>
            </p:nvPr>
          </p:nvSpPr>
          <p:spPr bwMode="auto">
            <a:xfrm>
              <a:off x="6106582" y="2874169"/>
              <a:ext cx="762000" cy="817563"/>
            </a:xfrm>
            <a:custGeom>
              <a:avLst/>
              <a:gdLst>
                <a:gd name="T0" fmla="*/ 107 w 456"/>
                <a:gd name="T1" fmla="*/ 347 h 488"/>
                <a:gd name="T2" fmla="*/ 187 w 456"/>
                <a:gd name="T3" fmla="*/ 332 h 488"/>
                <a:gd name="T4" fmla="*/ 171 w 456"/>
                <a:gd name="T5" fmla="*/ 39 h 488"/>
                <a:gd name="T6" fmla="*/ 196 w 456"/>
                <a:gd name="T7" fmla="*/ 1 h 488"/>
                <a:gd name="T8" fmla="*/ 274 w 456"/>
                <a:gd name="T9" fmla="*/ 57 h 488"/>
                <a:gd name="T10" fmla="*/ 274 w 456"/>
                <a:gd name="T11" fmla="*/ 302 h 488"/>
                <a:gd name="T12" fmla="*/ 355 w 456"/>
                <a:gd name="T13" fmla="*/ 283 h 488"/>
                <a:gd name="T14" fmla="*/ 387 w 456"/>
                <a:gd name="T15" fmla="*/ 187 h 488"/>
                <a:gd name="T16" fmla="*/ 456 w 456"/>
                <a:gd name="T17" fmla="*/ 231 h 488"/>
                <a:gd name="T18" fmla="*/ 437 w 456"/>
                <a:gd name="T19" fmla="*/ 394 h 488"/>
                <a:gd name="T20" fmla="*/ 374 w 456"/>
                <a:gd name="T21" fmla="*/ 454 h 488"/>
                <a:gd name="T22" fmla="*/ 352 w 456"/>
                <a:gd name="T23" fmla="*/ 351 h 488"/>
                <a:gd name="T24" fmla="*/ 290 w 456"/>
                <a:gd name="T25" fmla="*/ 368 h 488"/>
                <a:gd name="T26" fmla="*/ 219 w 456"/>
                <a:gd name="T27" fmla="*/ 402 h 488"/>
                <a:gd name="T28" fmla="*/ 129 w 456"/>
                <a:gd name="T29" fmla="*/ 419 h 488"/>
                <a:gd name="T30" fmla="*/ 31 w 456"/>
                <a:gd name="T31" fmla="*/ 451 h 488"/>
                <a:gd name="T32" fmla="*/ 10 w 456"/>
                <a:gd name="T33" fmla="*/ 412 h 488"/>
                <a:gd name="T34" fmla="*/ 3 w 456"/>
                <a:gd name="T35" fmla="*/ 398 h 488"/>
                <a:gd name="T36" fmla="*/ 11 w 456"/>
                <a:gd name="T37" fmla="*/ 367 h 488"/>
                <a:gd name="T38" fmla="*/ 23 w 456"/>
                <a:gd name="T39" fmla="*/ 235 h 488"/>
                <a:gd name="T40" fmla="*/ 53 w 456"/>
                <a:gd name="T41" fmla="*/ 213 h 488"/>
                <a:gd name="T42" fmla="*/ 107 w 456"/>
                <a:gd name="T43" fmla="*/ 34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6" h="488">
                  <a:moveTo>
                    <a:pt x="107" y="347"/>
                  </a:moveTo>
                  <a:cubicBezTo>
                    <a:pt x="134" y="342"/>
                    <a:pt x="160" y="337"/>
                    <a:pt x="187" y="332"/>
                  </a:cubicBezTo>
                  <a:cubicBezTo>
                    <a:pt x="182" y="234"/>
                    <a:pt x="176" y="137"/>
                    <a:pt x="171" y="39"/>
                  </a:cubicBezTo>
                  <a:cubicBezTo>
                    <a:pt x="171" y="39"/>
                    <a:pt x="165" y="1"/>
                    <a:pt x="196" y="1"/>
                  </a:cubicBezTo>
                  <a:cubicBezTo>
                    <a:pt x="227" y="0"/>
                    <a:pt x="284" y="25"/>
                    <a:pt x="274" y="57"/>
                  </a:cubicBezTo>
                  <a:cubicBezTo>
                    <a:pt x="264" y="89"/>
                    <a:pt x="256" y="303"/>
                    <a:pt x="274" y="302"/>
                  </a:cubicBezTo>
                  <a:cubicBezTo>
                    <a:pt x="292" y="301"/>
                    <a:pt x="355" y="283"/>
                    <a:pt x="355" y="283"/>
                  </a:cubicBezTo>
                  <a:cubicBezTo>
                    <a:pt x="355" y="283"/>
                    <a:pt x="372" y="185"/>
                    <a:pt x="387" y="187"/>
                  </a:cubicBezTo>
                  <a:cubicBezTo>
                    <a:pt x="403" y="188"/>
                    <a:pt x="455" y="196"/>
                    <a:pt x="456" y="231"/>
                  </a:cubicBezTo>
                  <a:cubicBezTo>
                    <a:pt x="456" y="265"/>
                    <a:pt x="454" y="367"/>
                    <a:pt x="437" y="394"/>
                  </a:cubicBezTo>
                  <a:cubicBezTo>
                    <a:pt x="420" y="421"/>
                    <a:pt x="383" y="476"/>
                    <a:pt x="374" y="454"/>
                  </a:cubicBezTo>
                  <a:cubicBezTo>
                    <a:pt x="364" y="433"/>
                    <a:pt x="352" y="351"/>
                    <a:pt x="352" y="351"/>
                  </a:cubicBezTo>
                  <a:cubicBezTo>
                    <a:pt x="331" y="357"/>
                    <a:pt x="310" y="363"/>
                    <a:pt x="290" y="368"/>
                  </a:cubicBezTo>
                  <a:cubicBezTo>
                    <a:pt x="252" y="379"/>
                    <a:pt x="281" y="398"/>
                    <a:pt x="219" y="402"/>
                  </a:cubicBezTo>
                  <a:cubicBezTo>
                    <a:pt x="185" y="404"/>
                    <a:pt x="141" y="408"/>
                    <a:pt x="129" y="419"/>
                  </a:cubicBezTo>
                  <a:cubicBezTo>
                    <a:pt x="111" y="438"/>
                    <a:pt x="71" y="488"/>
                    <a:pt x="31" y="451"/>
                  </a:cubicBezTo>
                  <a:cubicBezTo>
                    <a:pt x="31" y="451"/>
                    <a:pt x="18" y="430"/>
                    <a:pt x="10" y="412"/>
                  </a:cubicBezTo>
                  <a:cubicBezTo>
                    <a:pt x="7" y="407"/>
                    <a:pt x="5" y="402"/>
                    <a:pt x="3" y="398"/>
                  </a:cubicBezTo>
                  <a:cubicBezTo>
                    <a:pt x="0" y="387"/>
                    <a:pt x="7" y="378"/>
                    <a:pt x="11" y="367"/>
                  </a:cubicBezTo>
                  <a:cubicBezTo>
                    <a:pt x="29" y="322"/>
                    <a:pt x="34" y="307"/>
                    <a:pt x="23" y="235"/>
                  </a:cubicBezTo>
                  <a:cubicBezTo>
                    <a:pt x="23" y="235"/>
                    <a:pt x="21" y="202"/>
                    <a:pt x="53" y="213"/>
                  </a:cubicBezTo>
                  <a:cubicBezTo>
                    <a:pt x="118" y="235"/>
                    <a:pt x="92" y="344"/>
                    <a:pt x="107" y="347"/>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ṩḻídé"/>
            <p:cNvSpPr/>
            <p:nvPr userDrawn="1">
              <p:custDataLst>
                <p:tags r:id="rId6"/>
              </p:custDataLst>
            </p:nvPr>
          </p:nvSpPr>
          <p:spPr bwMode="auto">
            <a:xfrm>
              <a:off x="7104326" y="2786063"/>
              <a:ext cx="1055688" cy="977900"/>
            </a:xfrm>
            <a:custGeom>
              <a:avLst/>
              <a:gdLst>
                <a:gd name="T0" fmla="*/ 625 w 632"/>
                <a:gd name="T1" fmla="*/ 513 h 584"/>
                <a:gd name="T2" fmla="*/ 413 w 632"/>
                <a:gd name="T3" fmla="*/ 540 h 584"/>
                <a:gd name="T4" fmla="*/ 253 w 632"/>
                <a:gd name="T5" fmla="*/ 323 h 584"/>
                <a:gd name="T6" fmla="*/ 112 w 632"/>
                <a:gd name="T7" fmla="*/ 500 h 584"/>
                <a:gd name="T8" fmla="*/ 6 w 632"/>
                <a:gd name="T9" fmla="*/ 459 h 584"/>
                <a:gd name="T10" fmla="*/ 29 w 632"/>
                <a:gd name="T11" fmla="*/ 439 h 584"/>
                <a:gd name="T12" fmla="*/ 182 w 632"/>
                <a:gd name="T13" fmla="*/ 276 h 584"/>
                <a:gd name="T14" fmla="*/ 48 w 632"/>
                <a:gd name="T15" fmla="*/ 269 h 584"/>
                <a:gd name="T16" fmla="*/ 62 w 632"/>
                <a:gd name="T17" fmla="*/ 164 h 584"/>
                <a:gd name="T18" fmla="*/ 194 w 632"/>
                <a:gd name="T19" fmla="*/ 164 h 584"/>
                <a:gd name="T20" fmla="*/ 194 w 632"/>
                <a:gd name="T21" fmla="*/ 32 h 584"/>
                <a:gd name="T22" fmla="*/ 287 w 632"/>
                <a:gd name="T23" fmla="*/ 28 h 584"/>
                <a:gd name="T24" fmla="*/ 306 w 632"/>
                <a:gd name="T25" fmla="*/ 95 h 584"/>
                <a:gd name="T26" fmla="*/ 329 w 632"/>
                <a:gd name="T27" fmla="*/ 129 h 584"/>
                <a:gd name="T28" fmla="*/ 396 w 632"/>
                <a:gd name="T29" fmla="*/ 105 h 584"/>
                <a:gd name="T30" fmla="*/ 432 w 632"/>
                <a:gd name="T31" fmla="*/ 169 h 584"/>
                <a:gd name="T32" fmla="*/ 312 w 632"/>
                <a:gd name="T33" fmla="*/ 224 h 584"/>
                <a:gd name="T34" fmla="*/ 312 w 632"/>
                <a:gd name="T35" fmla="*/ 289 h 584"/>
                <a:gd name="T36" fmla="*/ 539 w 632"/>
                <a:gd name="T37" fmla="*/ 485 h 584"/>
                <a:gd name="T38" fmla="*/ 625 w 632"/>
                <a:gd name="T39" fmla="*/ 51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2" h="584">
                  <a:moveTo>
                    <a:pt x="625" y="513"/>
                  </a:moveTo>
                  <a:cubicBezTo>
                    <a:pt x="625" y="513"/>
                    <a:pt x="455" y="584"/>
                    <a:pt x="413" y="540"/>
                  </a:cubicBezTo>
                  <a:cubicBezTo>
                    <a:pt x="370" y="496"/>
                    <a:pt x="282" y="378"/>
                    <a:pt x="253" y="323"/>
                  </a:cubicBezTo>
                  <a:cubicBezTo>
                    <a:pt x="253" y="323"/>
                    <a:pt x="172" y="514"/>
                    <a:pt x="112" y="500"/>
                  </a:cubicBezTo>
                  <a:cubicBezTo>
                    <a:pt x="53" y="487"/>
                    <a:pt x="12" y="469"/>
                    <a:pt x="6" y="459"/>
                  </a:cubicBezTo>
                  <a:cubicBezTo>
                    <a:pt x="0" y="448"/>
                    <a:pt x="10" y="444"/>
                    <a:pt x="29" y="439"/>
                  </a:cubicBezTo>
                  <a:cubicBezTo>
                    <a:pt x="47" y="433"/>
                    <a:pt x="166" y="419"/>
                    <a:pt x="182" y="276"/>
                  </a:cubicBezTo>
                  <a:cubicBezTo>
                    <a:pt x="182" y="276"/>
                    <a:pt x="82" y="313"/>
                    <a:pt x="48" y="269"/>
                  </a:cubicBezTo>
                  <a:cubicBezTo>
                    <a:pt x="14" y="224"/>
                    <a:pt x="4" y="163"/>
                    <a:pt x="62" y="164"/>
                  </a:cubicBezTo>
                  <a:cubicBezTo>
                    <a:pt x="120" y="166"/>
                    <a:pt x="196" y="188"/>
                    <a:pt x="194" y="164"/>
                  </a:cubicBezTo>
                  <a:cubicBezTo>
                    <a:pt x="192" y="141"/>
                    <a:pt x="174" y="56"/>
                    <a:pt x="194" y="32"/>
                  </a:cubicBezTo>
                  <a:cubicBezTo>
                    <a:pt x="215" y="8"/>
                    <a:pt x="269" y="0"/>
                    <a:pt x="287" y="28"/>
                  </a:cubicBezTo>
                  <a:cubicBezTo>
                    <a:pt x="304" y="56"/>
                    <a:pt x="311" y="71"/>
                    <a:pt x="306" y="95"/>
                  </a:cubicBezTo>
                  <a:cubicBezTo>
                    <a:pt x="300" y="119"/>
                    <a:pt x="294" y="133"/>
                    <a:pt x="329" y="129"/>
                  </a:cubicBezTo>
                  <a:cubicBezTo>
                    <a:pt x="364" y="125"/>
                    <a:pt x="379" y="98"/>
                    <a:pt x="396" y="105"/>
                  </a:cubicBezTo>
                  <a:cubicBezTo>
                    <a:pt x="413" y="113"/>
                    <a:pt x="468" y="147"/>
                    <a:pt x="432" y="169"/>
                  </a:cubicBezTo>
                  <a:cubicBezTo>
                    <a:pt x="396" y="191"/>
                    <a:pt x="324" y="214"/>
                    <a:pt x="312" y="224"/>
                  </a:cubicBezTo>
                  <a:cubicBezTo>
                    <a:pt x="300" y="233"/>
                    <a:pt x="277" y="232"/>
                    <a:pt x="312" y="289"/>
                  </a:cubicBezTo>
                  <a:cubicBezTo>
                    <a:pt x="344" y="339"/>
                    <a:pt x="428" y="450"/>
                    <a:pt x="539" y="485"/>
                  </a:cubicBezTo>
                  <a:cubicBezTo>
                    <a:pt x="546" y="487"/>
                    <a:pt x="632" y="504"/>
                    <a:pt x="625" y="51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5" name="îṧḷíďê"/>
            <p:cNvSpPr/>
            <p:nvPr userDrawn="1">
              <p:custDataLst>
                <p:tags r:id="rId7"/>
              </p:custDataLst>
            </p:nvPr>
          </p:nvSpPr>
          <p:spPr bwMode="auto">
            <a:xfrm>
              <a:off x="8339534" y="2693264"/>
              <a:ext cx="982663" cy="1196975"/>
            </a:xfrm>
            <a:custGeom>
              <a:avLst/>
              <a:gdLst>
                <a:gd name="T0" fmla="*/ 268 w 588"/>
                <a:gd name="T1" fmla="*/ 604 h 714"/>
                <a:gd name="T2" fmla="*/ 219 w 588"/>
                <a:gd name="T3" fmla="*/ 538 h 714"/>
                <a:gd name="T4" fmla="*/ 110 w 588"/>
                <a:gd name="T5" fmla="*/ 487 h 714"/>
                <a:gd name="T6" fmla="*/ 258 w 588"/>
                <a:gd name="T7" fmla="*/ 470 h 714"/>
                <a:gd name="T8" fmla="*/ 302 w 588"/>
                <a:gd name="T9" fmla="*/ 390 h 714"/>
                <a:gd name="T10" fmla="*/ 155 w 588"/>
                <a:gd name="T11" fmla="*/ 425 h 714"/>
                <a:gd name="T12" fmla="*/ 275 w 588"/>
                <a:gd name="T13" fmla="*/ 346 h 714"/>
                <a:gd name="T14" fmla="*/ 419 w 588"/>
                <a:gd name="T15" fmla="*/ 309 h 714"/>
                <a:gd name="T16" fmla="*/ 243 w 588"/>
                <a:gd name="T17" fmla="*/ 335 h 714"/>
                <a:gd name="T18" fmla="*/ 99 w 588"/>
                <a:gd name="T19" fmla="*/ 404 h 714"/>
                <a:gd name="T20" fmla="*/ 8 w 588"/>
                <a:gd name="T21" fmla="*/ 457 h 714"/>
                <a:gd name="T22" fmla="*/ 75 w 588"/>
                <a:gd name="T23" fmla="*/ 334 h 714"/>
                <a:gd name="T24" fmla="*/ 107 w 588"/>
                <a:gd name="T25" fmla="*/ 198 h 714"/>
                <a:gd name="T26" fmla="*/ 130 w 588"/>
                <a:gd name="T27" fmla="*/ 124 h 714"/>
                <a:gd name="T28" fmla="*/ 159 w 588"/>
                <a:gd name="T29" fmla="*/ 297 h 714"/>
                <a:gd name="T30" fmla="*/ 178 w 588"/>
                <a:gd name="T31" fmla="*/ 68 h 714"/>
                <a:gd name="T32" fmla="*/ 233 w 588"/>
                <a:gd name="T33" fmla="*/ 63 h 714"/>
                <a:gd name="T34" fmla="*/ 318 w 588"/>
                <a:gd name="T35" fmla="*/ 62 h 714"/>
                <a:gd name="T36" fmla="*/ 389 w 588"/>
                <a:gd name="T37" fmla="*/ 69 h 714"/>
                <a:gd name="T38" fmla="*/ 378 w 588"/>
                <a:gd name="T39" fmla="*/ 133 h 714"/>
                <a:gd name="T40" fmla="*/ 422 w 588"/>
                <a:gd name="T41" fmla="*/ 142 h 714"/>
                <a:gd name="T42" fmla="*/ 502 w 588"/>
                <a:gd name="T43" fmla="*/ 113 h 714"/>
                <a:gd name="T44" fmla="*/ 454 w 588"/>
                <a:gd name="T45" fmla="*/ 265 h 714"/>
                <a:gd name="T46" fmla="*/ 498 w 588"/>
                <a:gd name="T47" fmla="*/ 360 h 714"/>
                <a:gd name="T48" fmla="*/ 383 w 588"/>
                <a:gd name="T49" fmla="*/ 411 h 714"/>
                <a:gd name="T50" fmla="*/ 476 w 588"/>
                <a:gd name="T51" fmla="*/ 445 h 714"/>
                <a:gd name="T52" fmla="*/ 373 w 588"/>
                <a:gd name="T53" fmla="*/ 516 h 714"/>
                <a:gd name="T54" fmla="*/ 269 w 588"/>
                <a:gd name="T55" fmla="*/ 703 h 714"/>
                <a:gd name="T56" fmla="*/ 177 w 588"/>
                <a:gd name="T57" fmla="*/ 626 h 714"/>
                <a:gd name="T58" fmla="*/ 251 w 588"/>
                <a:gd name="T59" fmla="*/ 106 h 714"/>
                <a:gd name="T60" fmla="*/ 236 w 588"/>
                <a:gd name="T61" fmla="*/ 165 h 714"/>
                <a:gd name="T62" fmla="*/ 269 w 588"/>
                <a:gd name="T63" fmla="*/ 129 h 714"/>
                <a:gd name="T64" fmla="*/ 368 w 588"/>
                <a:gd name="T65" fmla="*/ 177 h 714"/>
                <a:gd name="T66" fmla="*/ 404 w 588"/>
                <a:gd name="T67" fmla="*/ 195 h 714"/>
                <a:gd name="T68" fmla="*/ 368 w 588"/>
                <a:gd name="T69" fmla="*/ 177 h 714"/>
                <a:gd name="T70" fmla="*/ 304 w 588"/>
                <a:gd name="T71" fmla="*/ 179 h 714"/>
                <a:gd name="T72" fmla="*/ 310 w 588"/>
                <a:gd name="T73" fmla="*/ 272 h 714"/>
                <a:gd name="T74" fmla="*/ 321 w 588"/>
                <a:gd name="T75" fmla="*/ 266 h 714"/>
                <a:gd name="T76" fmla="*/ 359 w 588"/>
                <a:gd name="T77" fmla="*/ 255 h 714"/>
                <a:gd name="T78" fmla="*/ 373 w 588"/>
                <a:gd name="T79" fmla="*/ 246 h 714"/>
                <a:gd name="T80" fmla="*/ 256 w 588"/>
                <a:gd name="T81" fmla="*/ 218 h 714"/>
                <a:gd name="T82" fmla="*/ 256 w 588"/>
                <a:gd name="T83" fmla="*/ 261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8" h="714">
                  <a:moveTo>
                    <a:pt x="185" y="612"/>
                  </a:moveTo>
                  <a:cubicBezTo>
                    <a:pt x="214" y="611"/>
                    <a:pt x="262" y="609"/>
                    <a:pt x="268" y="604"/>
                  </a:cubicBezTo>
                  <a:cubicBezTo>
                    <a:pt x="276" y="597"/>
                    <a:pt x="298" y="588"/>
                    <a:pt x="281" y="535"/>
                  </a:cubicBezTo>
                  <a:cubicBezTo>
                    <a:pt x="281" y="535"/>
                    <a:pt x="254" y="526"/>
                    <a:pt x="219" y="538"/>
                  </a:cubicBezTo>
                  <a:cubicBezTo>
                    <a:pt x="186" y="550"/>
                    <a:pt x="142" y="567"/>
                    <a:pt x="103" y="523"/>
                  </a:cubicBezTo>
                  <a:cubicBezTo>
                    <a:pt x="88" y="507"/>
                    <a:pt x="85" y="499"/>
                    <a:pt x="110" y="487"/>
                  </a:cubicBezTo>
                  <a:cubicBezTo>
                    <a:pt x="115" y="484"/>
                    <a:pt x="122" y="482"/>
                    <a:pt x="131" y="481"/>
                  </a:cubicBezTo>
                  <a:cubicBezTo>
                    <a:pt x="166" y="476"/>
                    <a:pt x="260" y="487"/>
                    <a:pt x="258" y="470"/>
                  </a:cubicBezTo>
                  <a:cubicBezTo>
                    <a:pt x="257" y="452"/>
                    <a:pt x="245" y="447"/>
                    <a:pt x="252" y="437"/>
                  </a:cubicBezTo>
                  <a:cubicBezTo>
                    <a:pt x="259" y="427"/>
                    <a:pt x="328" y="395"/>
                    <a:pt x="302" y="390"/>
                  </a:cubicBezTo>
                  <a:cubicBezTo>
                    <a:pt x="284" y="386"/>
                    <a:pt x="245" y="403"/>
                    <a:pt x="219" y="420"/>
                  </a:cubicBezTo>
                  <a:cubicBezTo>
                    <a:pt x="200" y="433"/>
                    <a:pt x="175" y="441"/>
                    <a:pt x="155" y="425"/>
                  </a:cubicBezTo>
                  <a:cubicBezTo>
                    <a:pt x="129" y="404"/>
                    <a:pt x="144" y="396"/>
                    <a:pt x="170" y="382"/>
                  </a:cubicBezTo>
                  <a:cubicBezTo>
                    <a:pt x="190" y="371"/>
                    <a:pt x="222" y="358"/>
                    <a:pt x="275" y="346"/>
                  </a:cubicBezTo>
                  <a:cubicBezTo>
                    <a:pt x="396" y="319"/>
                    <a:pt x="449" y="333"/>
                    <a:pt x="440" y="319"/>
                  </a:cubicBezTo>
                  <a:cubicBezTo>
                    <a:pt x="438" y="315"/>
                    <a:pt x="432" y="310"/>
                    <a:pt x="419" y="309"/>
                  </a:cubicBezTo>
                  <a:cubicBezTo>
                    <a:pt x="391" y="307"/>
                    <a:pt x="343" y="316"/>
                    <a:pt x="317" y="318"/>
                  </a:cubicBezTo>
                  <a:cubicBezTo>
                    <a:pt x="281" y="322"/>
                    <a:pt x="266" y="321"/>
                    <a:pt x="243" y="335"/>
                  </a:cubicBezTo>
                  <a:cubicBezTo>
                    <a:pt x="220" y="350"/>
                    <a:pt x="230" y="344"/>
                    <a:pt x="204" y="346"/>
                  </a:cubicBezTo>
                  <a:cubicBezTo>
                    <a:pt x="170" y="347"/>
                    <a:pt x="109" y="361"/>
                    <a:pt x="99" y="404"/>
                  </a:cubicBezTo>
                  <a:cubicBezTo>
                    <a:pt x="86" y="461"/>
                    <a:pt x="59" y="521"/>
                    <a:pt x="31" y="502"/>
                  </a:cubicBezTo>
                  <a:cubicBezTo>
                    <a:pt x="3" y="483"/>
                    <a:pt x="0" y="483"/>
                    <a:pt x="8" y="457"/>
                  </a:cubicBezTo>
                  <a:cubicBezTo>
                    <a:pt x="15" y="432"/>
                    <a:pt x="15" y="361"/>
                    <a:pt x="18" y="354"/>
                  </a:cubicBezTo>
                  <a:cubicBezTo>
                    <a:pt x="40" y="306"/>
                    <a:pt x="59" y="327"/>
                    <a:pt x="75" y="334"/>
                  </a:cubicBezTo>
                  <a:cubicBezTo>
                    <a:pt x="87" y="340"/>
                    <a:pt x="98" y="328"/>
                    <a:pt x="107" y="321"/>
                  </a:cubicBezTo>
                  <a:cubicBezTo>
                    <a:pt x="110" y="278"/>
                    <a:pt x="109" y="219"/>
                    <a:pt x="107" y="198"/>
                  </a:cubicBezTo>
                  <a:cubicBezTo>
                    <a:pt x="106" y="182"/>
                    <a:pt x="92" y="156"/>
                    <a:pt x="100" y="132"/>
                  </a:cubicBezTo>
                  <a:cubicBezTo>
                    <a:pt x="109" y="106"/>
                    <a:pt x="115" y="107"/>
                    <a:pt x="130" y="124"/>
                  </a:cubicBezTo>
                  <a:cubicBezTo>
                    <a:pt x="142" y="137"/>
                    <a:pt x="159" y="158"/>
                    <a:pt x="161" y="173"/>
                  </a:cubicBezTo>
                  <a:cubicBezTo>
                    <a:pt x="163" y="198"/>
                    <a:pt x="150" y="289"/>
                    <a:pt x="159" y="297"/>
                  </a:cubicBezTo>
                  <a:cubicBezTo>
                    <a:pt x="168" y="305"/>
                    <a:pt x="180" y="308"/>
                    <a:pt x="180" y="286"/>
                  </a:cubicBezTo>
                  <a:cubicBezTo>
                    <a:pt x="181" y="264"/>
                    <a:pt x="174" y="81"/>
                    <a:pt x="178" y="68"/>
                  </a:cubicBezTo>
                  <a:cubicBezTo>
                    <a:pt x="181" y="59"/>
                    <a:pt x="198" y="59"/>
                    <a:pt x="210" y="63"/>
                  </a:cubicBezTo>
                  <a:cubicBezTo>
                    <a:pt x="226" y="67"/>
                    <a:pt x="226" y="73"/>
                    <a:pt x="233" y="63"/>
                  </a:cubicBezTo>
                  <a:cubicBezTo>
                    <a:pt x="239" y="54"/>
                    <a:pt x="265" y="47"/>
                    <a:pt x="271" y="55"/>
                  </a:cubicBezTo>
                  <a:cubicBezTo>
                    <a:pt x="280" y="64"/>
                    <a:pt x="312" y="88"/>
                    <a:pt x="318" y="62"/>
                  </a:cubicBezTo>
                  <a:cubicBezTo>
                    <a:pt x="325" y="35"/>
                    <a:pt x="323" y="5"/>
                    <a:pt x="344" y="3"/>
                  </a:cubicBezTo>
                  <a:cubicBezTo>
                    <a:pt x="364" y="0"/>
                    <a:pt x="412" y="46"/>
                    <a:pt x="389" y="69"/>
                  </a:cubicBezTo>
                  <a:cubicBezTo>
                    <a:pt x="367" y="93"/>
                    <a:pt x="358" y="111"/>
                    <a:pt x="358" y="111"/>
                  </a:cubicBezTo>
                  <a:cubicBezTo>
                    <a:pt x="358" y="111"/>
                    <a:pt x="385" y="126"/>
                    <a:pt x="378" y="133"/>
                  </a:cubicBezTo>
                  <a:cubicBezTo>
                    <a:pt x="372" y="141"/>
                    <a:pt x="384" y="157"/>
                    <a:pt x="401" y="157"/>
                  </a:cubicBezTo>
                  <a:cubicBezTo>
                    <a:pt x="418" y="156"/>
                    <a:pt x="455" y="164"/>
                    <a:pt x="422" y="142"/>
                  </a:cubicBezTo>
                  <a:cubicBezTo>
                    <a:pt x="389" y="120"/>
                    <a:pt x="365" y="112"/>
                    <a:pt x="380" y="103"/>
                  </a:cubicBezTo>
                  <a:cubicBezTo>
                    <a:pt x="407" y="85"/>
                    <a:pt x="492" y="65"/>
                    <a:pt x="502" y="113"/>
                  </a:cubicBezTo>
                  <a:cubicBezTo>
                    <a:pt x="505" y="128"/>
                    <a:pt x="503" y="150"/>
                    <a:pt x="486" y="181"/>
                  </a:cubicBezTo>
                  <a:cubicBezTo>
                    <a:pt x="449" y="249"/>
                    <a:pt x="436" y="275"/>
                    <a:pt x="454" y="265"/>
                  </a:cubicBezTo>
                  <a:cubicBezTo>
                    <a:pt x="473" y="256"/>
                    <a:pt x="524" y="252"/>
                    <a:pt x="564" y="307"/>
                  </a:cubicBezTo>
                  <a:cubicBezTo>
                    <a:pt x="564" y="307"/>
                    <a:pt x="588" y="362"/>
                    <a:pt x="498" y="360"/>
                  </a:cubicBezTo>
                  <a:cubicBezTo>
                    <a:pt x="498" y="360"/>
                    <a:pt x="424" y="352"/>
                    <a:pt x="418" y="386"/>
                  </a:cubicBezTo>
                  <a:cubicBezTo>
                    <a:pt x="418" y="386"/>
                    <a:pt x="401" y="403"/>
                    <a:pt x="383" y="411"/>
                  </a:cubicBezTo>
                  <a:cubicBezTo>
                    <a:pt x="364" y="419"/>
                    <a:pt x="321" y="457"/>
                    <a:pt x="362" y="457"/>
                  </a:cubicBezTo>
                  <a:cubicBezTo>
                    <a:pt x="402" y="457"/>
                    <a:pt x="462" y="431"/>
                    <a:pt x="476" y="445"/>
                  </a:cubicBezTo>
                  <a:cubicBezTo>
                    <a:pt x="489" y="459"/>
                    <a:pt x="529" y="518"/>
                    <a:pt x="482" y="524"/>
                  </a:cubicBezTo>
                  <a:cubicBezTo>
                    <a:pt x="436" y="529"/>
                    <a:pt x="399" y="500"/>
                    <a:pt x="373" y="516"/>
                  </a:cubicBezTo>
                  <a:cubicBezTo>
                    <a:pt x="346" y="533"/>
                    <a:pt x="377" y="593"/>
                    <a:pt x="352" y="631"/>
                  </a:cubicBezTo>
                  <a:cubicBezTo>
                    <a:pt x="327" y="669"/>
                    <a:pt x="292" y="714"/>
                    <a:pt x="269" y="703"/>
                  </a:cubicBezTo>
                  <a:cubicBezTo>
                    <a:pt x="246" y="692"/>
                    <a:pt x="238" y="665"/>
                    <a:pt x="217" y="654"/>
                  </a:cubicBezTo>
                  <a:cubicBezTo>
                    <a:pt x="205" y="648"/>
                    <a:pt x="189" y="635"/>
                    <a:pt x="177" y="626"/>
                  </a:cubicBezTo>
                  <a:cubicBezTo>
                    <a:pt x="156" y="608"/>
                    <a:pt x="158" y="612"/>
                    <a:pt x="185" y="612"/>
                  </a:cubicBezTo>
                  <a:close/>
                  <a:moveTo>
                    <a:pt x="251" y="106"/>
                  </a:moveTo>
                  <a:cubicBezTo>
                    <a:pt x="239" y="101"/>
                    <a:pt x="239" y="101"/>
                    <a:pt x="239" y="112"/>
                  </a:cubicBezTo>
                  <a:cubicBezTo>
                    <a:pt x="236" y="165"/>
                    <a:pt x="236" y="165"/>
                    <a:pt x="236" y="165"/>
                  </a:cubicBezTo>
                  <a:cubicBezTo>
                    <a:pt x="235" y="179"/>
                    <a:pt x="234" y="183"/>
                    <a:pt x="247" y="170"/>
                  </a:cubicBezTo>
                  <a:cubicBezTo>
                    <a:pt x="257" y="161"/>
                    <a:pt x="268" y="145"/>
                    <a:pt x="269" y="129"/>
                  </a:cubicBezTo>
                  <a:cubicBezTo>
                    <a:pt x="269" y="115"/>
                    <a:pt x="260" y="109"/>
                    <a:pt x="251" y="106"/>
                  </a:cubicBezTo>
                  <a:close/>
                  <a:moveTo>
                    <a:pt x="368" y="177"/>
                  </a:moveTo>
                  <a:cubicBezTo>
                    <a:pt x="363" y="182"/>
                    <a:pt x="363" y="188"/>
                    <a:pt x="367" y="192"/>
                  </a:cubicBezTo>
                  <a:cubicBezTo>
                    <a:pt x="372" y="197"/>
                    <a:pt x="394" y="198"/>
                    <a:pt x="404" y="195"/>
                  </a:cubicBezTo>
                  <a:cubicBezTo>
                    <a:pt x="407" y="194"/>
                    <a:pt x="407" y="191"/>
                    <a:pt x="408" y="188"/>
                  </a:cubicBezTo>
                  <a:cubicBezTo>
                    <a:pt x="414" y="172"/>
                    <a:pt x="368" y="177"/>
                    <a:pt x="368" y="177"/>
                  </a:cubicBezTo>
                  <a:close/>
                  <a:moveTo>
                    <a:pt x="315" y="186"/>
                  </a:moveTo>
                  <a:cubicBezTo>
                    <a:pt x="320" y="177"/>
                    <a:pt x="312" y="166"/>
                    <a:pt x="304" y="179"/>
                  </a:cubicBezTo>
                  <a:cubicBezTo>
                    <a:pt x="294" y="193"/>
                    <a:pt x="303" y="204"/>
                    <a:pt x="315" y="186"/>
                  </a:cubicBezTo>
                  <a:close/>
                  <a:moveTo>
                    <a:pt x="310" y="272"/>
                  </a:moveTo>
                  <a:cubicBezTo>
                    <a:pt x="310" y="272"/>
                    <a:pt x="311" y="276"/>
                    <a:pt x="317" y="277"/>
                  </a:cubicBezTo>
                  <a:cubicBezTo>
                    <a:pt x="324" y="278"/>
                    <a:pt x="323" y="273"/>
                    <a:pt x="321" y="266"/>
                  </a:cubicBezTo>
                  <a:cubicBezTo>
                    <a:pt x="319" y="260"/>
                    <a:pt x="309" y="272"/>
                    <a:pt x="310" y="272"/>
                  </a:cubicBezTo>
                  <a:close/>
                  <a:moveTo>
                    <a:pt x="359" y="255"/>
                  </a:moveTo>
                  <a:cubicBezTo>
                    <a:pt x="359" y="255"/>
                    <a:pt x="364" y="259"/>
                    <a:pt x="371" y="259"/>
                  </a:cubicBezTo>
                  <a:cubicBezTo>
                    <a:pt x="378" y="259"/>
                    <a:pt x="378" y="253"/>
                    <a:pt x="373" y="246"/>
                  </a:cubicBezTo>
                  <a:cubicBezTo>
                    <a:pt x="367" y="239"/>
                    <a:pt x="359" y="254"/>
                    <a:pt x="359" y="255"/>
                  </a:cubicBezTo>
                  <a:close/>
                  <a:moveTo>
                    <a:pt x="256" y="218"/>
                  </a:moveTo>
                  <a:cubicBezTo>
                    <a:pt x="237" y="205"/>
                    <a:pt x="220" y="258"/>
                    <a:pt x="223" y="271"/>
                  </a:cubicBezTo>
                  <a:cubicBezTo>
                    <a:pt x="220" y="285"/>
                    <a:pt x="243" y="271"/>
                    <a:pt x="256" y="261"/>
                  </a:cubicBezTo>
                  <a:cubicBezTo>
                    <a:pt x="270" y="251"/>
                    <a:pt x="272" y="228"/>
                    <a:pt x="256" y="21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ś1ïḓè"/>
            <p:cNvSpPr/>
            <p:nvPr userDrawn="1">
              <p:custDataLst>
                <p:tags r:id="rId8"/>
              </p:custDataLst>
            </p:nvPr>
          </p:nvSpPr>
          <p:spPr bwMode="auto">
            <a:xfrm>
              <a:off x="2869804" y="2524126"/>
              <a:ext cx="1824038" cy="1827213"/>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iṡļïḑè"/>
            <p:cNvSpPr/>
            <p:nvPr userDrawn="1">
              <p:custDataLst>
                <p:tags r:id="rId9"/>
              </p:custDataLst>
            </p:nvPr>
          </p:nvSpPr>
          <p:spPr bwMode="auto">
            <a:xfrm>
              <a:off x="2968229" y="2620963"/>
              <a:ext cx="1628775" cy="1631950"/>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líḋè"/>
            <p:cNvSpPr/>
            <p:nvPr userDrawn="1">
              <p:custDataLst>
                <p:tags r:id="rId10"/>
              </p:custDataLst>
            </p:nvPr>
          </p:nvSpPr>
          <p:spPr bwMode="auto">
            <a:xfrm>
              <a:off x="3268267" y="2881313"/>
              <a:ext cx="228600" cy="25876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ṡľîḋè"/>
            <p:cNvSpPr/>
            <p:nvPr userDrawn="1">
              <p:custDataLst>
                <p:tags r:id="rId11"/>
              </p:custDataLst>
            </p:nvPr>
          </p:nvSpPr>
          <p:spPr bwMode="auto">
            <a:xfrm>
              <a:off x="3538142" y="2755901"/>
              <a:ext cx="176213" cy="206375"/>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íSļïḑê"/>
            <p:cNvSpPr/>
            <p:nvPr userDrawn="1">
              <p:custDataLst>
                <p:tags r:id="rId12"/>
              </p:custDataLst>
            </p:nvPr>
          </p:nvSpPr>
          <p:spPr bwMode="auto">
            <a:xfrm>
              <a:off x="3828654" y="2736851"/>
              <a:ext cx="230188" cy="242888"/>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iṥḷîďé"/>
            <p:cNvSpPr/>
            <p:nvPr userDrawn="1">
              <p:custDataLst>
                <p:tags r:id="rId13"/>
              </p:custDataLst>
            </p:nvPr>
          </p:nvSpPr>
          <p:spPr bwMode="auto">
            <a:xfrm>
              <a:off x="3336529" y="3048001"/>
              <a:ext cx="922338" cy="860425"/>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şḻíḓé"/>
            <p:cNvSpPr/>
            <p:nvPr userDrawn="1">
              <p:custDataLst>
                <p:tags r:id="rId14"/>
              </p:custDataLst>
            </p:nvPr>
          </p:nvSpPr>
          <p:spPr bwMode="auto">
            <a:xfrm>
              <a:off x="3393679" y="3111501"/>
              <a:ext cx="803275" cy="733425"/>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îšḻîďê"/>
            <p:cNvSpPr/>
            <p:nvPr userDrawn="1">
              <p:custDataLst>
                <p:tags r:id="rId15"/>
              </p:custDataLst>
            </p:nvPr>
          </p:nvSpPr>
          <p:spPr bwMode="auto">
            <a:xfrm>
              <a:off x="3109517" y="3192463"/>
              <a:ext cx="147638" cy="104775"/>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ľíḑè"/>
            <p:cNvSpPr/>
            <p:nvPr userDrawn="1">
              <p:custDataLst>
                <p:tags r:id="rId16"/>
              </p:custDataLst>
            </p:nvPr>
          </p:nvSpPr>
          <p:spPr bwMode="auto">
            <a:xfrm>
              <a:off x="3080942" y="3298826"/>
              <a:ext cx="147638" cy="133350"/>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ís1îḍê"/>
            <p:cNvSpPr/>
            <p:nvPr userDrawn="1">
              <p:custDataLst>
                <p:tags r:id="rId17"/>
              </p:custDataLst>
            </p:nvPr>
          </p:nvSpPr>
          <p:spPr bwMode="auto">
            <a:xfrm>
              <a:off x="3079354" y="3443288"/>
              <a:ext cx="147638" cy="147638"/>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îśḻîďe"/>
            <p:cNvSpPr/>
            <p:nvPr userDrawn="1">
              <p:custDataLst>
                <p:tags r:id="rId18"/>
              </p:custDataLst>
            </p:nvPr>
          </p:nvSpPr>
          <p:spPr bwMode="auto">
            <a:xfrm>
              <a:off x="3114279" y="3617913"/>
              <a:ext cx="169863" cy="147638"/>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ṥlîḍè"/>
            <p:cNvSpPr/>
            <p:nvPr userDrawn="1">
              <p:custDataLst>
                <p:tags r:id="rId19"/>
              </p:custDataLst>
            </p:nvPr>
          </p:nvSpPr>
          <p:spPr bwMode="auto">
            <a:xfrm>
              <a:off x="3147617" y="3763963"/>
              <a:ext cx="161925" cy="139700"/>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ṩļîďè"/>
            <p:cNvSpPr/>
            <p:nvPr userDrawn="1">
              <p:custDataLst>
                <p:tags r:id="rId20"/>
              </p:custDataLst>
            </p:nvPr>
          </p:nvSpPr>
          <p:spPr bwMode="auto">
            <a:xfrm>
              <a:off x="3239692" y="3803651"/>
              <a:ext cx="165100" cy="166688"/>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íṧ1îḑè"/>
            <p:cNvSpPr/>
            <p:nvPr userDrawn="1">
              <p:custDataLst>
                <p:tags r:id="rId21"/>
              </p:custDataLst>
            </p:nvPr>
          </p:nvSpPr>
          <p:spPr bwMode="auto">
            <a:xfrm>
              <a:off x="3342879" y="3943351"/>
              <a:ext cx="57150" cy="46038"/>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ṣ1íḋê"/>
            <p:cNvSpPr/>
            <p:nvPr userDrawn="1">
              <p:custDataLst>
                <p:tags r:id="rId22"/>
              </p:custDataLst>
            </p:nvPr>
          </p:nvSpPr>
          <p:spPr bwMode="auto">
            <a:xfrm>
              <a:off x="3355579" y="3932238"/>
              <a:ext cx="150813" cy="142875"/>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íśļiḓé"/>
            <p:cNvSpPr/>
            <p:nvPr userDrawn="1">
              <p:custDataLst>
                <p:tags r:id="rId23"/>
              </p:custDataLst>
            </p:nvPr>
          </p:nvSpPr>
          <p:spPr bwMode="auto">
            <a:xfrm>
              <a:off x="3452417" y="3976688"/>
              <a:ext cx="158750" cy="177800"/>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Sḻïdè"/>
            <p:cNvSpPr/>
            <p:nvPr userDrawn="1">
              <p:custDataLst>
                <p:tags r:id="rId24"/>
              </p:custDataLst>
            </p:nvPr>
          </p:nvSpPr>
          <p:spPr bwMode="auto">
            <a:xfrm>
              <a:off x="3604817" y="4021138"/>
              <a:ext cx="168275" cy="158750"/>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ïṥḷide"/>
            <p:cNvSpPr/>
            <p:nvPr userDrawn="1">
              <p:custDataLst>
                <p:tags r:id="rId25"/>
              </p:custDataLst>
            </p:nvPr>
          </p:nvSpPr>
          <p:spPr bwMode="auto">
            <a:xfrm>
              <a:off x="3811192" y="4035426"/>
              <a:ext cx="142875" cy="149225"/>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ïṣlïḍé"/>
            <p:cNvSpPr/>
            <p:nvPr userDrawn="1">
              <p:custDataLst>
                <p:tags r:id="rId26"/>
              </p:custDataLst>
            </p:nvPr>
          </p:nvSpPr>
          <p:spPr bwMode="auto">
            <a:xfrm>
              <a:off x="3957242" y="3975101"/>
              <a:ext cx="161925" cy="184150"/>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şļîḋe"/>
            <p:cNvSpPr/>
            <p:nvPr userDrawn="1">
              <p:custDataLst>
                <p:tags r:id="rId27"/>
              </p:custDataLst>
            </p:nvPr>
          </p:nvSpPr>
          <p:spPr bwMode="auto">
            <a:xfrm>
              <a:off x="4098529" y="3937001"/>
              <a:ext cx="114300" cy="153988"/>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líḋe"/>
            <p:cNvSpPr/>
            <p:nvPr userDrawn="1">
              <p:custDataLst>
                <p:tags r:id="rId28"/>
              </p:custDataLst>
            </p:nvPr>
          </p:nvSpPr>
          <p:spPr bwMode="auto">
            <a:xfrm>
              <a:off x="4149329" y="3846513"/>
              <a:ext cx="138113" cy="160338"/>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ḷïďê"/>
            <p:cNvSpPr/>
            <p:nvPr userDrawn="1">
              <p:custDataLst>
                <p:tags r:id="rId29"/>
              </p:custDataLst>
            </p:nvPr>
          </p:nvSpPr>
          <p:spPr bwMode="auto">
            <a:xfrm>
              <a:off x="4250929" y="3752851"/>
              <a:ext cx="180975" cy="173038"/>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ṩḷîďe"/>
            <p:cNvSpPr/>
            <p:nvPr userDrawn="1">
              <p:custDataLst>
                <p:tags r:id="rId30"/>
              </p:custDataLst>
            </p:nvPr>
          </p:nvSpPr>
          <p:spPr bwMode="auto">
            <a:xfrm>
              <a:off x="4319192" y="3654426"/>
              <a:ext cx="177800" cy="142875"/>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íṡļïḍé"/>
            <p:cNvSpPr/>
            <p:nvPr userDrawn="1">
              <p:custDataLst>
                <p:tags r:id="rId31"/>
              </p:custDataLst>
            </p:nvPr>
          </p:nvSpPr>
          <p:spPr bwMode="auto">
            <a:xfrm>
              <a:off x="4360467" y="3546476"/>
              <a:ext cx="149225" cy="115888"/>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ḍé"/>
            <p:cNvSpPr/>
            <p:nvPr userDrawn="1">
              <p:custDataLst>
                <p:tags r:id="rId32"/>
              </p:custDataLst>
            </p:nvPr>
          </p:nvSpPr>
          <p:spPr bwMode="auto">
            <a:xfrm>
              <a:off x="4381104" y="3465513"/>
              <a:ext cx="141288" cy="69850"/>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ḻïďê"/>
            <p:cNvSpPr/>
            <p:nvPr userDrawn="1">
              <p:custDataLst>
                <p:tags r:id="rId33"/>
              </p:custDataLst>
            </p:nvPr>
          </p:nvSpPr>
          <p:spPr bwMode="auto">
            <a:xfrm>
              <a:off x="4382692" y="3332163"/>
              <a:ext cx="142875" cy="123825"/>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ṡlîḍê"/>
            <p:cNvSpPr/>
            <p:nvPr userDrawn="1">
              <p:custDataLst>
                <p:tags r:id="rId34"/>
              </p:custDataLst>
            </p:nvPr>
          </p:nvSpPr>
          <p:spPr bwMode="auto">
            <a:xfrm>
              <a:off x="4344592" y="3192463"/>
              <a:ext cx="160338" cy="133350"/>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şḷíḍê"/>
            <p:cNvSpPr/>
            <p:nvPr userDrawn="1">
              <p:custDataLst>
                <p:tags r:id="rId35"/>
              </p:custDataLst>
            </p:nvPr>
          </p:nvSpPr>
          <p:spPr bwMode="auto">
            <a:xfrm>
              <a:off x="4090592" y="2903538"/>
              <a:ext cx="250825" cy="234950"/>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1îḋê"/>
            <p:cNvSpPr/>
            <p:nvPr userDrawn="1">
              <p:custDataLst>
                <p:tags r:id="rId36"/>
              </p:custDataLst>
            </p:nvPr>
          </p:nvSpPr>
          <p:spPr bwMode="auto">
            <a:xfrm>
              <a:off x="5077653" y="3946525"/>
              <a:ext cx="149225" cy="238125"/>
            </a:xfrm>
            <a:custGeom>
              <a:avLst/>
              <a:gdLst>
                <a:gd name="T0" fmla="*/ 21 w 37"/>
                <a:gd name="T1" fmla="*/ 56 h 56"/>
                <a:gd name="T2" fmla="*/ 14 w 37"/>
                <a:gd name="T3" fmla="*/ 55 h 56"/>
                <a:gd name="T4" fmla="*/ 11 w 37"/>
                <a:gd name="T5" fmla="*/ 54 h 56"/>
                <a:gd name="T6" fmla="*/ 4 w 37"/>
                <a:gd name="T7" fmla="*/ 56 h 56"/>
                <a:gd name="T8" fmla="*/ 0 w 37"/>
                <a:gd name="T9" fmla="*/ 41 h 56"/>
                <a:gd name="T10" fmla="*/ 2 w 37"/>
                <a:gd name="T11" fmla="*/ 41 h 56"/>
                <a:gd name="T12" fmla="*/ 20 w 37"/>
                <a:gd name="T13" fmla="*/ 53 h 56"/>
                <a:gd name="T14" fmla="*/ 31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4" y="56"/>
                  </a:cubicBezTo>
                  <a:cubicBezTo>
                    <a:pt x="0" y="41"/>
                    <a:pt x="0" y="41"/>
                    <a:pt x="0" y="41"/>
                  </a:cubicBezTo>
                  <a:cubicBezTo>
                    <a:pt x="2" y="41"/>
                    <a:pt x="2" y="41"/>
                    <a:pt x="2" y="41"/>
                  </a:cubicBezTo>
                  <a:cubicBezTo>
                    <a:pt x="3" y="44"/>
                    <a:pt x="10" y="53"/>
                    <a:pt x="20" y="53"/>
                  </a:cubicBezTo>
                  <a:cubicBezTo>
                    <a:pt x="28" y="53"/>
                    <a:pt x="31" y="48"/>
                    <a:pt x="31" y="43"/>
                  </a:cubicBezTo>
                  <a:cubicBezTo>
                    <a:pt x="31"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sḻîḓé"/>
            <p:cNvSpPr/>
            <p:nvPr userDrawn="1">
              <p:custDataLst>
                <p:tags r:id="rId37"/>
              </p:custDataLst>
            </p:nvPr>
          </p:nvSpPr>
          <p:spPr bwMode="auto">
            <a:xfrm>
              <a:off x="5247516" y="3956050"/>
              <a:ext cx="206375" cy="228600"/>
            </a:xfrm>
            <a:custGeom>
              <a:avLst/>
              <a:gdLst>
                <a:gd name="T0" fmla="*/ 51 w 51"/>
                <a:gd name="T1" fmla="*/ 2 h 54"/>
                <a:gd name="T2" fmla="*/ 48 w 51"/>
                <a:gd name="T3" fmla="*/ 2 h 54"/>
                <a:gd name="T4" fmla="*/ 43 w 51"/>
                <a:gd name="T5" fmla="*/ 8 h 54"/>
                <a:gd name="T6" fmla="*/ 43 w 51"/>
                <a:gd name="T7" fmla="*/ 36 h 54"/>
                <a:gd name="T8" fmla="*/ 26 w 51"/>
                <a:gd name="T9" fmla="*/ 54 h 54"/>
                <a:gd name="T10" fmla="*/ 8 w 51"/>
                <a:gd name="T11" fmla="*/ 36 h 54"/>
                <a:gd name="T12" fmla="*/ 8 w 51"/>
                <a:gd name="T13" fmla="*/ 7 h 54"/>
                <a:gd name="T14" fmla="*/ 2 w 51"/>
                <a:gd name="T15" fmla="*/ 2 h 54"/>
                <a:gd name="T16" fmla="*/ 0 w 51"/>
                <a:gd name="T17" fmla="*/ 2 h 54"/>
                <a:gd name="T18" fmla="*/ 0 w 51"/>
                <a:gd name="T19" fmla="*/ 0 h 54"/>
                <a:gd name="T20" fmla="*/ 24 w 51"/>
                <a:gd name="T21" fmla="*/ 0 h 54"/>
                <a:gd name="T22" fmla="*/ 24 w 51"/>
                <a:gd name="T23" fmla="*/ 2 h 54"/>
                <a:gd name="T24" fmla="*/ 21 w 51"/>
                <a:gd name="T25" fmla="*/ 2 h 54"/>
                <a:gd name="T26" fmla="*/ 16 w 51"/>
                <a:gd name="T27" fmla="*/ 7 h 54"/>
                <a:gd name="T28" fmla="*/ 16 w 51"/>
                <a:gd name="T29" fmla="*/ 35 h 54"/>
                <a:gd name="T30" fmla="*/ 29 w 51"/>
                <a:gd name="T31" fmla="*/ 51 h 54"/>
                <a:gd name="T32" fmla="*/ 41 w 51"/>
                <a:gd name="T33" fmla="*/ 37 h 54"/>
                <a:gd name="T34" fmla="*/ 41 w 51"/>
                <a:gd name="T35" fmla="*/ 8 h 54"/>
                <a:gd name="T36" fmla="*/ 35 w 51"/>
                <a:gd name="T37" fmla="*/ 2 h 54"/>
                <a:gd name="T38" fmla="*/ 34 w 51"/>
                <a:gd name="T39" fmla="*/ 2 h 54"/>
                <a:gd name="T40" fmla="*/ 34 w 51"/>
                <a:gd name="T41" fmla="*/ 0 h 54"/>
                <a:gd name="T42" fmla="*/ 51 w 51"/>
                <a:gd name="T43" fmla="*/ 0 h 54"/>
                <a:gd name="T44" fmla="*/ 51 w 51"/>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54">
                  <a:moveTo>
                    <a:pt x="51" y="2"/>
                  </a:moveTo>
                  <a:cubicBezTo>
                    <a:pt x="48" y="2"/>
                    <a:pt x="48" y="2"/>
                    <a:pt x="48" y="2"/>
                  </a:cubicBezTo>
                  <a:cubicBezTo>
                    <a:pt x="45" y="2"/>
                    <a:pt x="43" y="4"/>
                    <a:pt x="43" y="8"/>
                  </a:cubicBezTo>
                  <a:cubicBezTo>
                    <a:pt x="43" y="36"/>
                    <a:pt x="43" y="36"/>
                    <a:pt x="43" y="36"/>
                  </a:cubicBezTo>
                  <a:cubicBezTo>
                    <a:pt x="43" y="44"/>
                    <a:pt x="39" y="54"/>
                    <a:pt x="26" y="54"/>
                  </a:cubicBezTo>
                  <a:cubicBezTo>
                    <a:pt x="17" y="54"/>
                    <a:pt x="8" y="49"/>
                    <a:pt x="8" y="36"/>
                  </a:cubicBezTo>
                  <a:cubicBezTo>
                    <a:pt x="8" y="7"/>
                    <a:pt x="8" y="7"/>
                    <a:pt x="8" y="7"/>
                  </a:cubicBezTo>
                  <a:cubicBezTo>
                    <a:pt x="8"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35"/>
                    <a:pt x="16" y="35"/>
                    <a:pt x="16" y="35"/>
                  </a:cubicBezTo>
                  <a:cubicBezTo>
                    <a:pt x="16" y="46"/>
                    <a:pt x="22" y="51"/>
                    <a:pt x="29" y="51"/>
                  </a:cubicBezTo>
                  <a:cubicBezTo>
                    <a:pt x="36"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1" y="0"/>
                    <a:pt x="51" y="0"/>
                    <a:pt x="51" y="0"/>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iŝḷïdê"/>
            <p:cNvSpPr/>
            <p:nvPr userDrawn="1">
              <p:custDataLst>
                <p:tags r:id="rId38"/>
              </p:custDataLst>
            </p:nvPr>
          </p:nvSpPr>
          <p:spPr bwMode="auto">
            <a:xfrm>
              <a:off x="5465003" y="3956050"/>
              <a:ext cx="206375" cy="220663"/>
            </a:xfrm>
            <a:custGeom>
              <a:avLst/>
              <a:gdLst>
                <a:gd name="T0" fmla="*/ 43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6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3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3"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7" y="50"/>
                    <a:pt x="8" y="48"/>
                    <a:pt x="8" y="44"/>
                  </a:cubicBezTo>
                  <a:cubicBezTo>
                    <a:pt x="8" y="7"/>
                    <a:pt x="8" y="7"/>
                    <a:pt x="8" y="7"/>
                  </a:cubicBezTo>
                  <a:cubicBezTo>
                    <a:pt x="8" y="2"/>
                    <a:pt x="4" y="2"/>
                    <a:pt x="2" y="2"/>
                  </a:cubicBezTo>
                  <a:cubicBezTo>
                    <a:pt x="0" y="2"/>
                    <a:pt x="0" y="2"/>
                    <a:pt x="0" y="2"/>
                  </a:cubicBezTo>
                  <a:cubicBezTo>
                    <a:pt x="0" y="0"/>
                    <a:pt x="0" y="0"/>
                    <a:pt x="0" y="0"/>
                  </a:cubicBezTo>
                  <a:cubicBezTo>
                    <a:pt x="16" y="0"/>
                    <a:pt x="16" y="0"/>
                    <a:pt x="16"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3"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ïṥļïḑé"/>
            <p:cNvSpPr/>
            <p:nvPr userDrawn="1">
              <p:custDataLst>
                <p:tags r:id="rId39"/>
              </p:custDataLst>
            </p:nvPr>
          </p:nvSpPr>
          <p:spPr bwMode="auto">
            <a:xfrm>
              <a:off x="5885691" y="3956050"/>
              <a:ext cx="217488" cy="220663"/>
            </a:xfrm>
            <a:custGeom>
              <a:avLst/>
              <a:gdLst>
                <a:gd name="T0" fmla="*/ 51 w 54"/>
                <a:gd name="T1" fmla="*/ 2 h 52"/>
                <a:gd name="T2" fmla="*/ 44 w 54"/>
                <a:gd name="T3" fmla="*/ 8 h 52"/>
                <a:gd name="T4" fmla="*/ 31 w 54"/>
                <a:gd name="T5" fmla="*/ 31 h 52"/>
                <a:gd name="T6" fmla="*/ 31 w 54"/>
                <a:gd name="T7" fmla="*/ 45 h 52"/>
                <a:gd name="T8" fmla="*/ 36 w 54"/>
                <a:gd name="T9" fmla="*/ 50 h 52"/>
                <a:gd name="T10" fmla="*/ 40 w 54"/>
                <a:gd name="T11" fmla="*/ 50 h 52"/>
                <a:gd name="T12" fmla="*/ 40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8 w 54"/>
                <a:gd name="T25" fmla="*/ 7 h 52"/>
                <a:gd name="T26" fmla="*/ 1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8 w 54"/>
                <a:gd name="T41" fmla="*/ 7 h 52"/>
                <a:gd name="T42" fmla="*/ 30 w 54"/>
                <a:gd name="T43" fmla="*/ 27 h 52"/>
                <a:gd name="T44" fmla="*/ 41 w 54"/>
                <a:gd name="T45" fmla="*/ 8 h 52"/>
                <a:gd name="T46" fmla="*/ 42 w 54"/>
                <a:gd name="T47" fmla="*/ 5 h 52"/>
                <a:gd name="T48" fmla="*/ 39 w 54"/>
                <a:gd name="T49" fmla="*/ 2 h 52"/>
                <a:gd name="T50" fmla="*/ 35 w 54"/>
                <a:gd name="T51" fmla="*/ 2 h 52"/>
                <a:gd name="T52" fmla="*/ 35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7" y="2"/>
                    <a:pt x="46" y="5"/>
                    <a:pt x="44" y="8"/>
                  </a:cubicBezTo>
                  <a:cubicBezTo>
                    <a:pt x="31" y="31"/>
                    <a:pt x="31" y="31"/>
                    <a:pt x="31" y="31"/>
                  </a:cubicBezTo>
                  <a:cubicBezTo>
                    <a:pt x="31" y="45"/>
                    <a:pt x="31" y="45"/>
                    <a:pt x="31" y="45"/>
                  </a:cubicBezTo>
                  <a:cubicBezTo>
                    <a:pt x="31" y="48"/>
                    <a:pt x="33" y="50"/>
                    <a:pt x="36" y="50"/>
                  </a:cubicBezTo>
                  <a:cubicBezTo>
                    <a:pt x="40" y="50"/>
                    <a:pt x="40" y="50"/>
                    <a:pt x="40" y="50"/>
                  </a:cubicBezTo>
                  <a:cubicBezTo>
                    <a:pt x="40" y="52"/>
                    <a:pt x="40" y="52"/>
                    <a:pt x="40" y="52"/>
                  </a:cubicBezTo>
                  <a:cubicBezTo>
                    <a:pt x="14" y="52"/>
                    <a:pt x="14" y="52"/>
                    <a:pt x="14" y="52"/>
                  </a:cubicBezTo>
                  <a:cubicBezTo>
                    <a:pt x="14" y="50"/>
                    <a:pt x="14" y="50"/>
                    <a:pt x="14" y="50"/>
                  </a:cubicBezTo>
                  <a:cubicBezTo>
                    <a:pt x="18" y="50"/>
                    <a:pt x="18" y="50"/>
                    <a:pt x="18" y="50"/>
                  </a:cubicBezTo>
                  <a:cubicBezTo>
                    <a:pt x="21" y="50"/>
                    <a:pt x="23" y="49"/>
                    <a:pt x="23" y="45"/>
                  </a:cubicBezTo>
                  <a:cubicBezTo>
                    <a:pt x="23" y="31"/>
                    <a:pt x="23" y="31"/>
                    <a:pt x="23" y="31"/>
                  </a:cubicBezTo>
                  <a:cubicBezTo>
                    <a:pt x="8" y="7"/>
                    <a:pt x="8" y="7"/>
                    <a:pt x="8" y="7"/>
                  </a:cubicBezTo>
                  <a:cubicBezTo>
                    <a:pt x="6" y="3"/>
                    <a:pt x="5" y="2"/>
                    <a:pt x="1"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8" y="7"/>
                  </a:cubicBezTo>
                  <a:cubicBezTo>
                    <a:pt x="30" y="27"/>
                    <a:pt x="30" y="27"/>
                    <a:pt x="30" y="27"/>
                  </a:cubicBezTo>
                  <a:cubicBezTo>
                    <a:pt x="41" y="8"/>
                    <a:pt x="41" y="8"/>
                    <a:pt x="41" y="8"/>
                  </a:cubicBezTo>
                  <a:cubicBezTo>
                    <a:pt x="42" y="7"/>
                    <a:pt x="42" y="6"/>
                    <a:pt x="42" y="5"/>
                  </a:cubicBezTo>
                  <a:cubicBezTo>
                    <a:pt x="42" y="3"/>
                    <a:pt x="41" y="2"/>
                    <a:pt x="39" y="2"/>
                  </a:cubicBezTo>
                  <a:cubicBezTo>
                    <a:pt x="35" y="2"/>
                    <a:pt x="35" y="2"/>
                    <a:pt x="35" y="2"/>
                  </a:cubicBezTo>
                  <a:cubicBezTo>
                    <a:pt x="35" y="0"/>
                    <a:pt x="35" y="0"/>
                    <a:pt x="35"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ṧḻîḑè"/>
            <p:cNvSpPr/>
            <p:nvPr userDrawn="1">
              <p:custDataLst>
                <p:tags r:id="rId40"/>
              </p:custDataLst>
            </p:nvPr>
          </p:nvSpPr>
          <p:spPr bwMode="auto">
            <a:xfrm>
              <a:off x="6119053" y="3951288"/>
              <a:ext cx="219075" cy="225425"/>
            </a:xfrm>
            <a:custGeom>
              <a:avLst/>
              <a:gdLst>
                <a:gd name="T0" fmla="*/ 31 w 54"/>
                <a:gd name="T1" fmla="*/ 53 h 53"/>
                <a:gd name="T2" fmla="*/ 31 w 54"/>
                <a:gd name="T3" fmla="*/ 51 h 53"/>
                <a:gd name="T4" fmla="*/ 34 w 54"/>
                <a:gd name="T5" fmla="*/ 51 h 53"/>
                <a:gd name="T6" fmla="*/ 37 w 54"/>
                <a:gd name="T7" fmla="*/ 48 h 53"/>
                <a:gd name="T8" fmla="*/ 37 w 54"/>
                <a:gd name="T9" fmla="*/ 45 h 53"/>
                <a:gd name="T10" fmla="*/ 33 w 54"/>
                <a:gd name="T11" fmla="*/ 35 h 53"/>
                <a:gd name="T12" fmla="*/ 15 w 54"/>
                <a:gd name="T13" fmla="*/ 35 h 53"/>
                <a:gd name="T14" fmla="*/ 11 w 54"/>
                <a:gd name="T15" fmla="*/ 46 h 53"/>
                <a:gd name="T16" fmla="*/ 11 w 54"/>
                <a:gd name="T17" fmla="*/ 48 h 53"/>
                <a:gd name="T18" fmla="*/ 15 w 54"/>
                <a:gd name="T19" fmla="*/ 51 h 53"/>
                <a:gd name="T20" fmla="*/ 18 w 54"/>
                <a:gd name="T21" fmla="*/ 51 h 53"/>
                <a:gd name="T22" fmla="*/ 18 w 54"/>
                <a:gd name="T23" fmla="*/ 53 h 53"/>
                <a:gd name="T24" fmla="*/ 0 w 54"/>
                <a:gd name="T25" fmla="*/ 53 h 53"/>
                <a:gd name="T26" fmla="*/ 0 w 54"/>
                <a:gd name="T27" fmla="*/ 51 h 53"/>
                <a:gd name="T28" fmla="*/ 3 w 54"/>
                <a:gd name="T29" fmla="*/ 51 h 53"/>
                <a:gd name="T30" fmla="*/ 9 w 54"/>
                <a:gd name="T31" fmla="*/ 45 h 53"/>
                <a:gd name="T32" fmla="*/ 23 w 54"/>
                <a:gd name="T33" fmla="*/ 0 h 53"/>
                <a:gd name="T34" fmla="*/ 30 w 54"/>
                <a:gd name="T35" fmla="*/ 0 h 53"/>
                <a:gd name="T36" fmla="*/ 46 w 54"/>
                <a:gd name="T37" fmla="*/ 45 h 53"/>
                <a:gd name="T38" fmla="*/ 53 w 54"/>
                <a:gd name="T39" fmla="*/ 51 h 53"/>
                <a:gd name="T40" fmla="*/ 54 w 54"/>
                <a:gd name="T41" fmla="*/ 51 h 53"/>
                <a:gd name="T42" fmla="*/ 54 w 54"/>
                <a:gd name="T43" fmla="*/ 53 h 53"/>
                <a:gd name="T44" fmla="*/ 31 w 54"/>
                <a:gd name="T45" fmla="*/ 53 h 53"/>
                <a:gd name="T46" fmla="*/ 23 w 54"/>
                <a:gd name="T47" fmla="*/ 7 h 53"/>
                <a:gd name="T48" fmla="*/ 16 w 54"/>
                <a:gd name="T49" fmla="*/ 32 h 53"/>
                <a:gd name="T50" fmla="*/ 32 w 54"/>
                <a:gd name="T51" fmla="*/ 32 h 53"/>
                <a:gd name="T52" fmla="*/ 23 w 54"/>
                <a:gd name="T53"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31" y="53"/>
                  </a:moveTo>
                  <a:cubicBezTo>
                    <a:pt x="31" y="51"/>
                    <a:pt x="31" y="51"/>
                    <a:pt x="31" y="51"/>
                  </a:cubicBezTo>
                  <a:cubicBezTo>
                    <a:pt x="34" y="51"/>
                    <a:pt x="34" y="51"/>
                    <a:pt x="34" y="51"/>
                  </a:cubicBezTo>
                  <a:cubicBezTo>
                    <a:pt x="36" y="51"/>
                    <a:pt x="37" y="50"/>
                    <a:pt x="37" y="48"/>
                  </a:cubicBezTo>
                  <a:cubicBezTo>
                    <a:pt x="37" y="47"/>
                    <a:pt x="37" y="46"/>
                    <a:pt x="37" y="45"/>
                  </a:cubicBezTo>
                  <a:cubicBezTo>
                    <a:pt x="33" y="35"/>
                    <a:pt x="33" y="35"/>
                    <a:pt x="33" y="35"/>
                  </a:cubicBezTo>
                  <a:cubicBezTo>
                    <a:pt x="15" y="35"/>
                    <a:pt x="15" y="35"/>
                    <a:pt x="15" y="35"/>
                  </a:cubicBezTo>
                  <a:cubicBezTo>
                    <a:pt x="11" y="46"/>
                    <a:pt x="11" y="46"/>
                    <a:pt x="11" y="46"/>
                  </a:cubicBezTo>
                  <a:cubicBezTo>
                    <a:pt x="11" y="47"/>
                    <a:pt x="11" y="48"/>
                    <a:pt x="11" y="48"/>
                  </a:cubicBezTo>
                  <a:cubicBezTo>
                    <a:pt x="11" y="50"/>
                    <a:pt x="12" y="51"/>
                    <a:pt x="15" y="51"/>
                  </a:cubicBezTo>
                  <a:cubicBezTo>
                    <a:pt x="18" y="51"/>
                    <a:pt x="18" y="51"/>
                    <a:pt x="18" y="51"/>
                  </a:cubicBezTo>
                  <a:cubicBezTo>
                    <a:pt x="18" y="53"/>
                    <a:pt x="18" y="53"/>
                    <a:pt x="18" y="53"/>
                  </a:cubicBezTo>
                  <a:cubicBezTo>
                    <a:pt x="0" y="53"/>
                    <a:pt x="0" y="53"/>
                    <a:pt x="0" y="53"/>
                  </a:cubicBezTo>
                  <a:cubicBezTo>
                    <a:pt x="0" y="51"/>
                    <a:pt x="0" y="51"/>
                    <a:pt x="0" y="51"/>
                  </a:cubicBezTo>
                  <a:cubicBezTo>
                    <a:pt x="3" y="51"/>
                    <a:pt x="3" y="51"/>
                    <a:pt x="3" y="51"/>
                  </a:cubicBezTo>
                  <a:cubicBezTo>
                    <a:pt x="4" y="51"/>
                    <a:pt x="7" y="51"/>
                    <a:pt x="9" y="45"/>
                  </a:cubicBezTo>
                  <a:cubicBezTo>
                    <a:pt x="23" y="0"/>
                    <a:pt x="23" y="0"/>
                    <a:pt x="23" y="0"/>
                  </a:cubicBezTo>
                  <a:cubicBezTo>
                    <a:pt x="30" y="0"/>
                    <a:pt x="30" y="0"/>
                    <a:pt x="30" y="0"/>
                  </a:cubicBezTo>
                  <a:cubicBezTo>
                    <a:pt x="46" y="45"/>
                    <a:pt x="46" y="45"/>
                    <a:pt x="46" y="45"/>
                  </a:cubicBezTo>
                  <a:cubicBezTo>
                    <a:pt x="47" y="48"/>
                    <a:pt x="48" y="51"/>
                    <a:pt x="53" y="51"/>
                  </a:cubicBezTo>
                  <a:cubicBezTo>
                    <a:pt x="54" y="51"/>
                    <a:pt x="54" y="51"/>
                    <a:pt x="54" y="51"/>
                  </a:cubicBezTo>
                  <a:cubicBezTo>
                    <a:pt x="54" y="53"/>
                    <a:pt x="54" y="53"/>
                    <a:pt x="54" y="53"/>
                  </a:cubicBezTo>
                  <a:lnTo>
                    <a:pt x="31" y="53"/>
                  </a:lnTo>
                  <a:close/>
                  <a:moveTo>
                    <a:pt x="23" y="7"/>
                  </a:moveTo>
                  <a:cubicBezTo>
                    <a:pt x="16" y="32"/>
                    <a:pt x="16" y="32"/>
                    <a:pt x="16" y="32"/>
                  </a:cubicBezTo>
                  <a:cubicBezTo>
                    <a:pt x="32" y="32"/>
                    <a:pt x="32" y="32"/>
                    <a:pt x="32" y="32"/>
                  </a:cubicBezTo>
                  <a:lnTo>
                    <a:pt x="23" y="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ślidé"/>
            <p:cNvSpPr/>
            <p:nvPr userDrawn="1">
              <p:custDataLst>
                <p:tags r:id="rId41"/>
              </p:custDataLst>
            </p:nvPr>
          </p:nvSpPr>
          <p:spPr bwMode="auto">
            <a:xfrm>
              <a:off x="6361941" y="3956050"/>
              <a:ext cx="209550" cy="220663"/>
            </a:xfrm>
            <a:custGeom>
              <a:avLst/>
              <a:gdLst>
                <a:gd name="T0" fmla="*/ 50 w 52"/>
                <a:gd name="T1" fmla="*/ 14 h 52"/>
                <a:gd name="T2" fmla="*/ 35 w 52"/>
                <a:gd name="T3" fmla="*/ 2 h 52"/>
                <a:gd name="T4" fmla="*/ 30 w 52"/>
                <a:gd name="T5" fmla="*/ 7 h 52"/>
                <a:gd name="T6" fmla="*/ 30 w 52"/>
                <a:gd name="T7" fmla="*/ 44 h 52"/>
                <a:gd name="T8" fmla="*/ 35 w 52"/>
                <a:gd name="T9" fmla="*/ 50 h 52"/>
                <a:gd name="T10" fmla="*/ 39 w 52"/>
                <a:gd name="T11" fmla="*/ 50 h 52"/>
                <a:gd name="T12" fmla="*/ 39 w 52"/>
                <a:gd name="T13" fmla="*/ 52 h 52"/>
                <a:gd name="T14" fmla="*/ 13 w 52"/>
                <a:gd name="T15" fmla="*/ 52 h 52"/>
                <a:gd name="T16" fmla="*/ 13 w 52"/>
                <a:gd name="T17" fmla="*/ 50 h 52"/>
                <a:gd name="T18" fmla="*/ 16 w 52"/>
                <a:gd name="T19" fmla="*/ 50 h 52"/>
                <a:gd name="T20" fmla="*/ 22 w 52"/>
                <a:gd name="T21" fmla="*/ 44 h 52"/>
                <a:gd name="T22" fmla="*/ 22 w 52"/>
                <a:gd name="T23" fmla="*/ 7 h 52"/>
                <a:gd name="T24" fmla="*/ 17 w 52"/>
                <a:gd name="T25" fmla="*/ 2 h 52"/>
                <a:gd name="T26" fmla="*/ 2 w 52"/>
                <a:gd name="T27" fmla="*/ 14 h 52"/>
                <a:gd name="T28" fmla="*/ 0 w 52"/>
                <a:gd name="T29" fmla="*/ 13 h 52"/>
                <a:gd name="T30" fmla="*/ 5 w 52"/>
                <a:gd name="T31" fmla="*/ 0 h 52"/>
                <a:gd name="T32" fmla="*/ 47 w 52"/>
                <a:gd name="T33" fmla="*/ 0 h 52"/>
                <a:gd name="T34" fmla="*/ 52 w 52"/>
                <a:gd name="T35" fmla="*/ 13 h 52"/>
                <a:gd name="T36" fmla="*/ 50 w 52"/>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50" y="14"/>
                  </a:moveTo>
                  <a:cubicBezTo>
                    <a:pt x="45" y="6"/>
                    <a:pt x="41" y="2"/>
                    <a:pt x="35" y="2"/>
                  </a:cubicBezTo>
                  <a:cubicBezTo>
                    <a:pt x="31" y="2"/>
                    <a:pt x="30" y="4"/>
                    <a:pt x="30" y="7"/>
                  </a:cubicBezTo>
                  <a:cubicBezTo>
                    <a:pt x="30" y="44"/>
                    <a:pt x="30" y="44"/>
                    <a:pt x="30" y="44"/>
                  </a:cubicBezTo>
                  <a:cubicBezTo>
                    <a:pt x="30" y="48"/>
                    <a:pt x="32" y="50"/>
                    <a:pt x="35" y="50"/>
                  </a:cubicBezTo>
                  <a:cubicBezTo>
                    <a:pt x="39" y="50"/>
                    <a:pt x="39" y="50"/>
                    <a:pt x="39" y="50"/>
                  </a:cubicBezTo>
                  <a:cubicBezTo>
                    <a:pt x="39" y="52"/>
                    <a:pt x="39" y="52"/>
                    <a:pt x="39" y="52"/>
                  </a:cubicBezTo>
                  <a:cubicBezTo>
                    <a:pt x="13" y="52"/>
                    <a:pt x="13" y="52"/>
                    <a:pt x="13" y="52"/>
                  </a:cubicBezTo>
                  <a:cubicBezTo>
                    <a:pt x="13" y="50"/>
                    <a:pt x="13" y="50"/>
                    <a:pt x="13" y="50"/>
                  </a:cubicBezTo>
                  <a:cubicBezTo>
                    <a:pt x="16" y="50"/>
                    <a:pt x="16" y="50"/>
                    <a:pt x="16" y="50"/>
                  </a:cubicBezTo>
                  <a:cubicBezTo>
                    <a:pt x="20" y="50"/>
                    <a:pt x="22" y="48"/>
                    <a:pt x="22" y="44"/>
                  </a:cubicBezTo>
                  <a:cubicBezTo>
                    <a:pt x="22" y="7"/>
                    <a:pt x="22" y="7"/>
                    <a:pt x="22" y="7"/>
                  </a:cubicBezTo>
                  <a:cubicBezTo>
                    <a:pt x="22" y="3"/>
                    <a:pt x="21" y="2"/>
                    <a:pt x="17" y="2"/>
                  </a:cubicBezTo>
                  <a:cubicBezTo>
                    <a:pt x="9" y="2"/>
                    <a:pt x="5" y="9"/>
                    <a:pt x="2" y="14"/>
                  </a:cubicBezTo>
                  <a:cubicBezTo>
                    <a:pt x="0" y="13"/>
                    <a:pt x="0" y="13"/>
                    <a:pt x="0" y="13"/>
                  </a:cubicBezTo>
                  <a:cubicBezTo>
                    <a:pt x="5" y="0"/>
                    <a:pt x="5" y="0"/>
                    <a:pt x="5" y="0"/>
                  </a:cubicBezTo>
                  <a:cubicBezTo>
                    <a:pt x="47" y="0"/>
                    <a:pt x="47" y="0"/>
                    <a:pt x="47" y="0"/>
                  </a:cubicBezTo>
                  <a:cubicBezTo>
                    <a:pt x="52" y="13"/>
                    <a:pt x="52" y="13"/>
                    <a:pt x="52" y="13"/>
                  </a:cubicBezTo>
                  <a:lnTo>
                    <a:pt x="50"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śḻidê"/>
            <p:cNvSpPr/>
            <p:nvPr userDrawn="1">
              <p:custDataLst>
                <p:tags r:id="rId42"/>
              </p:custDataLst>
            </p:nvPr>
          </p:nvSpPr>
          <p:spPr bwMode="auto">
            <a:xfrm>
              <a:off x="6592128" y="4090988"/>
              <a:ext cx="60325" cy="30163"/>
            </a:xfrm>
            <a:prstGeom prst="rect">
              <a:avLst/>
            </a:prstGeom>
            <a:solidFill>
              <a:srgbClr val="0056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01" name="ïṥļîḍé"/>
            <p:cNvSpPr/>
            <p:nvPr userDrawn="1">
              <p:custDataLst>
                <p:tags r:id="rId43"/>
              </p:custDataLst>
            </p:nvPr>
          </p:nvSpPr>
          <p:spPr bwMode="auto">
            <a:xfrm>
              <a:off x="6665153" y="3946525"/>
              <a:ext cx="149225" cy="238125"/>
            </a:xfrm>
            <a:custGeom>
              <a:avLst/>
              <a:gdLst>
                <a:gd name="T0" fmla="*/ 21 w 37"/>
                <a:gd name="T1" fmla="*/ 56 h 56"/>
                <a:gd name="T2" fmla="*/ 14 w 37"/>
                <a:gd name="T3" fmla="*/ 55 h 56"/>
                <a:gd name="T4" fmla="*/ 11 w 37"/>
                <a:gd name="T5" fmla="*/ 54 h 56"/>
                <a:gd name="T6" fmla="*/ 5 w 37"/>
                <a:gd name="T7" fmla="*/ 56 h 56"/>
                <a:gd name="T8" fmla="*/ 0 w 37"/>
                <a:gd name="T9" fmla="*/ 41 h 56"/>
                <a:gd name="T10" fmla="*/ 2 w 37"/>
                <a:gd name="T11" fmla="*/ 41 h 56"/>
                <a:gd name="T12" fmla="*/ 20 w 37"/>
                <a:gd name="T13" fmla="*/ 53 h 56"/>
                <a:gd name="T14" fmla="*/ 32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5" y="56"/>
                  </a:cubicBezTo>
                  <a:cubicBezTo>
                    <a:pt x="0" y="41"/>
                    <a:pt x="0" y="41"/>
                    <a:pt x="0" y="41"/>
                  </a:cubicBezTo>
                  <a:cubicBezTo>
                    <a:pt x="2" y="41"/>
                    <a:pt x="2" y="41"/>
                    <a:pt x="2" y="41"/>
                  </a:cubicBezTo>
                  <a:cubicBezTo>
                    <a:pt x="3" y="44"/>
                    <a:pt x="10" y="53"/>
                    <a:pt x="20" y="53"/>
                  </a:cubicBezTo>
                  <a:cubicBezTo>
                    <a:pt x="28" y="53"/>
                    <a:pt x="32" y="48"/>
                    <a:pt x="32" y="43"/>
                  </a:cubicBezTo>
                  <a:cubicBezTo>
                    <a:pt x="32"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iṩḻïḍê"/>
            <p:cNvSpPr/>
            <p:nvPr userDrawn="1">
              <p:custDataLst>
                <p:tags r:id="rId44"/>
              </p:custDataLst>
            </p:nvPr>
          </p:nvSpPr>
          <p:spPr bwMode="auto">
            <a:xfrm>
              <a:off x="6838191" y="3956050"/>
              <a:ext cx="177800" cy="220663"/>
            </a:xfrm>
            <a:custGeom>
              <a:avLst/>
              <a:gdLst>
                <a:gd name="T0" fmla="*/ 0 w 44"/>
                <a:gd name="T1" fmla="*/ 0 h 52"/>
                <a:gd name="T2" fmla="*/ 38 w 44"/>
                <a:gd name="T3" fmla="*/ 0 h 52"/>
                <a:gd name="T4" fmla="*/ 43 w 44"/>
                <a:gd name="T5" fmla="*/ 12 h 52"/>
                <a:gd name="T6" fmla="*/ 41 w 44"/>
                <a:gd name="T7" fmla="*/ 13 h 52"/>
                <a:gd name="T8" fmla="*/ 23 w 44"/>
                <a:gd name="T9" fmla="*/ 2 h 52"/>
                <a:gd name="T10" fmla="*/ 21 w 44"/>
                <a:gd name="T11" fmla="*/ 2 h 52"/>
                <a:gd name="T12" fmla="*/ 16 w 44"/>
                <a:gd name="T13" fmla="*/ 7 h 52"/>
                <a:gd name="T14" fmla="*/ 16 w 44"/>
                <a:gd name="T15" fmla="*/ 24 h 52"/>
                <a:gd name="T16" fmla="*/ 22 w 44"/>
                <a:gd name="T17" fmla="*/ 24 h 52"/>
                <a:gd name="T18" fmla="*/ 30 w 44"/>
                <a:gd name="T19" fmla="*/ 17 h 52"/>
                <a:gd name="T20" fmla="*/ 30 w 44"/>
                <a:gd name="T21" fmla="*/ 16 h 52"/>
                <a:gd name="T22" fmla="*/ 33 w 44"/>
                <a:gd name="T23" fmla="*/ 16 h 52"/>
                <a:gd name="T24" fmla="*/ 33 w 44"/>
                <a:gd name="T25" fmla="*/ 36 h 52"/>
                <a:gd name="T26" fmla="*/ 30 w 44"/>
                <a:gd name="T27" fmla="*/ 36 h 52"/>
                <a:gd name="T28" fmla="*/ 30 w 44"/>
                <a:gd name="T29" fmla="*/ 34 h 52"/>
                <a:gd name="T30" fmla="*/ 22 w 44"/>
                <a:gd name="T31" fmla="*/ 27 h 52"/>
                <a:gd name="T32" fmla="*/ 16 w 44"/>
                <a:gd name="T33" fmla="*/ 27 h 52"/>
                <a:gd name="T34" fmla="*/ 16 w 44"/>
                <a:gd name="T35" fmla="*/ 45 h 52"/>
                <a:gd name="T36" fmla="*/ 21 w 44"/>
                <a:gd name="T37" fmla="*/ 50 h 52"/>
                <a:gd name="T38" fmla="*/ 24 w 44"/>
                <a:gd name="T39" fmla="*/ 50 h 52"/>
                <a:gd name="T40" fmla="*/ 43 w 44"/>
                <a:gd name="T41" fmla="*/ 39 h 52"/>
                <a:gd name="T42" fmla="*/ 44 w 44"/>
                <a:gd name="T43" fmla="*/ 40 h 52"/>
                <a:gd name="T44" fmla="*/ 40 w 44"/>
                <a:gd name="T45" fmla="*/ 52 h 52"/>
                <a:gd name="T46" fmla="*/ 0 w 44"/>
                <a:gd name="T47" fmla="*/ 52 h 52"/>
                <a:gd name="T48" fmla="*/ 0 w 44"/>
                <a:gd name="T49" fmla="*/ 50 h 52"/>
                <a:gd name="T50" fmla="*/ 2 w 44"/>
                <a:gd name="T51" fmla="*/ 50 h 52"/>
                <a:gd name="T52" fmla="*/ 7 w 44"/>
                <a:gd name="T53" fmla="*/ 45 h 52"/>
                <a:gd name="T54" fmla="*/ 7 w 44"/>
                <a:gd name="T55" fmla="*/ 7 h 52"/>
                <a:gd name="T56" fmla="*/ 2 w 44"/>
                <a:gd name="T57" fmla="*/ 2 h 52"/>
                <a:gd name="T58" fmla="*/ 0 w 44"/>
                <a:gd name="T59" fmla="*/ 2 h 52"/>
                <a:gd name="T60" fmla="*/ 0 w 44"/>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52">
                  <a:moveTo>
                    <a:pt x="0" y="0"/>
                  </a:moveTo>
                  <a:cubicBezTo>
                    <a:pt x="38" y="0"/>
                    <a:pt x="38" y="0"/>
                    <a:pt x="38" y="0"/>
                  </a:cubicBezTo>
                  <a:cubicBezTo>
                    <a:pt x="43" y="12"/>
                    <a:pt x="43" y="12"/>
                    <a:pt x="43" y="12"/>
                  </a:cubicBezTo>
                  <a:cubicBezTo>
                    <a:pt x="41" y="13"/>
                    <a:pt x="41" y="13"/>
                    <a:pt x="41" y="13"/>
                  </a:cubicBezTo>
                  <a:cubicBezTo>
                    <a:pt x="35"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0" y="23"/>
                    <a:pt x="30" y="17"/>
                  </a:cubicBezTo>
                  <a:cubicBezTo>
                    <a:pt x="30" y="16"/>
                    <a:pt x="30" y="16"/>
                    <a:pt x="30" y="16"/>
                  </a:cubicBezTo>
                  <a:cubicBezTo>
                    <a:pt x="33" y="16"/>
                    <a:pt x="33" y="16"/>
                    <a:pt x="33" y="16"/>
                  </a:cubicBezTo>
                  <a:cubicBezTo>
                    <a:pt x="33" y="36"/>
                    <a:pt x="33" y="36"/>
                    <a:pt x="33" y="36"/>
                  </a:cubicBezTo>
                  <a:cubicBezTo>
                    <a:pt x="30" y="36"/>
                    <a:pt x="30" y="36"/>
                    <a:pt x="30" y="36"/>
                  </a:cubicBezTo>
                  <a:cubicBezTo>
                    <a:pt x="30" y="34"/>
                    <a:pt x="30" y="34"/>
                    <a:pt x="30" y="34"/>
                  </a:cubicBezTo>
                  <a:cubicBezTo>
                    <a:pt x="30" y="31"/>
                    <a:pt x="28" y="27"/>
                    <a:pt x="22" y="27"/>
                  </a:cubicBezTo>
                  <a:cubicBezTo>
                    <a:pt x="16" y="27"/>
                    <a:pt x="16" y="27"/>
                    <a:pt x="16" y="27"/>
                  </a:cubicBezTo>
                  <a:cubicBezTo>
                    <a:pt x="16" y="45"/>
                    <a:pt x="16" y="45"/>
                    <a:pt x="16" y="45"/>
                  </a:cubicBezTo>
                  <a:cubicBezTo>
                    <a:pt x="16" y="49"/>
                    <a:pt x="17" y="50"/>
                    <a:pt x="21" y="50"/>
                  </a:cubicBezTo>
                  <a:cubicBezTo>
                    <a:pt x="24" y="50"/>
                    <a:pt x="24" y="50"/>
                    <a:pt x="24" y="50"/>
                  </a:cubicBezTo>
                  <a:cubicBezTo>
                    <a:pt x="34" y="50"/>
                    <a:pt x="40" y="42"/>
                    <a:pt x="43" y="39"/>
                  </a:cubicBezTo>
                  <a:cubicBezTo>
                    <a:pt x="44" y="40"/>
                    <a:pt x="44" y="40"/>
                    <a:pt x="44" y="40"/>
                  </a:cubicBezTo>
                  <a:cubicBezTo>
                    <a:pt x="40" y="52"/>
                    <a:pt x="40" y="52"/>
                    <a:pt x="40" y="52"/>
                  </a:cubicBezTo>
                  <a:cubicBezTo>
                    <a:pt x="0" y="52"/>
                    <a:pt x="0" y="52"/>
                    <a:pt x="0" y="52"/>
                  </a:cubicBezTo>
                  <a:cubicBezTo>
                    <a:pt x="0" y="50"/>
                    <a:pt x="0" y="50"/>
                    <a:pt x="0" y="50"/>
                  </a:cubicBezTo>
                  <a:cubicBezTo>
                    <a:pt x="2" y="50"/>
                    <a:pt x="2" y="50"/>
                    <a:pt x="2" y="50"/>
                  </a:cubicBezTo>
                  <a:cubicBezTo>
                    <a:pt x="5"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íSľíďè"/>
            <p:cNvSpPr/>
            <p:nvPr userDrawn="1">
              <p:custDataLst>
                <p:tags r:id="rId45"/>
              </p:custDataLst>
            </p:nvPr>
          </p:nvSpPr>
          <p:spPr bwMode="auto">
            <a:xfrm>
              <a:off x="7031866"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ïşļíḑé"/>
            <p:cNvSpPr/>
            <p:nvPr userDrawn="1">
              <p:custDataLst>
                <p:tags r:id="rId46"/>
              </p:custDataLst>
            </p:nvPr>
          </p:nvSpPr>
          <p:spPr bwMode="auto">
            <a:xfrm>
              <a:off x="7350953" y="3956050"/>
              <a:ext cx="201613" cy="228600"/>
            </a:xfrm>
            <a:custGeom>
              <a:avLst/>
              <a:gdLst>
                <a:gd name="T0" fmla="*/ 50 w 50"/>
                <a:gd name="T1" fmla="*/ 2 h 54"/>
                <a:gd name="T2" fmla="*/ 48 w 50"/>
                <a:gd name="T3" fmla="*/ 2 h 54"/>
                <a:gd name="T4" fmla="*/ 43 w 50"/>
                <a:gd name="T5" fmla="*/ 8 h 54"/>
                <a:gd name="T6" fmla="*/ 43 w 50"/>
                <a:gd name="T7" fmla="*/ 36 h 54"/>
                <a:gd name="T8" fmla="*/ 25 w 50"/>
                <a:gd name="T9" fmla="*/ 54 h 54"/>
                <a:gd name="T10" fmla="*/ 7 w 50"/>
                <a:gd name="T11" fmla="*/ 36 h 54"/>
                <a:gd name="T12" fmla="*/ 7 w 50"/>
                <a:gd name="T13" fmla="*/ 7 h 54"/>
                <a:gd name="T14" fmla="*/ 2 w 50"/>
                <a:gd name="T15" fmla="*/ 2 h 54"/>
                <a:gd name="T16" fmla="*/ 0 w 50"/>
                <a:gd name="T17" fmla="*/ 2 h 54"/>
                <a:gd name="T18" fmla="*/ 0 w 50"/>
                <a:gd name="T19" fmla="*/ 0 h 54"/>
                <a:gd name="T20" fmla="*/ 23 w 50"/>
                <a:gd name="T21" fmla="*/ 0 h 54"/>
                <a:gd name="T22" fmla="*/ 23 w 50"/>
                <a:gd name="T23" fmla="*/ 2 h 54"/>
                <a:gd name="T24" fmla="*/ 21 w 50"/>
                <a:gd name="T25" fmla="*/ 2 h 54"/>
                <a:gd name="T26" fmla="*/ 16 w 50"/>
                <a:gd name="T27" fmla="*/ 7 h 54"/>
                <a:gd name="T28" fmla="*/ 16 w 50"/>
                <a:gd name="T29" fmla="*/ 35 h 54"/>
                <a:gd name="T30" fmla="*/ 28 w 50"/>
                <a:gd name="T31" fmla="*/ 51 h 54"/>
                <a:gd name="T32" fmla="*/ 41 w 50"/>
                <a:gd name="T33" fmla="*/ 37 h 54"/>
                <a:gd name="T34" fmla="*/ 41 w 50"/>
                <a:gd name="T35" fmla="*/ 8 h 54"/>
                <a:gd name="T36" fmla="*/ 35 w 50"/>
                <a:gd name="T37" fmla="*/ 2 h 54"/>
                <a:gd name="T38" fmla="*/ 34 w 50"/>
                <a:gd name="T39" fmla="*/ 2 h 54"/>
                <a:gd name="T40" fmla="*/ 34 w 50"/>
                <a:gd name="T41" fmla="*/ 0 h 54"/>
                <a:gd name="T42" fmla="*/ 50 w 50"/>
                <a:gd name="T43" fmla="*/ 0 h 54"/>
                <a:gd name="T44" fmla="*/ 50 w 50"/>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 h="54">
                  <a:moveTo>
                    <a:pt x="50" y="2"/>
                  </a:moveTo>
                  <a:cubicBezTo>
                    <a:pt x="48" y="2"/>
                    <a:pt x="48" y="2"/>
                    <a:pt x="48" y="2"/>
                  </a:cubicBezTo>
                  <a:cubicBezTo>
                    <a:pt x="44" y="2"/>
                    <a:pt x="43" y="4"/>
                    <a:pt x="43" y="8"/>
                  </a:cubicBezTo>
                  <a:cubicBezTo>
                    <a:pt x="43" y="36"/>
                    <a:pt x="43" y="36"/>
                    <a:pt x="43" y="36"/>
                  </a:cubicBezTo>
                  <a:cubicBezTo>
                    <a:pt x="43" y="44"/>
                    <a:pt x="39" y="54"/>
                    <a:pt x="25" y="54"/>
                  </a:cubicBezTo>
                  <a:cubicBezTo>
                    <a:pt x="16" y="54"/>
                    <a:pt x="7" y="49"/>
                    <a:pt x="7" y="36"/>
                  </a:cubicBezTo>
                  <a:cubicBezTo>
                    <a:pt x="7" y="7"/>
                    <a:pt x="7" y="7"/>
                    <a:pt x="7" y="7"/>
                  </a:cubicBezTo>
                  <a:cubicBezTo>
                    <a:pt x="7" y="4"/>
                    <a:pt x="6" y="2"/>
                    <a:pt x="2" y="2"/>
                  </a:cubicBezTo>
                  <a:cubicBezTo>
                    <a:pt x="0" y="2"/>
                    <a:pt x="0" y="2"/>
                    <a:pt x="0" y="2"/>
                  </a:cubicBezTo>
                  <a:cubicBezTo>
                    <a:pt x="0" y="0"/>
                    <a:pt x="0" y="0"/>
                    <a:pt x="0" y="0"/>
                  </a:cubicBezTo>
                  <a:cubicBezTo>
                    <a:pt x="23" y="0"/>
                    <a:pt x="23" y="0"/>
                    <a:pt x="23" y="0"/>
                  </a:cubicBezTo>
                  <a:cubicBezTo>
                    <a:pt x="23" y="2"/>
                    <a:pt x="23" y="2"/>
                    <a:pt x="23" y="2"/>
                  </a:cubicBezTo>
                  <a:cubicBezTo>
                    <a:pt x="21" y="2"/>
                    <a:pt x="21" y="2"/>
                    <a:pt x="21" y="2"/>
                  </a:cubicBezTo>
                  <a:cubicBezTo>
                    <a:pt x="17" y="2"/>
                    <a:pt x="16" y="4"/>
                    <a:pt x="16" y="7"/>
                  </a:cubicBezTo>
                  <a:cubicBezTo>
                    <a:pt x="16" y="35"/>
                    <a:pt x="16" y="35"/>
                    <a:pt x="16" y="35"/>
                  </a:cubicBezTo>
                  <a:cubicBezTo>
                    <a:pt x="16" y="46"/>
                    <a:pt x="21" y="51"/>
                    <a:pt x="28" y="51"/>
                  </a:cubicBezTo>
                  <a:cubicBezTo>
                    <a:pt x="35"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0" y="0"/>
                    <a:pt x="50" y="0"/>
                    <a:pt x="50" y="0"/>
                  </a:cubicBezTo>
                  <a:lnTo>
                    <a:pt x="50"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ísļiḋê"/>
            <p:cNvSpPr/>
            <p:nvPr userDrawn="1">
              <p:custDataLst>
                <p:tags r:id="rId47"/>
              </p:custDataLst>
            </p:nvPr>
          </p:nvSpPr>
          <p:spPr bwMode="auto">
            <a:xfrm>
              <a:off x="7568441"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šľïďê"/>
            <p:cNvSpPr/>
            <p:nvPr userDrawn="1">
              <p:custDataLst>
                <p:tags r:id="rId48"/>
              </p:custDataLst>
            </p:nvPr>
          </p:nvSpPr>
          <p:spPr bwMode="auto">
            <a:xfrm>
              <a:off x="7790691" y="3956050"/>
              <a:ext cx="96838" cy="220663"/>
            </a:xfrm>
            <a:custGeom>
              <a:avLst/>
              <a:gdLst>
                <a:gd name="T0" fmla="*/ 0 w 24"/>
                <a:gd name="T1" fmla="*/ 52 h 52"/>
                <a:gd name="T2" fmla="*/ 0 w 24"/>
                <a:gd name="T3" fmla="*/ 50 h 52"/>
                <a:gd name="T4" fmla="*/ 2 w 24"/>
                <a:gd name="T5" fmla="*/ 50 h 52"/>
                <a:gd name="T6" fmla="*/ 7 w 24"/>
                <a:gd name="T7" fmla="*/ 45 h 52"/>
                <a:gd name="T8" fmla="*/ 7 w 24"/>
                <a:gd name="T9" fmla="*/ 7 h 52"/>
                <a:gd name="T10" fmla="*/ 2 w 24"/>
                <a:gd name="T11" fmla="*/ 2 h 52"/>
                <a:gd name="T12" fmla="*/ 0 w 24"/>
                <a:gd name="T13" fmla="*/ 2 h 52"/>
                <a:gd name="T14" fmla="*/ 0 w 24"/>
                <a:gd name="T15" fmla="*/ 0 h 52"/>
                <a:gd name="T16" fmla="*/ 24 w 24"/>
                <a:gd name="T17" fmla="*/ 0 h 52"/>
                <a:gd name="T18" fmla="*/ 24 w 24"/>
                <a:gd name="T19" fmla="*/ 2 h 52"/>
                <a:gd name="T20" fmla="*/ 21 w 24"/>
                <a:gd name="T21" fmla="*/ 2 h 52"/>
                <a:gd name="T22" fmla="*/ 16 w 24"/>
                <a:gd name="T23" fmla="*/ 7 h 52"/>
                <a:gd name="T24" fmla="*/ 16 w 24"/>
                <a:gd name="T25" fmla="*/ 45 h 52"/>
                <a:gd name="T26" fmla="*/ 21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45"/>
                    <a:pt x="16" y="45"/>
                    <a:pt x="16" y="45"/>
                  </a:cubicBezTo>
                  <a:cubicBezTo>
                    <a:pt x="16" y="49"/>
                    <a:pt x="17" y="50"/>
                    <a:pt x="21"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ïSlíḑe"/>
            <p:cNvSpPr/>
            <p:nvPr userDrawn="1">
              <p:custDataLst>
                <p:tags r:id="rId49"/>
              </p:custDataLst>
            </p:nvPr>
          </p:nvSpPr>
          <p:spPr bwMode="auto">
            <a:xfrm>
              <a:off x="7900228" y="3956050"/>
              <a:ext cx="201613" cy="228600"/>
            </a:xfrm>
            <a:custGeom>
              <a:avLst/>
              <a:gdLst>
                <a:gd name="T0" fmla="*/ 48 w 50"/>
                <a:gd name="T1" fmla="*/ 2 h 54"/>
                <a:gd name="T2" fmla="*/ 41 w 50"/>
                <a:gd name="T3" fmla="*/ 8 h 54"/>
                <a:gd name="T4" fmla="*/ 25 w 50"/>
                <a:gd name="T5" fmla="*/ 54 h 54"/>
                <a:gd name="T6" fmla="*/ 24 w 50"/>
                <a:gd name="T7" fmla="*/ 54 h 54"/>
                <a:gd name="T8" fmla="*/ 8 w 50"/>
                <a:gd name="T9" fmla="*/ 8 h 54"/>
                <a:gd name="T10" fmla="*/ 2 w 50"/>
                <a:gd name="T11" fmla="*/ 2 h 54"/>
                <a:gd name="T12" fmla="*/ 0 w 50"/>
                <a:gd name="T13" fmla="*/ 2 h 54"/>
                <a:gd name="T14" fmla="*/ 0 w 50"/>
                <a:gd name="T15" fmla="*/ 0 h 54"/>
                <a:gd name="T16" fmla="*/ 23 w 50"/>
                <a:gd name="T17" fmla="*/ 0 h 54"/>
                <a:gd name="T18" fmla="*/ 23 w 50"/>
                <a:gd name="T19" fmla="*/ 2 h 54"/>
                <a:gd name="T20" fmla="*/ 20 w 50"/>
                <a:gd name="T21" fmla="*/ 2 h 54"/>
                <a:gd name="T22" fmla="*/ 16 w 50"/>
                <a:gd name="T23" fmla="*/ 5 h 54"/>
                <a:gd name="T24" fmla="*/ 17 w 50"/>
                <a:gd name="T25" fmla="*/ 8 h 54"/>
                <a:gd name="T26" fmla="*/ 28 w 50"/>
                <a:gd name="T27" fmla="*/ 40 h 54"/>
                <a:gd name="T28" fmla="*/ 39 w 50"/>
                <a:gd name="T29" fmla="*/ 8 h 54"/>
                <a:gd name="T30" fmla="*/ 40 w 50"/>
                <a:gd name="T31" fmla="*/ 5 h 54"/>
                <a:gd name="T32" fmla="*/ 36 w 50"/>
                <a:gd name="T33" fmla="*/ 2 h 54"/>
                <a:gd name="T34" fmla="*/ 33 w 50"/>
                <a:gd name="T35" fmla="*/ 2 h 54"/>
                <a:gd name="T36" fmla="*/ 33 w 50"/>
                <a:gd name="T37" fmla="*/ 0 h 54"/>
                <a:gd name="T38" fmla="*/ 50 w 50"/>
                <a:gd name="T39" fmla="*/ 0 h 54"/>
                <a:gd name="T40" fmla="*/ 50 w 50"/>
                <a:gd name="T41" fmla="*/ 2 h 54"/>
                <a:gd name="T42" fmla="*/ 48 w 50"/>
                <a:gd name="T43"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4">
                  <a:moveTo>
                    <a:pt x="48" y="2"/>
                  </a:moveTo>
                  <a:cubicBezTo>
                    <a:pt x="44" y="2"/>
                    <a:pt x="43" y="5"/>
                    <a:pt x="41" y="8"/>
                  </a:cubicBezTo>
                  <a:cubicBezTo>
                    <a:pt x="25" y="54"/>
                    <a:pt x="25" y="54"/>
                    <a:pt x="25" y="54"/>
                  </a:cubicBezTo>
                  <a:cubicBezTo>
                    <a:pt x="24" y="54"/>
                    <a:pt x="24" y="54"/>
                    <a:pt x="24" y="54"/>
                  </a:cubicBezTo>
                  <a:cubicBezTo>
                    <a:pt x="8" y="8"/>
                    <a:pt x="8" y="8"/>
                    <a:pt x="8" y="8"/>
                  </a:cubicBezTo>
                  <a:cubicBezTo>
                    <a:pt x="7" y="5"/>
                    <a:pt x="5" y="2"/>
                    <a:pt x="2" y="2"/>
                  </a:cubicBezTo>
                  <a:cubicBezTo>
                    <a:pt x="0" y="2"/>
                    <a:pt x="0" y="2"/>
                    <a:pt x="0" y="2"/>
                  </a:cubicBezTo>
                  <a:cubicBezTo>
                    <a:pt x="0" y="0"/>
                    <a:pt x="0" y="0"/>
                    <a:pt x="0" y="0"/>
                  </a:cubicBezTo>
                  <a:cubicBezTo>
                    <a:pt x="23" y="0"/>
                    <a:pt x="23" y="0"/>
                    <a:pt x="23" y="0"/>
                  </a:cubicBezTo>
                  <a:cubicBezTo>
                    <a:pt x="23" y="2"/>
                    <a:pt x="23" y="2"/>
                    <a:pt x="23" y="2"/>
                  </a:cubicBezTo>
                  <a:cubicBezTo>
                    <a:pt x="20" y="2"/>
                    <a:pt x="20" y="2"/>
                    <a:pt x="20" y="2"/>
                  </a:cubicBezTo>
                  <a:cubicBezTo>
                    <a:pt x="17" y="2"/>
                    <a:pt x="16" y="4"/>
                    <a:pt x="16" y="5"/>
                  </a:cubicBezTo>
                  <a:cubicBezTo>
                    <a:pt x="16" y="6"/>
                    <a:pt x="17" y="8"/>
                    <a:pt x="17" y="8"/>
                  </a:cubicBezTo>
                  <a:cubicBezTo>
                    <a:pt x="28" y="40"/>
                    <a:pt x="28" y="40"/>
                    <a:pt x="28" y="40"/>
                  </a:cubicBezTo>
                  <a:cubicBezTo>
                    <a:pt x="39" y="8"/>
                    <a:pt x="39" y="8"/>
                    <a:pt x="39" y="8"/>
                  </a:cubicBezTo>
                  <a:cubicBezTo>
                    <a:pt x="40" y="7"/>
                    <a:pt x="40" y="6"/>
                    <a:pt x="40" y="5"/>
                  </a:cubicBezTo>
                  <a:cubicBezTo>
                    <a:pt x="40" y="3"/>
                    <a:pt x="38" y="2"/>
                    <a:pt x="36" y="2"/>
                  </a:cubicBezTo>
                  <a:cubicBezTo>
                    <a:pt x="33" y="2"/>
                    <a:pt x="33" y="2"/>
                    <a:pt x="33" y="2"/>
                  </a:cubicBezTo>
                  <a:cubicBezTo>
                    <a:pt x="33" y="0"/>
                    <a:pt x="33" y="0"/>
                    <a:pt x="33" y="0"/>
                  </a:cubicBezTo>
                  <a:cubicBezTo>
                    <a:pt x="50" y="0"/>
                    <a:pt x="50" y="0"/>
                    <a:pt x="50" y="0"/>
                  </a:cubicBezTo>
                  <a:cubicBezTo>
                    <a:pt x="50" y="2"/>
                    <a:pt x="50" y="2"/>
                    <a:pt x="50" y="2"/>
                  </a:cubicBezTo>
                  <a:lnTo>
                    <a:pt x="48"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sḻíḓe"/>
            <p:cNvSpPr/>
            <p:nvPr userDrawn="1">
              <p:custDataLst>
                <p:tags r:id="rId50"/>
              </p:custDataLst>
            </p:nvPr>
          </p:nvSpPr>
          <p:spPr bwMode="auto">
            <a:xfrm>
              <a:off x="8120891" y="3956050"/>
              <a:ext cx="182563" cy="220663"/>
            </a:xfrm>
            <a:custGeom>
              <a:avLst/>
              <a:gdLst>
                <a:gd name="T0" fmla="*/ 0 w 45"/>
                <a:gd name="T1" fmla="*/ 0 h 52"/>
                <a:gd name="T2" fmla="*/ 38 w 45"/>
                <a:gd name="T3" fmla="*/ 0 h 52"/>
                <a:gd name="T4" fmla="*/ 43 w 45"/>
                <a:gd name="T5" fmla="*/ 12 h 52"/>
                <a:gd name="T6" fmla="*/ 41 w 45"/>
                <a:gd name="T7" fmla="*/ 13 h 52"/>
                <a:gd name="T8" fmla="*/ 23 w 45"/>
                <a:gd name="T9" fmla="*/ 2 h 52"/>
                <a:gd name="T10" fmla="*/ 21 w 45"/>
                <a:gd name="T11" fmla="*/ 2 h 52"/>
                <a:gd name="T12" fmla="*/ 16 w 45"/>
                <a:gd name="T13" fmla="*/ 7 h 52"/>
                <a:gd name="T14" fmla="*/ 16 w 45"/>
                <a:gd name="T15" fmla="*/ 24 h 52"/>
                <a:gd name="T16" fmla="*/ 22 w 45"/>
                <a:gd name="T17" fmla="*/ 24 h 52"/>
                <a:gd name="T18" fmla="*/ 31 w 45"/>
                <a:gd name="T19" fmla="*/ 17 h 52"/>
                <a:gd name="T20" fmla="*/ 31 w 45"/>
                <a:gd name="T21" fmla="*/ 16 h 52"/>
                <a:gd name="T22" fmla="*/ 33 w 45"/>
                <a:gd name="T23" fmla="*/ 16 h 52"/>
                <a:gd name="T24" fmla="*/ 33 w 45"/>
                <a:gd name="T25" fmla="*/ 36 h 52"/>
                <a:gd name="T26" fmla="*/ 31 w 45"/>
                <a:gd name="T27" fmla="*/ 36 h 52"/>
                <a:gd name="T28" fmla="*/ 31 w 45"/>
                <a:gd name="T29" fmla="*/ 34 h 52"/>
                <a:gd name="T30" fmla="*/ 23 w 45"/>
                <a:gd name="T31" fmla="*/ 27 h 52"/>
                <a:gd name="T32" fmla="*/ 16 w 45"/>
                <a:gd name="T33" fmla="*/ 27 h 52"/>
                <a:gd name="T34" fmla="*/ 16 w 45"/>
                <a:gd name="T35" fmla="*/ 45 h 52"/>
                <a:gd name="T36" fmla="*/ 21 w 45"/>
                <a:gd name="T37" fmla="*/ 50 h 52"/>
                <a:gd name="T38" fmla="*/ 25 w 45"/>
                <a:gd name="T39" fmla="*/ 50 h 52"/>
                <a:gd name="T40" fmla="*/ 43 w 45"/>
                <a:gd name="T41" fmla="*/ 39 h 52"/>
                <a:gd name="T42" fmla="*/ 45 w 45"/>
                <a:gd name="T43" fmla="*/ 40 h 52"/>
                <a:gd name="T44" fmla="*/ 40 w 45"/>
                <a:gd name="T45" fmla="*/ 52 h 52"/>
                <a:gd name="T46" fmla="*/ 0 w 45"/>
                <a:gd name="T47" fmla="*/ 52 h 52"/>
                <a:gd name="T48" fmla="*/ 0 w 45"/>
                <a:gd name="T49" fmla="*/ 50 h 52"/>
                <a:gd name="T50" fmla="*/ 2 w 45"/>
                <a:gd name="T51" fmla="*/ 50 h 52"/>
                <a:gd name="T52" fmla="*/ 7 w 45"/>
                <a:gd name="T53" fmla="*/ 45 h 52"/>
                <a:gd name="T54" fmla="*/ 7 w 45"/>
                <a:gd name="T55" fmla="*/ 7 h 52"/>
                <a:gd name="T56" fmla="*/ 2 w 45"/>
                <a:gd name="T57" fmla="*/ 2 h 52"/>
                <a:gd name="T58" fmla="*/ 0 w 45"/>
                <a:gd name="T59" fmla="*/ 2 h 52"/>
                <a:gd name="T60" fmla="*/ 0 w 45"/>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 h="52">
                  <a:moveTo>
                    <a:pt x="0" y="0"/>
                  </a:moveTo>
                  <a:cubicBezTo>
                    <a:pt x="38" y="0"/>
                    <a:pt x="38" y="0"/>
                    <a:pt x="38" y="0"/>
                  </a:cubicBezTo>
                  <a:cubicBezTo>
                    <a:pt x="43" y="12"/>
                    <a:pt x="43" y="12"/>
                    <a:pt x="43" y="12"/>
                  </a:cubicBezTo>
                  <a:cubicBezTo>
                    <a:pt x="41" y="13"/>
                    <a:pt x="41" y="13"/>
                    <a:pt x="41" y="13"/>
                  </a:cubicBezTo>
                  <a:cubicBezTo>
                    <a:pt x="36"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1" y="23"/>
                    <a:pt x="31" y="17"/>
                  </a:cubicBezTo>
                  <a:cubicBezTo>
                    <a:pt x="31" y="16"/>
                    <a:pt x="31" y="16"/>
                    <a:pt x="31" y="16"/>
                  </a:cubicBezTo>
                  <a:cubicBezTo>
                    <a:pt x="33" y="16"/>
                    <a:pt x="33" y="16"/>
                    <a:pt x="33" y="16"/>
                  </a:cubicBezTo>
                  <a:cubicBezTo>
                    <a:pt x="33" y="36"/>
                    <a:pt x="33" y="36"/>
                    <a:pt x="33" y="36"/>
                  </a:cubicBezTo>
                  <a:cubicBezTo>
                    <a:pt x="31" y="36"/>
                    <a:pt x="31" y="36"/>
                    <a:pt x="31" y="36"/>
                  </a:cubicBezTo>
                  <a:cubicBezTo>
                    <a:pt x="31" y="34"/>
                    <a:pt x="31" y="34"/>
                    <a:pt x="31" y="34"/>
                  </a:cubicBezTo>
                  <a:cubicBezTo>
                    <a:pt x="31" y="31"/>
                    <a:pt x="28" y="27"/>
                    <a:pt x="23" y="27"/>
                  </a:cubicBezTo>
                  <a:cubicBezTo>
                    <a:pt x="16" y="27"/>
                    <a:pt x="16" y="27"/>
                    <a:pt x="16" y="27"/>
                  </a:cubicBezTo>
                  <a:cubicBezTo>
                    <a:pt x="16" y="45"/>
                    <a:pt x="16" y="45"/>
                    <a:pt x="16" y="45"/>
                  </a:cubicBezTo>
                  <a:cubicBezTo>
                    <a:pt x="16" y="49"/>
                    <a:pt x="17" y="50"/>
                    <a:pt x="21" y="50"/>
                  </a:cubicBezTo>
                  <a:cubicBezTo>
                    <a:pt x="25" y="50"/>
                    <a:pt x="25" y="50"/>
                    <a:pt x="25" y="50"/>
                  </a:cubicBezTo>
                  <a:cubicBezTo>
                    <a:pt x="34" y="50"/>
                    <a:pt x="41" y="42"/>
                    <a:pt x="43" y="39"/>
                  </a:cubicBezTo>
                  <a:cubicBezTo>
                    <a:pt x="45" y="40"/>
                    <a:pt x="45" y="40"/>
                    <a:pt x="45" y="40"/>
                  </a:cubicBezTo>
                  <a:cubicBezTo>
                    <a:pt x="40" y="52"/>
                    <a:pt x="40" y="52"/>
                    <a:pt x="40" y="52"/>
                  </a:cubicBezTo>
                  <a:cubicBezTo>
                    <a:pt x="0" y="52"/>
                    <a:pt x="0" y="52"/>
                    <a:pt x="0" y="52"/>
                  </a:cubicBez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iśľîḋe"/>
            <p:cNvSpPr/>
            <p:nvPr userDrawn="1">
              <p:custDataLst>
                <p:tags r:id="rId51"/>
              </p:custDataLst>
            </p:nvPr>
          </p:nvSpPr>
          <p:spPr bwMode="auto">
            <a:xfrm>
              <a:off x="8319328" y="3956050"/>
              <a:ext cx="201613" cy="220663"/>
            </a:xfrm>
            <a:custGeom>
              <a:avLst/>
              <a:gdLst>
                <a:gd name="T0" fmla="*/ 36 w 50"/>
                <a:gd name="T1" fmla="*/ 52 h 52"/>
                <a:gd name="T2" fmla="*/ 23 w 50"/>
                <a:gd name="T3" fmla="*/ 27 h 52"/>
                <a:gd name="T4" fmla="*/ 16 w 50"/>
                <a:gd name="T5" fmla="*/ 27 h 52"/>
                <a:gd name="T6" fmla="*/ 16 w 50"/>
                <a:gd name="T7" fmla="*/ 45 h 52"/>
                <a:gd name="T8" fmla="*/ 21 w 50"/>
                <a:gd name="T9" fmla="*/ 50 h 52"/>
                <a:gd name="T10" fmla="*/ 24 w 50"/>
                <a:gd name="T11" fmla="*/ 50 h 52"/>
                <a:gd name="T12" fmla="*/ 24 w 50"/>
                <a:gd name="T13" fmla="*/ 52 h 52"/>
                <a:gd name="T14" fmla="*/ 0 w 50"/>
                <a:gd name="T15" fmla="*/ 52 h 52"/>
                <a:gd name="T16" fmla="*/ 0 w 50"/>
                <a:gd name="T17" fmla="*/ 50 h 52"/>
                <a:gd name="T18" fmla="*/ 3 w 50"/>
                <a:gd name="T19" fmla="*/ 50 h 52"/>
                <a:gd name="T20" fmla="*/ 8 w 50"/>
                <a:gd name="T21" fmla="*/ 45 h 52"/>
                <a:gd name="T22" fmla="*/ 8 w 50"/>
                <a:gd name="T23" fmla="*/ 7 h 52"/>
                <a:gd name="T24" fmla="*/ 3 w 50"/>
                <a:gd name="T25" fmla="*/ 2 h 52"/>
                <a:gd name="T26" fmla="*/ 0 w 50"/>
                <a:gd name="T27" fmla="*/ 2 h 52"/>
                <a:gd name="T28" fmla="*/ 0 w 50"/>
                <a:gd name="T29" fmla="*/ 0 h 52"/>
                <a:gd name="T30" fmla="*/ 29 w 50"/>
                <a:gd name="T31" fmla="*/ 0 h 52"/>
                <a:gd name="T32" fmla="*/ 46 w 50"/>
                <a:gd name="T33" fmla="*/ 13 h 52"/>
                <a:gd name="T34" fmla="*/ 41 w 50"/>
                <a:gd name="T35" fmla="*/ 22 h 52"/>
                <a:gd name="T36" fmla="*/ 32 w 50"/>
                <a:gd name="T37" fmla="*/ 26 h 52"/>
                <a:gd name="T38" fmla="*/ 40 w 50"/>
                <a:gd name="T39" fmla="*/ 43 h 52"/>
                <a:gd name="T40" fmla="*/ 49 w 50"/>
                <a:gd name="T41" fmla="*/ 50 h 52"/>
                <a:gd name="T42" fmla="*/ 50 w 50"/>
                <a:gd name="T43" fmla="*/ 50 h 52"/>
                <a:gd name="T44" fmla="*/ 50 w 50"/>
                <a:gd name="T45" fmla="*/ 52 h 52"/>
                <a:gd name="T46" fmla="*/ 36 w 50"/>
                <a:gd name="T47" fmla="*/ 52 h 52"/>
                <a:gd name="T48" fmla="*/ 26 w 50"/>
                <a:gd name="T49" fmla="*/ 2 h 52"/>
                <a:gd name="T50" fmla="*/ 21 w 50"/>
                <a:gd name="T51" fmla="*/ 2 h 52"/>
                <a:gd name="T52" fmla="*/ 16 w 50"/>
                <a:gd name="T53" fmla="*/ 7 h 52"/>
                <a:gd name="T54" fmla="*/ 16 w 50"/>
                <a:gd name="T55" fmla="*/ 25 h 52"/>
                <a:gd name="T56" fmla="*/ 26 w 50"/>
                <a:gd name="T57" fmla="*/ 25 h 52"/>
                <a:gd name="T58" fmla="*/ 37 w 50"/>
                <a:gd name="T59" fmla="*/ 12 h 52"/>
                <a:gd name="T60" fmla="*/ 26 w 50"/>
                <a:gd name="T61"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52">
                  <a:moveTo>
                    <a:pt x="36" y="52"/>
                  </a:moveTo>
                  <a:cubicBezTo>
                    <a:pt x="23" y="27"/>
                    <a:pt x="23" y="27"/>
                    <a:pt x="23" y="27"/>
                  </a:cubicBezTo>
                  <a:cubicBezTo>
                    <a:pt x="16" y="27"/>
                    <a:pt x="16" y="27"/>
                    <a:pt x="16" y="27"/>
                  </a:cubicBezTo>
                  <a:cubicBezTo>
                    <a:pt x="16" y="45"/>
                    <a:pt x="16" y="45"/>
                    <a:pt x="16" y="45"/>
                  </a:cubicBezTo>
                  <a:cubicBezTo>
                    <a:pt x="16" y="48"/>
                    <a:pt x="18" y="50"/>
                    <a:pt x="21" y="50"/>
                  </a:cubicBezTo>
                  <a:cubicBezTo>
                    <a:pt x="24" y="50"/>
                    <a:pt x="24" y="50"/>
                    <a:pt x="24" y="50"/>
                  </a:cubicBezTo>
                  <a:cubicBezTo>
                    <a:pt x="24" y="52"/>
                    <a:pt x="24" y="52"/>
                    <a:pt x="24" y="52"/>
                  </a:cubicBezTo>
                  <a:cubicBezTo>
                    <a:pt x="0" y="52"/>
                    <a:pt x="0" y="52"/>
                    <a:pt x="0" y="52"/>
                  </a:cubicBezTo>
                  <a:cubicBezTo>
                    <a:pt x="0" y="50"/>
                    <a:pt x="0" y="50"/>
                    <a:pt x="0" y="50"/>
                  </a:cubicBezTo>
                  <a:cubicBezTo>
                    <a:pt x="3" y="50"/>
                    <a:pt x="3" y="50"/>
                    <a:pt x="3" y="50"/>
                  </a:cubicBezTo>
                  <a:cubicBezTo>
                    <a:pt x="6" y="50"/>
                    <a:pt x="8" y="49"/>
                    <a:pt x="8" y="45"/>
                  </a:cubicBezTo>
                  <a:cubicBezTo>
                    <a:pt x="8" y="7"/>
                    <a:pt x="8" y="7"/>
                    <a:pt x="8" y="7"/>
                  </a:cubicBezTo>
                  <a:cubicBezTo>
                    <a:pt x="8" y="4"/>
                    <a:pt x="7" y="2"/>
                    <a:pt x="3" y="2"/>
                  </a:cubicBezTo>
                  <a:cubicBezTo>
                    <a:pt x="0" y="2"/>
                    <a:pt x="0" y="2"/>
                    <a:pt x="0" y="2"/>
                  </a:cubicBezTo>
                  <a:cubicBezTo>
                    <a:pt x="0" y="0"/>
                    <a:pt x="0" y="0"/>
                    <a:pt x="0" y="0"/>
                  </a:cubicBezTo>
                  <a:cubicBezTo>
                    <a:pt x="29" y="0"/>
                    <a:pt x="29" y="0"/>
                    <a:pt x="29" y="0"/>
                  </a:cubicBezTo>
                  <a:cubicBezTo>
                    <a:pt x="40" y="0"/>
                    <a:pt x="46" y="5"/>
                    <a:pt x="46" y="13"/>
                  </a:cubicBezTo>
                  <a:cubicBezTo>
                    <a:pt x="46" y="17"/>
                    <a:pt x="44" y="20"/>
                    <a:pt x="41" y="22"/>
                  </a:cubicBezTo>
                  <a:cubicBezTo>
                    <a:pt x="38" y="25"/>
                    <a:pt x="35" y="26"/>
                    <a:pt x="32" y="26"/>
                  </a:cubicBezTo>
                  <a:cubicBezTo>
                    <a:pt x="40" y="43"/>
                    <a:pt x="40" y="43"/>
                    <a:pt x="40" y="43"/>
                  </a:cubicBezTo>
                  <a:cubicBezTo>
                    <a:pt x="44" y="49"/>
                    <a:pt x="46" y="50"/>
                    <a:pt x="49" y="50"/>
                  </a:cubicBezTo>
                  <a:cubicBezTo>
                    <a:pt x="50" y="50"/>
                    <a:pt x="50" y="50"/>
                    <a:pt x="50" y="50"/>
                  </a:cubicBezTo>
                  <a:cubicBezTo>
                    <a:pt x="50" y="52"/>
                    <a:pt x="50" y="52"/>
                    <a:pt x="50" y="52"/>
                  </a:cubicBezTo>
                  <a:lnTo>
                    <a:pt x="36" y="52"/>
                  </a:lnTo>
                  <a:close/>
                  <a:moveTo>
                    <a:pt x="26" y="2"/>
                  </a:moveTo>
                  <a:cubicBezTo>
                    <a:pt x="21" y="2"/>
                    <a:pt x="21" y="2"/>
                    <a:pt x="21" y="2"/>
                  </a:cubicBezTo>
                  <a:cubicBezTo>
                    <a:pt x="17" y="2"/>
                    <a:pt x="16" y="4"/>
                    <a:pt x="16" y="7"/>
                  </a:cubicBezTo>
                  <a:cubicBezTo>
                    <a:pt x="16" y="25"/>
                    <a:pt x="16" y="25"/>
                    <a:pt x="16" y="25"/>
                  </a:cubicBezTo>
                  <a:cubicBezTo>
                    <a:pt x="26" y="25"/>
                    <a:pt x="26" y="25"/>
                    <a:pt x="26" y="25"/>
                  </a:cubicBezTo>
                  <a:cubicBezTo>
                    <a:pt x="34" y="25"/>
                    <a:pt x="37" y="19"/>
                    <a:pt x="37" y="12"/>
                  </a:cubicBezTo>
                  <a:cubicBezTo>
                    <a:pt x="37" y="6"/>
                    <a:pt x="33" y="2"/>
                    <a:pt x="26" y="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ṥḻiḍè"/>
            <p:cNvSpPr/>
            <p:nvPr userDrawn="1">
              <p:custDataLst>
                <p:tags r:id="rId52"/>
              </p:custDataLst>
            </p:nvPr>
          </p:nvSpPr>
          <p:spPr bwMode="auto">
            <a:xfrm>
              <a:off x="8533641" y="3946525"/>
              <a:ext cx="152400" cy="238125"/>
            </a:xfrm>
            <a:custGeom>
              <a:avLst/>
              <a:gdLst>
                <a:gd name="T0" fmla="*/ 21 w 38"/>
                <a:gd name="T1" fmla="*/ 56 h 56"/>
                <a:gd name="T2" fmla="*/ 14 w 38"/>
                <a:gd name="T3" fmla="*/ 55 h 56"/>
                <a:gd name="T4" fmla="*/ 12 w 38"/>
                <a:gd name="T5" fmla="*/ 54 h 56"/>
                <a:gd name="T6" fmla="*/ 5 w 38"/>
                <a:gd name="T7" fmla="*/ 56 h 56"/>
                <a:gd name="T8" fmla="*/ 0 w 38"/>
                <a:gd name="T9" fmla="*/ 41 h 56"/>
                <a:gd name="T10" fmla="*/ 2 w 38"/>
                <a:gd name="T11" fmla="*/ 41 h 56"/>
                <a:gd name="T12" fmla="*/ 21 w 38"/>
                <a:gd name="T13" fmla="*/ 53 h 56"/>
                <a:gd name="T14" fmla="*/ 32 w 38"/>
                <a:gd name="T15" fmla="*/ 43 h 56"/>
                <a:gd name="T16" fmla="*/ 18 w 38"/>
                <a:gd name="T17" fmla="*/ 31 h 56"/>
                <a:gd name="T18" fmla="*/ 3 w 38"/>
                <a:gd name="T19" fmla="*/ 15 h 56"/>
                <a:gd name="T20" fmla="*/ 19 w 38"/>
                <a:gd name="T21" fmla="*/ 0 h 56"/>
                <a:gd name="T22" fmla="*/ 26 w 38"/>
                <a:gd name="T23" fmla="*/ 2 h 56"/>
                <a:gd name="T24" fmla="*/ 28 w 38"/>
                <a:gd name="T25" fmla="*/ 2 h 56"/>
                <a:gd name="T26" fmla="*/ 32 w 38"/>
                <a:gd name="T27" fmla="*/ 1 h 56"/>
                <a:gd name="T28" fmla="*/ 36 w 38"/>
                <a:gd name="T29" fmla="*/ 13 h 56"/>
                <a:gd name="T30" fmla="*/ 34 w 38"/>
                <a:gd name="T31" fmla="*/ 14 h 56"/>
                <a:gd name="T32" fmla="*/ 31 w 38"/>
                <a:gd name="T33" fmla="*/ 9 h 56"/>
                <a:gd name="T34" fmla="*/ 18 w 38"/>
                <a:gd name="T35" fmla="*/ 3 h 56"/>
                <a:gd name="T36" fmla="*/ 9 w 38"/>
                <a:gd name="T37" fmla="*/ 12 h 56"/>
                <a:gd name="T38" fmla="*/ 22 w 38"/>
                <a:gd name="T39" fmla="*/ 23 h 56"/>
                <a:gd name="T40" fmla="*/ 38 w 38"/>
                <a:gd name="T41" fmla="*/ 40 h 56"/>
                <a:gd name="T42" fmla="*/ 21 w 38"/>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6">
                  <a:moveTo>
                    <a:pt x="21" y="56"/>
                  </a:moveTo>
                  <a:cubicBezTo>
                    <a:pt x="20" y="56"/>
                    <a:pt x="17" y="56"/>
                    <a:pt x="14" y="55"/>
                  </a:cubicBezTo>
                  <a:cubicBezTo>
                    <a:pt x="13" y="54"/>
                    <a:pt x="12" y="54"/>
                    <a:pt x="12" y="54"/>
                  </a:cubicBezTo>
                  <a:cubicBezTo>
                    <a:pt x="9" y="54"/>
                    <a:pt x="7" y="55"/>
                    <a:pt x="5" y="56"/>
                  </a:cubicBezTo>
                  <a:cubicBezTo>
                    <a:pt x="0" y="41"/>
                    <a:pt x="0" y="41"/>
                    <a:pt x="0" y="41"/>
                  </a:cubicBezTo>
                  <a:cubicBezTo>
                    <a:pt x="2" y="41"/>
                    <a:pt x="2" y="41"/>
                    <a:pt x="2" y="41"/>
                  </a:cubicBezTo>
                  <a:cubicBezTo>
                    <a:pt x="4" y="44"/>
                    <a:pt x="11" y="53"/>
                    <a:pt x="21" y="53"/>
                  </a:cubicBezTo>
                  <a:cubicBezTo>
                    <a:pt x="29" y="53"/>
                    <a:pt x="32" y="48"/>
                    <a:pt x="32" y="43"/>
                  </a:cubicBezTo>
                  <a:cubicBezTo>
                    <a:pt x="32" y="37"/>
                    <a:pt x="28" y="35"/>
                    <a:pt x="18" y="31"/>
                  </a:cubicBezTo>
                  <a:cubicBezTo>
                    <a:pt x="13" y="30"/>
                    <a:pt x="3" y="26"/>
                    <a:pt x="3" y="15"/>
                  </a:cubicBezTo>
                  <a:cubicBezTo>
                    <a:pt x="3" y="8"/>
                    <a:pt x="8" y="0"/>
                    <a:pt x="19" y="0"/>
                  </a:cubicBezTo>
                  <a:cubicBezTo>
                    <a:pt x="20" y="0"/>
                    <a:pt x="21" y="1"/>
                    <a:pt x="26" y="2"/>
                  </a:cubicBezTo>
                  <a:cubicBezTo>
                    <a:pt x="27" y="2"/>
                    <a:pt x="27" y="2"/>
                    <a:pt x="28" y="2"/>
                  </a:cubicBezTo>
                  <a:cubicBezTo>
                    <a:pt x="28" y="2"/>
                    <a:pt x="30" y="2"/>
                    <a:pt x="32" y="1"/>
                  </a:cubicBezTo>
                  <a:cubicBezTo>
                    <a:pt x="36" y="13"/>
                    <a:pt x="36" y="13"/>
                    <a:pt x="36" y="13"/>
                  </a:cubicBezTo>
                  <a:cubicBezTo>
                    <a:pt x="34" y="14"/>
                    <a:pt x="34" y="14"/>
                    <a:pt x="34" y="14"/>
                  </a:cubicBezTo>
                  <a:cubicBezTo>
                    <a:pt x="34" y="13"/>
                    <a:pt x="33" y="11"/>
                    <a:pt x="31" y="9"/>
                  </a:cubicBezTo>
                  <a:cubicBezTo>
                    <a:pt x="28" y="5"/>
                    <a:pt x="23" y="3"/>
                    <a:pt x="18" y="3"/>
                  </a:cubicBezTo>
                  <a:cubicBezTo>
                    <a:pt x="13" y="3"/>
                    <a:pt x="9" y="6"/>
                    <a:pt x="9" y="12"/>
                  </a:cubicBezTo>
                  <a:cubicBezTo>
                    <a:pt x="9" y="17"/>
                    <a:pt x="13" y="20"/>
                    <a:pt x="22" y="23"/>
                  </a:cubicBezTo>
                  <a:cubicBezTo>
                    <a:pt x="32" y="27"/>
                    <a:pt x="38" y="31"/>
                    <a:pt x="38" y="40"/>
                  </a:cubicBezTo>
                  <a:cubicBezTo>
                    <a:pt x="38" y="48"/>
                    <a:pt x="32"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işliďè"/>
            <p:cNvSpPr/>
            <p:nvPr userDrawn="1">
              <p:custDataLst>
                <p:tags r:id="rId53"/>
              </p:custDataLst>
            </p:nvPr>
          </p:nvSpPr>
          <p:spPr bwMode="auto">
            <a:xfrm>
              <a:off x="8703503" y="3956050"/>
              <a:ext cx="96838" cy="220663"/>
            </a:xfrm>
            <a:custGeom>
              <a:avLst/>
              <a:gdLst>
                <a:gd name="T0" fmla="*/ 0 w 24"/>
                <a:gd name="T1" fmla="*/ 52 h 52"/>
                <a:gd name="T2" fmla="*/ 0 w 24"/>
                <a:gd name="T3" fmla="*/ 50 h 52"/>
                <a:gd name="T4" fmla="*/ 3 w 24"/>
                <a:gd name="T5" fmla="*/ 50 h 52"/>
                <a:gd name="T6" fmla="*/ 8 w 24"/>
                <a:gd name="T7" fmla="*/ 45 h 52"/>
                <a:gd name="T8" fmla="*/ 8 w 24"/>
                <a:gd name="T9" fmla="*/ 7 h 52"/>
                <a:gd name="T10" fmla="*/ 3 w 24"/>
                <a:gd name="T11" fmla="*/ 2 h 52"/>
                <a:gd name="T12" fmla="*/ 0 w 24"/>
                <a:gd name="T13" fmla="*/ 2 h 52"/>
                <a:gd name="T14" fmla="*/ 0 w 24"/>
                <a:gd name="T15" fmla="*/ 0 h 52"/>
                <a:gd name="T16" fmla="*/ 24 w 24"/>
                <a:gd name="T17" fmla="*/ 0 h 52"/>
                <a:gd name="T18" fmla="*/ 24 w 24"/>
                <a:gd name="T19" fmla="*/ 2 h 52"/>
                <a:gd name="T20" fmla="*/ 22 w 24"/>
                <a:gd name="T21" fmla="*/ 2 h 52"/>
                <a:gd name="T22" fmla="*/ 16 w 24"/>
                <a:gd name="T23" fmla="*/ 7 h 52"/>
                <a:gd name="T24" fmla="*/ 16 w 24"/>
                <a:gd name="T25" fmla="*/ 45 h 52"/>
                <a:gd name="T26" fmla="*/ 22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3" y="50"/>
                    <a:pt x="3" y="50"/>
                    <a:pt x="3" y="50"/>
                  </a:cubicBezTo>
                  <a:cubicBezTo>
                    <a:pt x="7" y="50"/>
                    <a:pt x="8" y="49"/>
                    <a:pt x="8" y="45"/>
                  </a:cubicBezTo>
                  <a:cubicBezTo>
                    <a:pt x="8" y="7"/>
                    <a:pt x="8" y="7"/>
                    <a:pt x="8" y="7"/>
                  </a:cubicBezTo>
                  <a:cubicBezTo>
                    <a:pt x="8" y="4"/>
                    <a:pt x="7" y="2"/>
                    <a:pt x="3" y="2"/>
                  </a:cubicBezTo>
                  <a:cubicBezTo>
                    <a:pt x="0" y="2"/>
                    <a:pt x="0" y="2"/>
                    <a:pt x="0" y="2"/>
                  </a:cubicBezTo>
                  <a:cubicBezTo>
                    <a:pt x="0" y="0"/>
                    <a:pt x="0" y="0"/>
                    <a:pt x="0" y="0"/>
                  </a:cubicBezTo>
                  <a:cubicBezTo>
                    <a:pt x="24" y="0"/>
                    <a:pt x="24" y="0"/>
                    <a:pt x="24" y="0"/>
                  </a:cubicBezTo>
                  <a:cubicBezTo>
                    <a:pt x="24" y="2"/>
                    <a:pt x="24" y="2"/>
                    <a:pt x="24" y="2"/>
                  </a:cubicBezTo>
                  <a:cubicBezTo>
                    <a:pt x="22" y="2"/>
                    <a:pt x="22" y="2"/>
                    <a:pt x="22" y="2"/>
                  </a:cubicBezTo>
                  <a:cubicBezTo>
                    <a:pt x="17" y="2"/>
                    <a:pt x="16" y="4"/>
                    <a:pt x="16" y="7"/>
                  </a:cubicBezTo>
                  <a:cubicBezTo>
                    <a:pt x="16" y="45"/>
                    <a:pt x="16" y="45"/>
                    <a:pt x="16" y="45"/>
                  </a:cubicBezTo>
                  <a:cubicBezTo>
                    <a:pt x="16" y="49"/>
                    <a:pt x="18" y="50"/>
                    <a:pt x="22"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íṩ1íḍê"/>
            <p:cNvSpPr/>
            <p:nvPr userDrawn="1">
              <p:custDataLst>
                <p:tags r:id="rId54"/>
              </p:custDataLst>
            </p:nvPr>
          </p:nvSpPr>
          <p:spPr bwMode="auto">
            <a:xfrm>
              <a:off x="8819391" y="3956050"/>
              <a:ext cx="206375" cy="220663"/>
            </a:xfrm>
            <a:custGeom>
              <a:avLst/>
              <a:gdLst>
                <a:gd name="T0" fmla="*/ 49 w 51"/>
                <a:gd name="T1" fmla="*/ 14 h 52"/>
                <a:gd name="T2" fmla="*/ 34 w 51"/>
                <a:gd name="T3" fmla="*/ 2 h 52"/>
                <a:gd name="T4" fmla="*/ 30 w 51"/>
                <a:gd name="T5" fmla="*/ 7 h 52"/>
                <a:gd name="T6" fmla="*/ 30 w 51"/>
                <a:gd name="T7" fmla="*/ 44 h 52"/>
                <a:gd name="T8" fmla="*/ 35 w 51"/>
                <a:gd name="T9" fmla="*/ 50 h 52"/>
                <a:gd name="T10" fmla="*/ 39 w 51"/>
                <a:gd name="T11" fmla="*/ 50 h 52"/>
                <a:gd name="T12" fmla="*/ 39 w 51"/>
                <a:gd name="T13" fmla="*/ 52 h 52"/>
                <a:gd name="T14" fmla="*/ 12 w 51"/>
                <a:gd name="T15" fmla="*/ 52 h 52"/>
                <a:gd name="T16" fmla="*/ 12 w 51"/>
                <a:gd name="T17" fmla="*/ 50 h 52"/>
                <a:gd name="T18" fmla="*/ 16 w 51"/>
                <a:gd name="T19" fmla="*/ 50 h 52"/>
                <a:gd name="T20" fmla="*/ 21 w 51"/>
                <a:gd name="T21" fmla="*/ 44 h 52"/>
                <a:gd name="T22" fmla="*/ 21 w 51"/>
                <a:gd name="T23" fmla="*/ 7 h 52"/>
                <a:gd name="T24" fmla="*/ 16 w 51"/>
                <a:gd name="T25" fmla="*/ 2 h 52"/>
                <a:gd name="T26" fmla="*/ 2 w 51"/>
                <a:gd name="T27" fmla="*/ 14 h 52"/>
                <a:gd name="T28" fmla="*/ 0 w 51"/>
                <a:gd name="T29" fmla="*/ 13 h 52"/>
                <a:gd name="T30" fmla="*/ 5 w 51"/>
                <a:gd name="T31" fmla="*/ 0 h 52"/>
                <a:gd name="T32" fmla="*/ 46 w 51"/>
                <a:gd name="T33" fmla="*/ 0 h 52"/>
                <a:gd name="T34" fmla="*/ 51 w 51"/>
                <a:gd name="T35" fmla="*/ 13 h 52"/>
                <a:gd name="T36" fmla="*/ 49 w 51"/>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49" y="14"/>
                  </a:moveTo>
                  <a:cubicBezTo>
                    <a:pt x="45" y="6"/>
                    <a:pt x="41" y="2"/>
                    <a:pt x="34" y="2"/>
                  </a:cubicBezTo>
                  <a:cubicBezTo>
                    <a:pt x="31" y="2"/>
                    <a:pt x="30" y="4"/>
                    <a:pt x="30" y="7"/>
                  </a:cubicBezTo>
                  <a:cubicBezTo>
                    <a:pt x="30" y="44"/>
                    <a:pt x="30" y="44"/>
                    <a:pt x="30" y="44"/>
                  </a:cubicBezTo>
                  <a:cubicBezTo>
                    <a:pt x="30" y="48"/>
                    <a:pt x="31" y="50"/>
                    <a:pt x="35" y="50"/>
                  </a:cubicBezTo>
                  <a:cubicBezTo>
                    <a:pt x="39" y="50"/>
                    <a:pt x="39" y="50"/>
                    <a:pt x="39" y="50"/>
                  </a:cubicBezTo>
                  <a:cubicBezTo>
                    <a:pt x="39" y="52"/>
                    <a:pt x="39" y="52"/>
                    <a:pt x="39" y="52"/>
                  </a:cubicBezTo>
                  <a:cubicBezTo>
                    <a:pt x="12" y="52"/>
                    <a:pt x="12" y="52"/>
                    <a:pt x="12" y="52"/>
                  </a:cubicBezTo>
                  <a:cubicBezTo>
                    <a:pt x="12" y="50"/>
                    <a:pt x="12" y="50"/>
                    <a:pt x="12" y="50"/>
                  </a:cubicBezTo>
                  <a:cubicBezTo>
                    <a:pt x="16" y="50"/>
                    <a:pt x="16" y="50"/>
                    <a:pt x="16" y="50"/>
                  </a:cubicBezTo>
                  <a:cubicBezTo>
                    <a:pt x="20" y="50"/>
                    <a:pt x="21" y="48"/>
                    <a:pt x="21" y="44"/>
                  </a:cubicBezTo>
                  <a:cubicBezTo>
                    <a:pt x="21" y="7"/>
                    <a:pt x="21" y="7"/>
                    <a:pt x="21" y="7"/>
                  </a:cubicBezTo>
                  <a:cubicBezTo>
                    <a:pt x="21" y="3"/>
                    <a:pt x="20" y="2"/>
                    <a:pt x="16" y="2"/>
                  </a:cubicBezTo>
                  <a:cubicBezTo>
                    <a:pt x="8" y="2"/>
                    <a:pt x="4" y="9"/>
                    <a:pt x="2" y="14"/>
                  </a:cubicBezTo>
                  <a:cubicBezTo>
                    <a:pt x="0" y="13"/>
                    <a:pt x="0" y="13"/>
                    <a:pt x="0" y="13"/>
                  </a:cubicBezTo>
                  <a:cubicBezTo>
                    <a:pt x="5" y="0"/>
                    <a:pt x="5" y="0"/>
                    <a:pt x="5" y="0"/>
                  </a:cubicBezTo>
                  <a:cubicBezTo>
                    <a:pt x="46" y="0"/>
                    <a:pt x="46" y="0"/>
                    <a:pt x="46" y="0"/>
                  </a:cubicBezTo>
                  <a:cubicBezTo>
                    <a:pt x="51" y="13"/>
                    <a:pt x="51" y="13"/>
                    <a:pt x="51" y="13"/>
                  </a:cubicBezTo>
                  <a:lnTo>
                    <a:pt x="49"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iṥľîḓè"/>
            <p:cNvSpPr/>
            <p:nvPr userDrawn="1">
              <p:custDataLst>
                <p:tags r:id="rId55"/>
              </p:custDataLst>
            </p:nvPr>
          </p:nvSpPr>
          <p:spPr bwMode="auto">
            <a:xfrm>
              <a:off x="9049578" y="3956050"/>
              <a:ext cx="217488" cy="220663"/>
            </a:xfrm>
            <a:custGeom>
              <a:avLst/>
              <a:gdLst>
                <a:gd name="T0" fmla="*/ 51 w 54"/>
                <a:gd name="T1" fmla="*/ 2 h 52"/>
                <a:gd name="T2" fmla="*/ 44 w 54"/>
                <a:gd name="T3" fmla="*/ 8 h 52"/>
                <a:gd name="T4" fmla="*/ 32 w 54"/>
                <a:gd name="T5" fmla="*/ 31 h 52"/>
                <a:gd name="T6" fmla="*/ 32 w 54"/>
                <a:gd name="T7" fmla="*/ 45 h 52"/>
                <a:gd name="T8" fmla="*/ 37 w 54"/>
                <a:gd name="T9" fmla="*/ 50 h 52"/>
                <a:gd name="T10" fmla="*/ 41 w 54"/>
                <a:gd name="T11" fmla="*/ 50 h 52"/>
                <a:gd name="T12" fmla="*/ 41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9 w 54"/>
                <a:gd name="T25" fmla="*/ 7 h 52"/>
                <a:gd name="T26" fmla="*/ 2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9 w 54"/>
                <a:gd name="T41" fmla="*/ 7 h 52"/>
                <a:gd name="T42" fmla="*/ 31 w 54"/>
                <a:gd name="T43" fmla="*/ 27 h 52"/>
                <a:gd name="T44" fmla="*/ 42 w 54"/>
                <a:gd name="T45" fmla="*/ 8 h 52"/>
                <a:gd name="T46" fmla="*/ 42 w 54"/>
                <a:gd name="T47" fmla="*/ 5 h 52"/>
                <a:gd name="T48" fmla="*/ 39 w 54"/>
                <a:gd name="T49" fmla="*/ 2 h 52"/>
                <a:gd name="T50" fmla="*/ 36 w 54"/>
                <a:gd name="T51" fmla="*/ 2 h 52"/>
                <a:gd name="T52" fmla="*/ 36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8" y="2"/>
                    <a:pt x="46" y="5"/>
                    <a:pt x="44" y="8"/>
                  </a:cubicBezTo>
                  <a:cubicBezTo>
                    <a:pt x="32" y="31"/>
                    <a:pt x="32" y="31"/>
                    <a:pt x="32" y="31"/>
                  </a:cubicBezTo>
                  <a:cubicBezTo>
                    <a:pt x="32" y="45"/>
                    <a:pt x="32" y="45"/>
                    <a:pt x="32" y="45"/>
                  </a:cubicBezTo>
                  <a:cubicBezTo>
                    <a:pt x="32" y="48"/>
                    <a:pt x="33" y="50"/>
                    <a:pt x="37" y="50"/>
                  </a:cubicBezTo>
                  <a:cubicBezTo>
                    <a:pt x="41" y="50"/>
                    <a:pt x="41" y="50"/>
                    <a:pt x="41" y="50"/>
                  </a:cubicBezTo>
                  <a:cubicBezTo>
                    <a:pt x="41" y="52"/>
                    <a:pt x="41" y="52"/>
                    <a:pt x="41" y="52"/>
                  </a:cubicBezTo>
                  <a:cubicBezTo>
                    <a:pt x="14" y="52"/>
                    <a:pt x="14" y="52"/>
                    <a:pt x="14" y="52"/>
                  </a:cubicBezTo>
                  <a:cubicBezTo>
                    <a:pt x="14" y="50"/>
                    <a:pt x="14" y="50"/>
                    <a:pt x="14" y="50"/>
                  </a:cubicBezTo>
                  <a:cubicBezTo>
                    <a:pt x="18" y="50"/>
                    <a:pt x="18" y="50"/>
                    <a:pt x="18" y="50"/>
                  </a:cubicBezTo>
                  <a:cubicBezTo>
                    <a:pt x="22" y="50"/>
                    <a:pt x="23" y="49"/>
                    <a:pt x="23" y="45"/>
                  </a:cubicBezTo>
                  <a:cubicBezTo>
                    <a:pt x="23" y="31"/>
                    <a:pt x="23" y="31"/>
                    <a:pt x="23" y="31"/>
                  </a:cubicBezTo>
                  <a:cubicBezTo>
                    <a:pt x="9" y="7"/>
                    <a:pt x="9" y="7"/>
                    <a:pt x="9" y="7"/>
                  </a:cubicBezTo>
                  <a:cubicBezTo>
                    <a:pt x="7" y="3"/>
                    <a:pt x="5"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9" y="7"/>
                  </a:cubicBezTo>
                  <a:cubicBezTo>
                    <a:pt x="31" y="27"/>
                    <a:pt x="31" y="27"/>
                    <a:pt x="31" y="27"/>
                  </a:cubicBezTo>
                  <a:cubicBezTo>
                    <a:pt x="42" y="8"/>
                    <a:pt x="42" y="8"/>
                    <a:pt x="42" y="8"/>
                  </a:cubicBezTo>
                  <a:cubicBezTo>
                    <a:pt x="42" y="7"/>
                    <a:pt x="42" y="6"/>
                    <a:pt x="42" y="5"/>
                  </a:cubicBezTo>
                  <a:cubicBezTo>
                    <a:pt x="42" y="3"/>
                    <a:pt x="41" y="2"/>
                    <a:pt x="39" y="2"/>
                  </a:cubicBezTo>
                  <a:cubicBezTo>
                    <a:pt x="36" y="2"/>
                    <a:pt x="36" y="2"/>
                    <a:pt x="36" y="2"/>
                  </a:cubicBezTo>
                  <a:cubicBezTo>
                    <a:pt x="36" y="0"/>
                    <a:pt x="36" y="0"/>
                    <a:pt x="36"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标题和内容">
    <p:spTree>
      <p:nvGrpSpPr>
        <p:cNvPr id="1" name=""/>
        <p:cNvGrpSpPr/>
        <p:nvPr/>
      </p:nvGrpSpPr>
      <p:grpSpPr>
        <a:xfrm>
          <a:off x="0" y="0"/>
          <a:ext cx="0" cy="0"/>
          <a:chOff x="0" y="0"/>
          <a:chExt cx="0" cy="0"/>
        </a:xfrm>
      </p:grpSpPr>
      <p:pic>
        <p:nvPicPr>
          <p:cNvPr id="61" name="图片 60"/>
          <p:cNvPicPr>
            <a:picLocks noChangeAspect="1"/>
          </p:cNvPicPr>
          <p:nvPr userDrawn="1">
            <p:custDataLst>
              <p:tags r:id="rId2"/>
            </p:custDataLst>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b="13318"/>
          <a:stretch>
            <a:fillRect/>
          </a:stretch>
        </p:blipFill>
        <p:spPr>
          <a:xfrm>
            <a:off x="-1" y="5217192"/>
            <a:ext cx="12192000" cy="1640808"/>
          </a:xfrm>
          <a:prstGeom prst="rect">
            <a:avLst/>
          </a:prstGeom>
        </p:spPr>
      </p:pic>
      <p:grpSp>
        <p:nvGrpSpPr>
          <p:cNvPr id="121" name="组合 120"/>
          <p:cNvGrpSpPr/>
          <p:nvPr userDrawn="1"/>
        </p:nvGrpSpPr>
        <p:grpSpPr>
          <a:xfrm>
            <a:off x="5205376" y="817894"/>
            <a:ext cx="1781248" cy="1784352"/>
            <a:chOff x="9791726" y="368300"/>
            <a:chExt cx="567330" cy="568318"/>
          </a:xfrm>
          <a:solidFill>
            <a:srgbClr val="005825"/>
          </a:solidFill>
        </p:grpSpPr>
        <p:sp>
          <p:nvSpPr>
            <p:cNvPr id="122" name="ïś1ïḓè"/>
            <p:cNvSpPr/>
            <p:nvPr userDrawn="1">
              <p:custDataLst>
                <p:tags r:id="rId5"/>
              </p:custDataLst>
            </p:nvPr>
          </p:nvSpPr>
          <p:spPr bwMode="auto">
            <a:xfrm>
              <a:off x="9791726" y="368300"/>
              <a:ext cx="567330" cy="568318"/>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ṡļïḑè"/>
            <p:cNvSpPr/>
            <p:nvPr userDrawn="1">
              <p:custDataLst>
                <p:tags r:id="rId6"/>
              </p:custDataLst>
            </p:nvPr>
          </p:nvSpPr>
          <p:spPr bwMode="auto">
            <a:xfrm>
              <a:off x="9822339" y="398419"/>
              <a:ext cx="506598" cy="507585"/>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í$líḋè"/>
            <p:cNvSpPr/>
            <p:nvPr userDrawn="1">
              <p:custDataLst>
                <p:tags r:id="rId7"/>
              </p:custDataLst>
            </p:nvPr>
          </p:nvSpPr>
          <p:spPr bwMode="auto">
            <a:xfrm>
              <a:off x="9915660" y="479396"/>
              <a:ext cx="71101" cy="8048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ïṡľîḋè"/>
            <p:cNvSpPr/>
            <p:nvPr userDrawn="1">
              <p:custDataLst>
                <p:tags r:id="rId8"/>
              </p:custDataLst>
            </p:nvPr>
          </p:nvSpPr>
          <p:spPr bwMode="auto">
            <a:xfrm>
              <a:off x="9999599" y="440389"/>
              <a:ext cx="54808" cy="64189"/>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Sļïḑê"/>
            <p:cNvSpPr/>
            <p:nvPr userDrawn="1">
              <p:custDataLst>
                <p:tags r:id="rId9"/>
              </p:custDataLst>
            </p:nvPr>
          </p:nvSpPr>
          <p:spPr bwMode="auto">
            <a:xfrm>
              <a:off x="10089957" y="434464"/>
              <a:ext cx="71595" cy="75545"/>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ṥḷîďé"/>
            <p:cNvSpPr/>
            <p:nvPr userDrawn="1">
              <p:custDataLst>
                <p:tags r:id="rId10"/>
              </p:custDataLst>
            </p:nvPr>
          </p:nvSpPr>
          <p:spPr bwMode="auto">
            <a:xfrm>
              <a:off x="9936891" y="531241"/>
              <a:ext cx="286875" cy="267618"/>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şḻíḓé"/>
            <p:cNvSpPr/>
            <p:nvPr userDrawn="1">
              <p:custDataLst>
                <p:tags r:id="rId11"/>
              </p:custDataLst>
            </p:nvPr>
          </p:nvSpPr>
          <p:spPr bwMode="auto">
            <a:xfrm>
              <a:off x="9954667" y="550991"/>
              <a:ext cx="249843" cy="228117"/>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îšḻîďê"/>
            <p:cNvSpPr/>
            <p:nvPr userDrawn="1">
              <p:custDataLst>
                <p:tags r:id="rId12"/>
              </p:custDataLst>
            </p:nvPr>
          </p:nvSpPr>
          <p:spPr bwMode="auto">
            <a:xfrm>
              <a:off x="9866284" y="576173"/>
              <a:ext cx="45920" cy="32588"/>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ľíḑè"/>
            <p:cNvSpPr/>
            <p:nvPr userDrawn="1">
              <p:custDataLst>
                <p:tags r:id="rId13"/>
              </p:custDataLst>
            </p:nvPr>
          </p:nvSpPr>
          <p:spPr bwMode="auto">
            <a:xfrm>
              <a:off x="9857396" y="609255"/>
              <a:ext cx="45920" cy="41476"/>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ís1îḍê"/>
            <p:cNvSpPr/>
            <p:nvPr userDrawn="1">
              <p:custDataLst>
                <p:tags r:id="rId14"/>
              </p:custDataLst>
            </p:nvPr>
          </p:nvSpPr>
          <p:spPr bwMode="auto">
            <a:xfrm>
              <a:off x="9856902" y="654187"/>
              <a:ext cx="45920" cy="45920"/>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śḻîďe"/>
            <p:cNvSpPr/>
            <p:nvPr userDrawn="1">
              <p:custDataLst>
                <p:tags r:id="rId15"/>
              </p:custDataLst>
            </p:nvPr>
          </p:nvSpPr>
          <p:spPr bwMode="auto">
            <a:xfrm>
              <a:off x="9867765" y="708501"/>
              <a:ext cx="52832" cy="45920"/>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ṥlîḍè"/>
            <p:cNvSpPr/>
            <p:nvPr userDrawn="1">
              <p:custDataLst>
                <p:tags r:id="rId16"/>
              </p:custDataLst>
            </p:nvPr>
          </p:nvSpPr>
          <p:spPr bwMode="auto">
            <a:xfrm>
              <a:off x="9878134" y="753926"/>
              <a:ext cx="50364" cy="43451"/>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ṩļîďè"/>
            <p:cNvSpPr/>
            <p:nvPr userDrawn="1">
              <p:custDataLst>
                <p:tags r:id="rId17"/>
              </p:custDataLst>
            </p:nvPr>
          </p:nvSpPr>
          <p:spPr bwMode="auto">
            <a:xfrm>
              <a:off x="9906772" y="766271"/>
              <a:ext cx="51351" cy="51845"/>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ṧ1îḑè"/>
            <p:cNvSpPr/>
            <p:nvPr userDrawn="1">
              <p:custDataLst>
                <p:tags r:id="rId18"/>
              </p:custDataLst>
            </p:nvPr>
          </p:nvSpPr>
          <p:spPr bwMode="auto">
            <a:xfrm>
              <a:off x="9938866" y="809722"/>
              <a:ext cx="17775" cy="14319"/>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íṣ1íḋê"/>
            <p:cNvSpPr/>
            <p:nvPr userDrawn="1">
              <p:custDataLst>
                <p:tags r:id="rId19"/>
              </p:custDataLst>
            </p:nvPr>
          </p:nvSpPr>
          <p:spPr bwMode="auto">
            <a:xfrm>
              <a:off x="9942817" y="806265"/>
              <a:ext cx="46907" cy="44438"/>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śļiḓé"/>
            <p:cNvSpPr/>
            <p:nvPr userDrawn="1">
              <p:custDataLst>
                <p:tags r:id="rId20"/>
              </p:custDataLst>
            </p:nvPr>
          </p:nvSpPr>
          <p:spPr bwMode="auto">
            <a:xfrm>
              <a:off x="9972936" y="820090"/>
              <a:ext cx="49376" cy="55301"/>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Sḻïdè"/>
            <p:cNvSpPr/>
            <p:nvPr userDrawn="1">
              <p:custDataLst>
                <p:tags r:id="rId21"/>
              </p:custDataLst>
            </p:nvPr>
          </p:nvSpPr>
          <p:spPr bwMode="auto">
            <a:xfrm>
              <a:off x="10020337" y="833916"/>
              <a:ext cx="52339" cy="49376"/>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ṥḷide"/>
            <p:cNvSpPr/>
            <p:nvPr userDrawn="1">
              <p:custDataLst>
                <p:tags r:id="rId22"/>
              </p:custDataLst>
            </p:nvPr>
          </p:nvSpPr>
          <p:spPr bwMode="auto">
            <a:xfrm>
              <a:off x="10084526" y="838360"/>
              <a:ext cx="44438" cy="46413"/>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ïṣlïḍé"/>
            <p:cNvSpPr/>
            <p:nvPr userDrawn="1">
              <p:custDataLst>
                <p:tags r:id="rId23"/>
              </p:custDataLst>
            </p:nvPr>
          </p:nvSpPr>
          <p:spPr bwMode="auto">
            <a:xfrm>
              <a:off x="10129952" y="819597"/>
              <a:ext cx="50364" cy="57276"/>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şļîḋe"/>
            <p:cNvSpPr/>
            <p:nvPr userDrawn="1">
              <p:custDataLst>
                <p:tags r:id="rId24"/>
              </p:custDataLst>
            </p:nvPr>
          </p:nvSpPr>
          <p:spPr bwMode="auto">
            <a:xfrm>
              <a:off x="10173896" y="807746"/>
              <a:ext cx="35551" cy="47895"/>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líḋe"/>
            <p:cNvSpPr/>
            <p:nvPr userDrawn="1">
              <p:custDataLst>
                <p:tags r:id="rId25"/>
              </p:custDataLst>
            </p:nvPr>
          </p:nvSpPr>
          <p:spPr bwMode="auto">
            <a:xfrm>
              <a:off x="10189697" y="779602"/>
              <a:ext cx="42957" cy="49870"/>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î$ḷïďê"/>
            <p:cNvSpPr/>
            <p:nvPr userDrawn="1">
              <p:custDataLst>
                <p:tags r:id="rId26"/>
              </p:custDataLst>
            </p:nvPr>
          </p:nvSpPr>
          <p:spPr bwMode="auto">
            <a:xfrm>
              <a:off x="10221297" y="750470"/>
              <a:ext cx="56289" cy="53820"/>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ḷîďe"/>
            <p:cNvSpPr/>
            <p:nvPr userDrawn="1">
              <p:custDataLst>
                <p:tags r:id="rId27"/>
              </p:custDataLst>
            </p:nvPr>
          </p:nvSpPr>
          <p:spPr bwMode="auto">
            <a:xfrm>
              <a:off x="10242529" y="719857"/>
              <a:ext cx="55301" cy="44438"/>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íṡļïḍé"/>
            <p:cNvSpPr/>
            <p:nvPr userDrawn="1">
              <p:custDataLst>
                <p:tags r:id="rId28"/>
              </p:custDataLst>
            </p:nvPr>
          </p:nvSpPr>
          <p:spPr bwMode="auto">
            <a:xfrm>
              <a:off x="10255367" y="686281"/>
              <a:ext cx="46413" cy="36045"/>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îŝḻïḍé"/>
            <p:cNvSpPr/>
            <p:nvPr userDrawn="1">
              <p:custDataLst>
                <p:tags r:id="rId29"/>
              </p:custDataLst>
            </p:nvPr>
          </p:nvSpPr>
          <p:spPr bwMode="auto">
            <a:xfrm>
              <a:off x="10261785" y="661100"/>
              <a:ext cx="43945" cy="21725"/>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ïsḻïďê"/>
            <p:cNvSpPr/>
            <p:nvPr userDrawn="1">
              <p:custDataLst>
                <p:tags r:id="rId30"/>
              </p:custDataLst>
            </p:nvPr>
          </p:nvSpPr>
          <p:spPr bwMode="auto">
            <a:xfrm>
              <a:off x="10262279" y="619624"/>
              <a:ext cx="44438" cy="38513"/>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iṡlîḍê"/>
            <p:cNvSpPr/>
            <p:nvPr userDrawn="1">
              <p:custDataLst>
                <p:tags r:id="rId31"/>
              </p:custDataLst>
            </p:nvPr>
          </p:nvSpPr>
          <p:spPr bwMode="auto">
            <a:xfrm>
              <a:off x="10250429" y="576173"/>
              <a:ext cx="49870" cy="41476"/>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şḷíḍê"/>
            <p:cNvSpPr/>
            <p:nvPr userDrawn="1">
              <p:custDataLst>
                <p:tags r:id="rId32"/>
              </p:custDataLst>
            </p:nvPr>
          </p:nvSpPr>
          <p:spPr bwMode="auto">
            <a:xfrm>
              <a:off x="10171428" y="486309"/>
              <a:ext cx="78014" cy="73076"/>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pic>
        <p:nvPicPr>
          <p:cNvPr id="61" name="图片 60"/>
          <p:cNvPicPr>
            <a:picLocks noChangeAspect="1"/>
          </p:cNvPicPr>
          <p:nvPr userDrawn="1">
            <p:custDataLst>
              <p:tags r:id="rId2"/>
            </p:custDataLst>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b="13318"/>
          <a:stretch>
            <a:fillRect/>
          </a:stretch>
        </p:blipFill>
        <p:spPr>
          <a:xfrm>
            <a:off x="-1" y="5217192"/>
            <a:ext cx="12192000" cy="1640808"/>
          </a:xfrm>
          <a:prstGeom prst="rect">
            <a:avLst/>
          </a:prstGeom>
        </p:spPr>
      </p:pic>
      <p:sp>
        <p:nvSpPr>
          <p:cNvPr id="62" name="矩形 61"/>
          <p:cNvSpPr/>
          <p:nvPr userDrawn="1">
            <p:custDataLst>
              <p:tags r:id="rId5"/>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 name="a36ff0dd-52e7-4a40-98ef-054fbf16791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6"/>
            </p:custDataLst>
          </p:nvPr>
        </p:nvGrpSpPr>
        <p:grpSpPr>
          <a:xfrm>
            <a:off x="9791726" y="368300"/>
            <a:ext cx="2006887" cy="568318"/>
            <a:chOff x="2869804" y="2524126"/>
            <a:chExt cx="6452393" cy="1827213"/>
          </a:xfrm>
        </p:grpSpPr>
        <p:sp>
          <p:nvSpPr>
            <p:cNvPr id="34" name="ïṣļïďe"/>
            <p:cNvSpPr/>
            <p:nvPr userDrawn="1">
              <p:custDataLst>
                <p:tags r:id="rId7"/>
              </p:custDataLst>
            </p:nvPr>
          </p:nvSpPr>
          <p:spPr bwMode="auto">
            <a:xfrm>
              <a:off x="5030526" y="2647006"/>
              <a:ext cx="889000" cy="1308100"/>
            </a:xfrm>
            <a:custGeom>
              <a:avLst/>
              <a:gdLst>
                <a:gd name="T0" fmla="*/ 236 w 532"/>
                <a:gd name="T1" fmla="*/ 733 h 780"/>
                <a:gd name="T2" fmla="*/ 216 w 532"/>
                <a:gd name="T3" fmla="*/ 663 h 780"/>
                <a:gd name="T4" fmla="*/ 197 w 532"/>
                <a:gd name="T5" fmla="*/ 414 h 780"/>
                <a:gd name="T6" fmla="*/ 102 w 532"/>
                <a:gd name="T7" fmla="*/ 475 h 780"/>
                <a:gd name="T8" fmla="*/ 46 w 532"/>
                <a:gd name="T9" fmla="*/ 448 h 780"/>
                <a:gd name="T10" fmla="*/ 13 w 532"/>
                <a:gd name="T11" fmla="*/ 400 h 780"/>
                <a:gd name="T12" fmla="*/ 5 w 532"/>
                <a:gd name="T13" fmla="*/ 353 h 780"/>
                <a:gd name="T14" fmla="*/ 23 w 532"/>
                <a:gd name="T15" fmla="*/ 258 h 780"/>
                <a:gd name="T16" fmla="*/ 93 w 532"/>
                <a:gd name="T17" fmla="*/ 231 h 780"/>
                <a:gd name="T18" fmla="*/ 192 w 532"/>
                <a:gd name="T19" fmla="*/ 170 h 780"/>
                <a:gd name="T20" fmla="*/ 180 w 532"/>
                <a:gd name="T21" fmla="*/ 50 h 780"/>
                <a:gd name="T22" fmla="*/ 246 w 532"/>
                <a:gd name="T23" fmla="*/ 16 h 780"/>
                <a:gd name="T24" fmla="*/ 285 w 532"/>
                <a:gd name="T25" fmla="*/ 69 h 780"/>
                <a:gd name="T26" fmla="*/ 290 w 532"/>
                <a:gd name="T27" fmla="*/ 138 h 780"/>
                <a:gd name="T28" fmla="*/ 368 w 532"/>
                <a:gd name="T29" fmla="*/ 129 h 780"/>
                <a:gd name="T30" fmla="*/ 474 w 532"/>
                <a:gd name="T31" fmla="*/ 141 h 780"/>
                <a:gd name="T32" fmla="*/ 452 w 532"/>
                <a:gd name="T33" fmla="*/ 221 h 780"/>
                <a:gd name="T34" fmla="*/ 432 w 532"/>
                <a:gd name="T35" fmla="*/ 289 h 780"/>
                <a:gd name="T36" fmla="*/ 363 w 532"/>
                <a:gd name="T37" fmla="*/ 355 h 780"/>
                <a:gd name="T38" fmla="*/ 296 w 532"/>
                <a:gd name="T39" fmla="*/ 397 h 780"/>
                <a:gd name="T40" fmla="*/ 294 w 532"/>
                <a:gd name="T41" fmla="*/ 705 h 780"/>
                <a:gd name="T42" fmla="*/ 236 w 532"/>
                <a:gd name="T43" fmla="*/ 733 h 780"/>
                <a:gd name="T44" fmla="*/ 185 w 532"/>
                <a:gd name="T45" fmla="*/ 253 h 780"/>
                <a:gd name="T46" fmla="*/ 171 w 532"/>
                <a:gd name="T47" fmla="*/ 262 h 780"/>
                <a:gd name="T48" fmla="*/ 123 w 532"/>
                <a:gd name="T49" fmla="*/ 275 h 780"/>
                <a:gd name="T50" fmla="*/ 128 w 532"/>
                <a:gd name="T51" fmla="*/ 323 h 780"/>
                <a:gd name="T52" fmla="*/ 184 w 532"/>
                <a:gd name="T53" fmla="*/ 325 h 780"/>
                <a:gd name="T54" fmla="*/ 185 w 532"/>
                <a:gd name="T55" fmla="*/ 253 h 780"/>
                <a:gd name="T56" fmla="*/ 291 w 532"/>
                <a:gd name="T57" fmla="*/ 261 h 780"/>
                <a:gd name="T58" fmla="*/ 292 w 532"/>
                <a:gd name="T59" fmla="*/ 269 h 780"/>
                <a:gd name="T60" fmla="*/ 310 w 532"/>
                <a:gd name="T61" fmla="*/ 275 h 780"/>
                <a:gd name="T62" fmla="*/ 354 w 532"/>
                <a:gd name="T63" fmla="*/ 209 h 780"/>
                <a:gd name="T64" fmla="*/ 314 w 532"/>
                <a:gd name="T65" fmla="*/ 192 h 780"/>
                <a:gd name="T66" fmla="*/ 292 w 532"/>
                <a:gd name="T67" fmla="*/ 208 h 780"/>
                <a:gd name="T68" fmla="*/ 291 w 532"/>
                <a:gd name="T69" fmla="*/ 261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2" h="780">
                  <a:moveTo>
                    <a:pt x="236" y="733"/>
                  </a:moveTo>
                  <a:cubicBezTo>
                    <a:pt x="225" y="716"/>
                    <a:pt x="215" y="692"/>
                    <a:pt x="216" y="663"/>
                  </a:cubicBezTo>
                  <a:cubicBezTo>
                    <a:pt x="218" y="605"/>
                    <a:pt x="197" y="414"/>
                    <a:pt x="197" y="414"/>
                  </a:cubicBezTo>
                  <a:cubicBezTo>
                    <a:pt x="197" y="414"/>
                    <a:pt x="136" y="421"/>
                    <a:pt x="102" y="475"/>
                  </a:cubicBezTo>
                  <a:cubicBezTo>
                    <a:pt x="102" y="475"/>
                    <a:pt x="63" y="481"/>
                    <a:pt x="46" y="448"/>
                  </a:cubicBezTo>
                  <a:cubicBezTo>
                    <a:pt x="29" y="414"/>
                    <a:pt x="13" y="400"/>
                    <a:pt x="13" y="400"/>
                  </a:cubicBezTo>
                  <a:cubicBezTo>
                    <a:pt x="13" y="400"/>
                    <a:pt x="0" y="383"/>
                    <a:pt x="5" y="353"/>
                  </a:cubicBezTo>
                  <a:cubicBezTo>
                    <a:pt x="11" y="323"/>
                    <a:pt x="19" y="294"/>
                    <a:pt x="23" y="258"/>
                  </a:cubicBezTo>
                  <a:cubicBezTo>
                    <a:pt x="27" y="222"/>
                    <a:pt x="76" y="220"/>
                    <a:pt x="93" y="231"/>
                  </a:cubicBezTo>
                  <a:cubicBezTo>
                    <a:pt x="93" y="231"/>
                    <a:pt x="162" y="183"/>
                    <a:pt x="192" y="170"/>
                  </a:cubicBezTo>
                  <a:cubicBezTo>
                    <a:pt x="192" y="170"/>
                    <a:pt x="186" y="80"/>
                    <a:pt x="180" y="50"/>
                  </a:cubicBezTo>
                  <a:cubicBezTo>
                    <a:pt x="180" y="50"/>
                    <a:pt x="212" y="0"/>
                    <a:pt x="246" y="16"/>
                  </a:cubicBezTo>
                  <a:cubicBezTo>
                    <a:pt x="281" y="32"/>
                    <a:pt x="280" y="42"/>
                    <a:pt x="285" y="69"/>
                  </a:cubicBezTo>
                  <a:cubicBezTo>
                    <a:pt x="289" y="95"/>
                    <a:pt x="290" y="138"/>
                    <a:pt x="290" y="138"/>
                  </a:cubicBezTo>
                  <a:cubicBezTo>
                    <a:pt x="368" y="129"/>
                    <a:pt x="368" y="129"/>
                    <a:pt x="368" y="129"/>
                  </a:cubicBezTo>
                  <a:cubicBezTo>
                    <a:pt x="368" y="129"/>
                    <a:pt x="415" y="84"/>
                    <a:pt x="474" y="141"/>
                  </a:cubicBezTo>
                  <a:cubicBezTo>
                    <a:pt x="532" y="199"/>
                    <a:pt x="452" y="221"/>
                    <a:pt x="452" y="221"/>
                  </a:cubicBezTo>
                  <a:cubicBezTo>
                    <a:pt x="452" y="221"/>
                    <a:pt x="408" y="257"/>
                    <a:pt x="432" y="289"/>
                  </a:cubicBezTo>
                  <a:cubicBezTo>
                    <a:pt x="455" y="322"/>
                    <a:pt x="386" y="356"/>
                    <a:pt x="363" y="355"/>
                  </a:cubicBezTo>
                  <a:cubicBezTo>
                    <a:pt x="340" y="354"/>
                    <a:pt x="297" y="384"/>
                    <a:pt x="296" y="397"/>
                  </a:cubicBezTo>
                  <a:cubicBezTo>
                    <a:pt x="296" y="409"/>
                    <a:pt x="302" y="692"/>
                    <a:pt x="294" y="705"/>
                  </a:cubicBezTo>
                  <a:cubicBezTo>
                    <a:pt x="297" y="744"/>
                    <a:pt x="264" y="780"/>
                    <a:pt x="236" y="733"/>
                  </a:cubicBezTo>
                  <a:close/>
                  <a:moveTo>
                    <a:pt x="185" y="253"/>
                  </a:moveTo>
                  <a:cubicBezTo>
                    <a:pt x="185" y="253"/>
                    <a:pt x="180" y="257"/>
                    <a:pt x="171" y="262"/>
                  </a:cubicBezTo>
                  <a:cubicBezTo>
                    <a:pt x="158" y="268"/>
                    <a:pt x="142" y="272"/>
                    <a:pt x="123" y="275"/>
                  </a:cubicBezTo>
                  <a:cubicBezTo>
                    <a:pt x="109" y="276"/>
                    <a:pt x="114" y="299"/>
                    <a:pt x="128" y="323"/>
                  </a:cubicBezTo>
                  <a:cubicBezTo>
                    <a:pt x="142" y="347"/>
                    <a:pt x="170" y="330"/>
                    <a:pt x="184" y="325"/>
                  </a:cubicBezTo>
                  <a:cubicBezTo>
                    <a:pt x="198" y="320"/>
                    <a:pt x="185" y="253"/>
                    <a:pt x="185" y="253"/>
                  </a:cubicBezTo>
                  <a:close/>
                  <a:moveTo>
                    <a:pt x="291" y="261"/>
                  </a:moveTo>
                  <a:cubicBezTo>
                    <a:pt x="292" y="269"/>
                    <a:pt x="292" y="269"/>
                    <a:pt x="292" y="269"/>
                  </a:cubicBezTo>
                  <a:cubicBezTo>
                    <a:pt x="292" y="269"/>
                    <a:pt x="296" y="280"/>
                    <a:pt x="310" y="275"/>
                  </a:cubicBezTo>
                  <a:cubicBezTo>
                    <a:pt x="324" y="271"/>
                    <a:pt x="349" y="236"/>
                    <a:pt x="354" y="209"/>
                  </a:cubicBezTo>
                  <a:cubicBezTo>
                    <a:pt x="359" y="182"/>
                    <a:pt x="335" y="190"/>
                    <a:pt x="314" y="192"/>
                  </a:cubicBezTo>
                  <a:cubicBezTo>
                    <a:pt x="292" y="194"/>
                    <a:pt x="292" y="208"/>
                    <a:pt x="292" y="208"/>
                  </a:cubicBezTo>
                  <a:lnTo>
                    <a:pt x="291" y="261"/>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ïŝḷïdè"/>
            <p:cNvSpPr/>
            <p:nvPr userDrawn="1">
              <p:custDataLst>
                <p:tags r:id="rId8"/>
              </p:custDataLst>
            </p:nvPr>
          </p:nvSpPr>
          <p:spPr bwMode="auto">
            <a:xfrm>
              <a:off x="6106582" y="2874169"/>
              <a:ext cx="762000" cy="817563"/>
            </a:xfrm>
            <a:custGeom>
              <a:avLst/>
              <a:gdLst>
                <a:gd name="T0" fmla="*/ 107 w 456"/>
                <a:gd name="T1" fmla="*/ 347 h 488"/>
                <a:gd name="T2" fmla="*/ 187 w 456"/>
                <a:gd name="T3" fmla="*/ 332 h 488"/>
                <a:gd name="T4" fmla="*/ 171 w 456"/>
                <a:gd name="T5" fmla="*/ 39 h 488"/>
                <a:gd name="T6" fmla="*/ 196 w 456"/>
                <a:gd name="T7" fmla="*/ 1 h 488"/>
                <a:gd name="T8" fmla="*/ 274 w 456"/>
                <a:gd name="T9" fmla="*/ 57 h 488"/>
                <a:gd name="T10" fmla="*/ 274 w 456"/>
                <a:gd name="T11" fmla="*/ 302 h 488"/>
                <a:gd name="T12" fmla="*/ 355 w 456"/>
                <a:gd name="T13" fmla="*/ 283 h 488"/>
                <a:gd name="T14" fmla="*/ 387 w 456"/>
                <a:gd name="T15" fmla="*/ 187 h 488"/>
                <a:gd name="T16" fmla="*/ 456 w 456"/>
                <a:gd name="T17" fmla="*/ 231 h 488"/>
                <a:gd name="T18" fmla="*/ 437 w 456"/>
                <a:gd name="T19" fmla="*/ 394 h 488"/>
                <a:gd name="T20" fmla="*/ 374 w 456"/>
                <a:gd name="T21" fmla="*/ 454 h 488"/>
                <a:gd name="T22" fmla="*/ 352 w 456"/>
                <a:gd name="T23" fmla="*/ 351 h 488"/>
                <a:gd name="T24" fmla="*/ 290 w 456"/>
                <a:gd name="T25" fmla="*/ 368 h 488"/>
                <a:gd name="T26" fmla="*/ 219 w 456"/>
                <a:gd name="T27" fmla="*/ 402 h 488"/>
                <a:gd name="T28" fmla="*/ 129 w 456"/>
                <a:gd name="T29" fmla="*/ 419 h 488"/>
                <a:gd name="T30" fmla="*/ 31 w 456"/>
                <a:gd name="T31" fmla="*/ 451 h 488"/>
                <a:gd name="T32" fmla="*/ 10 w 456"/>
                <a:gd name="T33" fmla="*/ 412 h 488"/>
                <a:gd name="T34" fmla="*/ 3 w 456"/>
                <a:gd name="T35" fmla="*/ 398 h 488"/>
                <a:gd name="T36" fmla="*/ 11 w 456"/>
                <a:gd name="T37" fmla="*/ 367 h 488"/>
                <a:gd name="T38" fmla="*/ 23 w 456"/>
                <a:gd name="T39" fmla="*/ 235 h 488"/>
                <a:gd name="T40" fmla="*/ 53 w 456"/>
                <a:gd name="T41" fmla="*/ 213 h 488"/>
                <a:gd name="T42" fmla="*/ 107 w 456"/>
                <a:gd name="T43" fmla="*/ 34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6" h="488">
                  <a:moveTo>
                    <a:pt x="107" y="347"/>
                  </a:moveTo>
                  <a:cubicBezTo>
                    <a:pt x="134" y="342"/>
                    <a:pt x="160" y="337"/>
                    <a:pt x="187" y="332"/>
                  </a:cubicBezTo>
                  <a:cubicBezTo>
                    <a:pt x="182" y="234"/>
                    <a:pt x="176" y="137"/>
                    <a:pt x="171" y="39"/>
                  </a:cubicBezTo>
                  <a:cubicBezTo>
                    <a:pt x="171" y="39"/>
                    <a:pt x="165" y="1"/>
                    <a:pt x="196" y="1"/>
                  </a:cubicBezTo>
                  <a:cubicBezTo>
                    <a:pt x="227" y="0"/>
                    <a:pt x="284" y="25"/>
                    <a:pt x="274" y="57"/>
                  </a:cubicBezTo>
                  <a:cubicBezTo>
                    <a:pt x="264" y="89"/>
                    <a:pt x="256" y="303"/>
                    <a:pt x="274" y="302"/>
                  </a:cubicBezTo>
                  <a:cubicBezTo>
                    <a:pt x="292" y="301"/>
                    <a:pt x="355" y="283"/>
                    <a:pt x="355" y="283"/>
                  </a:cubicBezTo>
                  <a:cubicBezTo>
                    <a:pt x="355" y="283"/>
                    <a:pt x="372" y="185"/>
                    <a:pt x="387" y="187"/>
                  </a:cubicBezTo>
                  <a:cubicBezTo>
                    <a:pt x="403" y="188"/>
                    <a:pt x="455" y="196"/>
                    <a:pt x="456" y="231"/>
                  </a:cubicBezTo>
                  <a:cubicBezTo>
                    <a:pt x="456" y="265"/>
                    <a:pt x="454" y="367"/>
                    <a:pt x="437" y="394"/>
                  </a:cubicBezTo>
                  <a:cubicBezTo>
                    <a:pt x="420" y="421"/>
                    <a:pt x="383" y="476"/>
                    <a:pt x="374" y="454"/>
                  </a:cubicBezTo>
                  <a:cubicBezTo>
                    <a:pt x="364" y="433"/>
                    <a:pt x="352" y="351"/>
                    <a:pt x="352" y="351"/>
                  </a:cubicBezTo>
                  <a:cubicBezTo>
                    <a:pt x="331" y="357"/>
                    <a:pt x="310" y="363"/>
                    <a:pt x="290" y="368"/>
                  </a:cubicBezTo>
                  <a:cubicBezTo>
                    <a:pt x="252" y="379"/>
                    <a:pt x="281" y="398"/>
                    <a:pt x="219" y="402"/>
                  </a:cubicBezTo>
                  <a:cubicBezTo>
                    <a:pt x="185" y="404"/>
                    <a:pt x="141" y="408"/>
                    <a:pt x="129" y="419"/>
                  </a:cubicBezTo>
                  <a:cubicBezTo>
                    <a:pt x="111" y="438"/>
                    <a:pt x="71" y="488"/>
                    <a:pt x="31" y="451"/>
                  </a:cubicBezTo>
                  <a:cubicBezTo>
                    <a:pt x="31" y="451"/>
                    <a:pt x="18" y="430"/>
                    <a:pt x="10" y="412"/>
                  </a:cubicBezTo>
                  <a:cubicBezTo>
                    <a:pt x="7" y="407"/>
                    <a:pt x="5" y="402"/>
                    <a:pt x="3" y="398"/>
                  </a:cubicBezTo>
                  <a:cubicBezTo>
                    <a:pt x="0" y="387"/>
                    <a:pt x="7" y="378"/>
                    <a:pt x="11" y="367"/>
                  </a:cubicBezTo>
                  <a:cubicBezTo>
                    <a:pt x="29" y="322"/>
                    <a:pt x="34" y="307"/>
                    <a:pt x="23" y="235"/>
                  </a:cubicBezTo>
                  <a:cubicBezTo>
                    <a:pt x="23" y="235"/>
                    <a:pt x="21" y="202"/>
                    <a:pt x="53" y="213"/>
                  </a:cubicBezTo>
                  <a:cubicBezTo>
                    <a:pt x="118" y="235"/>
                    <a:pt x="92" y="344"/>
                    <a:pt x="107" y="347"/>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ṩḻídé"/>
            <p:cNvSpPr/>
            <p:nvPr userDrawn="1">
              <p:custDataLst>
                <p:tags r:id="rId9"/>
              </p:custDataLst>
            </p:nvPr>
          </p:nvSpPr>
          <p:spPr bwMode="auto">
            <a:xfrm>
              <a:off x="7104326" y="2786063"/>
              <a:ext cx="1055688" cy="977900"/>
            </a:xfrm>
            <a:custGeom>
              <a:avLst/>
              <a:gdLst>
                <a:gd name="T0" fmla="*/ 625 w 632"/>
                <a:gd name="T1" fmla="*/ 513 h 584"/>
                <a:gd name="T2" fmla="*/ 413 w 632"/>
                <a:gd name="T3" fmla="*/ 540 h 584"/>
                <a:gd name="T4" fmla="*/ 253 w 632"/>
                <a:gd name="T5" fmla="*/ 323 h 584"/>
                <a:gd name="T6" fmla="*/ 112 w 632"/>
                <a:gd name="T7" fmla="*/ 500 h 584"/>
                <a:gd name="T8" fmla="*/ 6 w 632"/>
                <a:gd name="T9" fmla="*/ 459 h 584"/>
                <a:gd name="T10" fmla="*/ 29 w 632"/>
                <a:gd name="T11" fmla="*/ 439 h 584"/>
                <a:gd name="T12" fmla="*/ 182 w 632"/>
                <a:gd name="T13" fmla="*/ 276 h 584"/>
                <a:gd name="T14" fmla="*/ 48 w 632"/>
                <a:gd name="T15" fmla="*/ 269 h 584"/>
                <a:gd name="T16" fmla="*/ 62 w 632"/>
                <a:gd name="T17" fmla="*/ 164 h 584"/>
                <a:gd name="T18" fmla="*/ 194 w 632"/>
                <a:gd name="T19" fmla="*/ 164 h 584"/>
                <a:gd name="T20" fmla="*/ 194 w 632"/>
                <a:gd name="T21" fmla="*/ 32 h 584"/>
                <a:gd name="T22" fmla="*/ 287 w 632"/>
                <a:gd name="T23" fmla="*/ 28 h 584"/>
                <a:gd name="T24" fmla="*/ 306 w 632"/>
                <a:gd name="T25" fmla="*/ 95 h 584"/>
                <a:gd name="T26" fmla="*/ 329 w 632"/>
                <a:gd name="T27" fmla="*/ 129 h 584"/>
                <a:gd name="T28" fmla="*/ 396 w 632"/>
                <a:gd name="T29" fmla="*/ 105 h 584"/>
                <a:gd name="T30" fmla="*/ 432 w 632"/>
                <a:gd name="T31" fmla="*/ 169 h 584"/>
                <a:gd name="T32" fmla="*/ 312 w 632"/>
                <a:gd name="T33" fmla="*/ 224 h 584"/>
                <a:gd name="T34" fmla="*/ 312 w 632"/>
                <a:gd name="T35" fmla="*/ 289 h 584"/>
                <a:gd name="T36" fmla="*/ 539 w 632"/>
                <a:gd name="T37" fmla="*/ 485 h 584"/>
                <a:gd name="T38" fmla="*/ 625 w 632"/>
                <a:gd name="T39" fmla="*/ 51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2" h="584">
                  <a:moveTo>
                    <a:pt x="625" y="513"/>
                  </a:moveTo>
                  <a:cubicBezTo>
                    <a:pt x="625" y="513"/>
                    <a:pt x="455" y="584"/>
                    <a:pt x="413" y="540"/>
                  </a:cubicBezTo>
                  <a:cubicBezTo>
                    <a:pt x="370" y="496"/>
                    <a:pt x="282" y="378"/>
                    <a:pt x="253" y="323"/>
                  </a:cubicBezTo>
                  <a:cubicBezTo>
                    <a:pt x="253" y="323"/>
                    <a:pt x="172" y="514"/>
                    <a:pt x="112" y="500"/>
                  </a:cubicBezTo>
                  <a:cubicBezTo>
                    <a:pt x="53" y="487"/>
                    <a:pt x="12" y="469"/>
                    <a:pt x="6" y="459"/>
                  </a:cubicBezTo>
                  <a:cubicBezTo>
                    <a:pt x="0" y="448"/>
                    <a:pt x="10" y="444"/>
                    <a:pt x="29" y="439"/>
                  </a:cubicBezTo>
                  <a:cubicBezTo>
                    <a:pt x="47" y="433"/>
                    <a:pt x="166" y="419"/>
                    <a:pt x="182" y="276"/>
                  </a:cubicBezTo>
                  <a:cubicBezTo>
                    <a:pt x="182" y="276"/>
                    <a:pt x="82" y="313"/>
                    <a:pt x="48" y="269"/>
                  </a:cubicBezTo>
                  <a:cubicBezTo>
                    <a:pt x="14" y="224"/>
                    <a:pt x="4" y="163"/>
                    <a:pt x="62" y="164"/>
                  </a:cubicBezTo>
                  <a:cubicBezTo>
                    <a:pt x="120" y="166"/>
                    <a:pt x="196" y="188"/>
                    <a:pt x="194" y="164"/>
                  </a:cubicBezTo>
                  <a:cubicBezTo>
                    <a:pt x="192" y="141"/>
                    <a:pt x="174" y="56"/>
                    <a:pt x="194" y="32"/>
                  </a:cubicBezTo>
                  <a:cubicBezTo>
                    <a:pt x="215" y="8"/>
                    <a:pt x="269" y="0"/>
                    <a:pt x="287" y="28"/>
                  </a:cubicBezTo>
                  <a:cubicBezTo>
                    <a:pt x="304" y="56"/>
                    <a:pt x="311" y="71"/>
                    <a:pt x="306" y="95"/>
                  </a:cubicBezTo>
                  <a:cubicBezTo>
                    <a:pt x="300" y="119"/>
                    <a:pt x="294" y="133"/>
                    <a:pt x="329" y="129"/>
                  </a:cubicBezTo>
                  <a:cubicBezTo>
                    <a:pt x="364" y="125"/>
                    <a:pt x="379" y="98"/>
                    <a:pt x="396" y="105"/>
                  </a:cubicBezTo>
                  <a:cubicBezTo>
                    <a:pt x="413" y="113"/>
                    <a:pt x="468" y="147"/>
                    <a:pt x="432" y="169"/>
                  </a:cubicBezTo>
                  <a:cubicBezTo>
                    <a:pt x="396" y="191"/>
                    <a:pt x="324" y="214"/>
                    <a:pt x="312" y="224"/>
                  </a:cubicBezTo>
                  <a:cubicBezTo>
                    <a:pt x="300" y="233"/>
                    <a:pt x="277" y="232"/>
                    <a:pt x="312" y="289"/>
                  </a:cubicBezTo>
                  <a:cubicBezTo>
                    <a:pt x="344" y="339"/>
                    <a:pt x="428" y="450"/>
                    <a:pt x="539" y="485"/>
                  </a:cubicBezTo>
                  <a:cubicBezTo>
                    <a:pt x="546" y="487"/>
                    <a:pt x="632" y="504"/>
                    <a:pt x="625" y="51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îṧḷíďê"/>
            <p:cNvSpPr/>
            <p:nvPr userDrawn="1">
              <p:custDataLst>
                <p:tags r:id="rId10"/>
              </p:custDataLst>
            </p:nvPr>
          </p:nvSpPr>
          <p:spPr bwMode="auto">
            <a:xfrm>
              <a:off x="8339534" y="2693264"/>
              <a:ext cx="982663" cy="1196975"/>
            </a:xfrm>
            <a:custGeom>
              <a:avLst/>
              <a:gdLst>
                <a:gd name="T0" fmla="*/ 268 w 588"/>
                <a:gd name="T1" fmla="*/ 604 h 714"/>
                <a:gd name="T2" fmla="*/ 219 w 588"/>
                <a:gd name="T3" fmla="*/ 538 h 714"/>
                <a:gd name="T4" fmla="*/ 110 w 588"/>
                <a:gd name="T5" fmla="*/ 487 h 714"/>
                <a:gd name="T6" fmla="*/ 258 w 588"/>
                <a:gd name="T7" fmla="*/ 470 h 714"/>
                <a:gd name="T8" fmla="*/ 302 w 588"/>
                <a:gd name="T9" fmla="*/ 390 h 714"/>
                <a:gd name="T10" fmla="*/ 155 w 588"/>
                <a:gd name="T11" fmla="*/ 425 h 714"/>
                <a:gd name="T12" fmla="*/ 275 w 588"/>
                <a:gd name="T13" fmla="*/ 346 h 714"/>
                <a:gd name="T14" fmla="*/ 419 w 588"/>
                <a:gd name="T15" fmla="*/ 309 h 714"/>
                <a:gd name="T16" fmla="*/ 243 w 588"/>
                <a:gd name="T17" fmla="*/ 335 h 714"/>
                <a:gd name="T18" fmla="*/ 99 w 588"/>
                <a:gd name="T19" fmla="*/ 404 h 714"/>
                <a:gd name="T20" fmla="*/ 8 w 588"/>
                <a:gd name="T21" fmla="*/ 457 h 714"/>
                <a:gd name="T22" fmla="*/ 75 w 588"/>
                <a:gd name="T23" fmla="*/ 334 h 714"/>
                <a:gd name="T24" fmla="*/ 107 w 588"/>
                <a:gd name="T25" fmla="*/ 198 h 714"/>
                <a:gd name="T26" fmla="*/ 130 w 588"/>
                <a:gd name="T27" fmla="*/ 124 h 714"/>
                <a:gd name="T28" fmla="*/ 159 w 588"/>
                <a:gd name="T29" fmla="*/ 297 h 714"/>
                <a:gd name="T30" fmla="*/ 178 w 588"/>
                <a:gd name="T31" fmla="*/ 68 h 714"/>
                <a:gd name="T32" fmla="*/ 233 w 588"/>
                <a:gd name="T33" fmla="*/ 63 h 714"/>
                <a:gd name="T34" fmla="*/ 318 w 588"/>
                <a:gd name="T35" fmla="*/ 62 h 714"/>
                <a:gd name="T36" fmla="*/ 389 w 588"/>
                <a:gd name="T37" fmla="*/ 69 h 714"/>
                <a:gd name="T38" fmla="*/ 378 w 588"/>
                <a:gd name="T39" fmla="*/ 133 h 714"/>
                <a:gd name="T40" fmla="*/ 422 w 588"/>
                <a:gd name="T41" fmla="*/ 142 h 714"/>
                <a:gd name="T42" fmla="*/ 502 w 588"/>
                <a:gd name="T43" fmla="*/ 113 h 714"/>
                <a:gd name="T44" fmla="*/ 454 w 588"/>
                <a:gd name="T45" fmla="*/ 265 h 714"/>
                <a:gd name="T46" fmla="*/ 498 w 588"/>
                <a:gd name="T47" fmla="*/ 360 h 714"/>
                <a:gd name="T48" fmla="*/ 383 w 588"/>
                <a:gd name="T49" fmla="*/ 411 h 714"/>
                <a:gd name="T50" fmla="*/ 476 w 588"/>
                <a:gd name="T51" fmla="*/ 445 h 714"/>
                <a:gd name="T52" fmla="*/ 373 w 588"/>
                <a:gd name="T53" fmla="*/ 516 h 714"/>
                <a:gd name="T54" fmla="*/ 269 w 588"/>
                <a:gd name="T55" fmla="*/ 703 h 714"/>
                <a:gd name="T56" fmla="*/ 177 w 588"/>
                <a:gd name="T57" fmla="*/ 626 h 714"/>
                <a:gd name="T58" fmla="*/ 251 w 588"/>
                <a:gd name="T59" fmla="*/ 106 h 714"/>
                <a:gd name="T60" fmla="*/ 236 w 588"/>
                <a:gd name="T61" fmla="*/ 165 h 714"/>
                <a:gd name="T62" fmla="*/ 269 w 588"/>
                <a:gd name="T63" fmla="*/ 129 h 714"/>
                <a:gd name="T64" fmla="*/ 368 w 588"/>
                <a:gd name="T65" fmla="*/ 177 h 714"/>
                <a:gd name="T66" fmla="*/ 404 w 588"/>
                <a:gd name="T67" fmla="*/ 195 h 714"/>
                <a:gd name="T68" fmla="*/ 368 w 588"/>
                <a:gd name="T69" fmla="*/ 177 h 714"/>
                <a:gd name="T70" fmla="*/ 304 w 588"/>
                <a:gd name="T71" fmla="*/ 179 h 714"/>
                <a:gd name="T72" fmla="*/ 310 w 588"/>
                <a:gd name="T73" fmla="*/ 272 h 714"/>
                <a:gd name="T74" fmla="*/ 321 w 588"/>
                <a:gd name="T75" fmla="*/ 266 h 714"/>
                <a:gd name="T76" fmla="*/ 359 w 588"/>
                <a:gd name="T77" fmla="*/ 255 h 714"/>
                <a:gd name="T78" fmla="*/ 373 w 588"/>
                <a:gd name="T79" fmla="*/ 246 h 714"/>
                <a:gd name="T80" fmla="*/ 256 w 588"/>
                <a:gd name="T81" fmla="*/ 218 h 714"/>
                <a:gd name="T82" fmla="*/ 256 w 588"/>
                <a:gd name="T83" fmla="*/ 261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8" h="714">
                  <a:moveTo>
                    <a:pt x="185" y="612"/>
                  </a:moveTo>
                  <a:cubicBezTo>
                    <a:pt x="214" y="611"/>
                    <a:pt x="262" y="609"/>
                    <a:pt x="268" y="604"/>
                  </a:cubicBezTo>
                  <a:cubicBezTo>
                    <a:pt x="276" y="597"/>
                    <a:pt x="298" y="588"/>
                    <a:pt x="281" y="535"/>
                  </a:cubicBezTo>
                  <a:cubicBezTo>
                    <a:pt x="281" y="535"/>
                    <a:pt x="254" y="526"/>
                    <a:pt x="219" y="538"/>
                  </a:cubicBezTo>
                  <a:cubicBezTo>
                    <a:pt x="186" y="550"/>
                    <a:pt x="142" y="567"/>
                    <a:pt x="103" y="523"/>
                  </a:cubicBezTo>
                  <a:cubicBezTo>
                    <a:pt x="88" y="507"/>
                    <a:pt x="85" y="499"/>
                    <a:pt x="110" y="487"/>
                  </a:cubicBezTo>
                  <a:cubicBezTo>
                    <a:pt x="115" y="484"/>
                    <a:pt x="122" y="482"/>
                    <a:pt x="131" y="481"/>
                  </a:cubicBezTo>
                  <a:cubicBezTo>
                    <a:pt x="166" y="476"/>
                    <a:pt x="260" y="487"/>
                    <a:pt x="258" y="470"/>
                  </a:cubicBezTo>
                  <a:cubicBezTo>
                    <a:pt x="257" y="452"/>
                    <a:pt x="245" y="447"/>
                    <a:pt x="252" y="437"/>
                  </a:cubicBezTo>
                  <a:cubicBezTo>
                    <a:pt x="259" y="427"/>
                    <a:pt x="328" y="395"/>
                    <a:pt x="302" y="390"/>
                  </a:cubicBezTo>
                  <a:cubicBezTo>
                    <a:pt x="284" y="386"/>
                    <a:pt x="245" y="403"/>
                    <a:pt x="219" y="420"/>
                  </a:cubicBezTo>
                  <a:cubicBezTo>
                    <a:pt x="200" y="433"/>
                    <a:pt x="175" y="441"/>
                    <a:pt x="155" y="425"/>
                  </a:cubicBezTo>
                  <a:cubicBezTo>
                    <a:pt x="129" y="404"/>
                    <a:pt x="144" y="396"/>
                    <a:pt x="170" y="382"/>
                  </a:cubicBezTo>
                  <a:cubicBezTo>
                    <a:pt x="190" y="371"/>
                    <a:pt x="222" y="358"/>
                    <a:pt x="275" y="346"/>
                  </a:cubicBezTo>
                  <a:cubicBezTo>
                    <a:pt x="396" y="319"/>
                    <a:pt x="449" y="333"/>
                    <a:pt x="440" y="319"/>
                  </a:cubicBezTo>
                  <a:cubicBezTo>
                    <a:pt x="438" y="315"/>
                    <a:pt x="432" y="310"/>
                    <a:pt x="419" y="309"/>
                  </a:cubicBezTo>
                  <a:cubicBezTo>
                    <a:pt x="391" y="307"/>
                    <a:pt x="343" y="316"/>
                    <a:pt x="317" y="318"/>
                  </a:cubicBezTo>
                  <a:cubicBezTo>
                    <a:pt x="281" y="322"/>
                    <a:pt x="266" y="321"/>
                    <a:pt x="243" y="335"/>
                  </a:cubicBezTo>
                  <a:cubicBezTo>
                    <a:pt x="220" y="350"/>
                    <a:pt x="230" y="344"/>
                    <a:pt x="204" y="346"/>
                  </a:cubicBezTo>
                  <a:cubicBezTo>
                    <a:pt x="170" y="347"/>
                    <a:pt x="109" y="361"/>
                    <a:pt x="99" y="404"/>
                  </a:cubicBezTo>
                  <a:cubicBezTo>
                    <a:pt x="86" y="461"/>
                    <a:pt x="59" y="521"/>
                    <a:pt x="31" y="502"/>
                  </a:cubicBezTo>
                  <a:cubicBezTo>
                    <a:pt x="3" y="483"/>
                    <a:pt x="0" y="483"/>
                    <a:pt x="8" y="457"/>
                  </a:cubicBezTo>
                  <a:cubicBezTo>
                    <a:pt x="15" y="432"/>
                    <a:pt x="15" y="361"/>
                    <a:pt x="18" y="354"/>
                  </a:cubicBezTo>
                  <a:cubicBezTo>
                    <a:pt x="40" y="306"/>
                    <a:pt x="59" y="327"/>
                    <a:pt x="75" y="334"/>
                  </a:cubicBezTo>
                  <a:cubicBezTo>
                    <a:pt x="87" y="340"/>
                    <a:pt x="98" y="328"/>
                    <a:pt x="107" y="321"/>
                  </a:cubicBezTo>
                  <a:cubicBezTo>
                    <a:pt x="110" y="278"/>
                    <a:pt x="109" y="219"/>
                    <a:pt x="107" y="198"/>
                  </a:cubicBezTo>
                  <a:cubicBezTo>
                    <a:pt x="106" y="182"/>
                    <a:pt x="92" y="156"/>
                    <a:pt x="100" y="132"/>
                  </a:cubicBezTo>
                  <a:cubicBezTo>
                    <a:pt x="109" y="106"/>
                    <a:pt x="115" y="107"/>
                    <a:pt x="130" y="124"/>
                  </a:cubicBezTo>
                  <a:cubicBezTo>
                    <a:pt x="142" y="137"/>
                    <a:pt x="159" y="158"/>
                    <a:pt x="161" y="173"/>
                  </a:cubicBezTo>
                  <a:cubicBezTo>
                    <a:pt x="163" y="198"/>
                    <a:pt x="150" y="289"/>
                    <a:pt x="159" y="297"/>
                  </a:cubicBezTo>
                  <a:cubicBezTo>
                    <a:pt x="168" y="305"/>
                    <a:pt x="180" y="308"/>
                    <a:pt x="180" y="286"/>
                  </a:cubicBezTo>
                  <a:cubicBezTo>
                    <a:pt x="181" y="264"/>
                    <a:pt x="174" y="81"/>
                    <a:pt x="178" y="68"/>
                  </a:cubicBezTo>
                  <a:cubicBezTo>
                    <a:pt x="181" y="59"/>
                    <a:pt x="198" y="59"/>
                    <a:pt x="210" y="63"/>
                  </a:cubicBezTo>
                  <a:cubicBezTo>
                    <a:pt x="226" y="67"/>
                    <a:pt x="226" y="73"/>
                    <a:pt x="233" y="63"/>
                  </a:cubicBezTo>
                  <a:cubicBezTo>
                    <a:pt x="239" y="54"/>
                    <a:pt x="265" y="47"/>
                    <a:pt x="271" y="55"/>
                  </a:cubicBezTo>
                  <a:cubicBezTo>
                    <a:pt x="280" y="64"/>
                    <a:pt x="312" y="88"/>
                    <a:pt x="318" y="62"/>
                  </a:cubicBezTo>
                  <a:cubicBezTo>
                    <a:pt x="325" y="35"/>
                    <a:pt x="323" y="5"/>
                    <a:pt x="344" y="3"/>
                  </a:cubicBezTo>
                  <a:cubicBezTo>
                    <a:pt x="364" y="0"/>
                    <a:pt x="412" y="46"/>
                    <a:pt x="389" y="69"/>
                  </a:cubicBezTo>
                  <a:cubicBezTo>
                    <a:pt x="367" y="93"/>
                    <a:pt x="358" y="111"/>
                    <a:pt x="358" y="111"/>
                  </a:cubicBezTo>
                  <a:cubicBezTo>
                    <a:pt x="358" y="111"/>
                    <a:pt x="385" y="126"/>
                    <a:pt x="378" y="133"/>
                  </a:cubicBezTo>
                  <a:cubicBezTo>
                    <a:pt x="372" y="141"/>
                    <a:pt x="384" y="157"/>
                    <a:pt x="401" y="157"/>
                  </a:cubicBezTo>
                  <a:cubicBezTo>
                    <a:pt x="418" y="156"/>
                    <a:pt x="455" y="164"/>
                    <a:pt x="422" y="142"/>
                  </a:cubicBezTo>
                  <a:cubicBezTo>
                    <a:pt x="389" y="120"/>
                    <a:pt x="365" y="112"/>
                    <a:pt x="380" y="103"/>
                  </a:cubicBezTo>
                  <a:cubicBezTo>
                    <a:pt x="407" y="85"/>
                    <a:pt x="492" y="65"/>
                    <a:pt x="502" y="113"/>
                  </a:cubicBezTo>
                  <a:cubicBezTo>
                    <a:pt x="505" y="128"/>
                    <a:pt x="503" y="150"/>
                    <a:pt x="486" y="181"/>
                  </a:cubicBezTo>
                  <a:cubicBezTo>
                    <a:pt x="449" y="249"/>
                    <a:pt x="436" y="275"/>
                    <a:pt x="454" y="265"/>
                  </a:cubicBezTo>
                  <a:cubicBezTo>
                    <a:pt x="473" y="256"/>
                    <a:pt x="524" y="252"/>
                    <a:pt x="564" y="307"/>
                  </a:cubicBezTo>
                  <a:cubicBezTo>
                    <a:pt x="564" y="307"/>
                    <a:pt x="588" y="362"/>
                    <a:pt x="498" y="360"/>
                  </a:cubicBezTo>
                  <a:cubicBezTo>
                    <a:pt x="498" y="360"/>
                    <a:pt x="424" y="352"/>
                    <a:pt x="418" y="386"/>
                  </a:cubicBezTo>
                  <a:cubicBezTo>
                    <a:pt x="418" y="386"/>
                    <a:pt x="401" y="403"/>
                    <a:pt x="383" y="411"/>
                  </a:cubicBezTo>
                  <a:cubicBezTo>
                    <a:pt x="364" y="419"/>
                    <a:pt x="321" y="457"/>
                    <a:pt x="362" y="457"/>
                  </a:cubicBezTo>
                  <a:cubicBezTo>
                    <a:pt x="402" y="457"/>
                    <a:pt x="462" y="431"/>
                    <a:pt x="476" y="445"/>
                  </a:cubicBezTo>
                  <a:cubicBezTo>
                    <a:pt x="489" y="459"/>
                    <a:pt x="529" y="518"/>
                    <a:pt x="482" y="524"/>
                  </a:cubicBezTo>
                  <a:cubicBezTo>
                    <a:pt x="436" y="529"/>
                    <a:pt x="399" y="500"/>
                    <a:pt x="373" y="516"/>
                  </a:cubicBezTo>
                  <a:cubicBezTo>
                    <a:pt x="346" y="533"/>
                    <a:pt x="377" y="593"/>
                    <a:pt x="352" y="631"/>
                  </a:cubicBezTo>
                  <a:cubicBezTo>
                    <a:pt x="327" y="669"/>
                    <a:pt x="292" y="714"/>
                    <a:pt x="269" y="703"/>
                  </a:cubicBezTo>
                  <a:cubicBezTo>
                    <a:pt x="246" y="692"/>
                    <a:pt x="238" y="665"/>
                    <a:pt x="217" y="654"/>
                  </a:cubicBezTo>
                  <a:cubicBezTo>
                    <a:pt x="205" y="648"/>
                    <a:pt x="189" y="635"/>
                    <a:pt x="177" y="626"/>
                  </a:cubicBezTo>
                  <a:cubicBezTo>
                    <a:pt x="156" y="608"/>
                    <a:pt x="158" y="612"/>
                    <a:pt x="185" y="612"/>
                  </a:cubicBezTo>
                  <a:close/>
                  <a:moveTo>
                    <a:pt x="251" y="106"/>
                  </a:moveTo>
                  <a:cubicBezTo>
                    <a:pt x="239" y="101"/>
                    <a:pt x="239" y="101"/>
                    <a:pt x="239" y="112"/>
                  </a:cubicBezTo>
                  <a:cubicBezTo>
                    <a:pt x="236" y="165"/>
                    <a:pt x="236" y="165"/>
                    <a:pt x="236" y="165"/>
                  </a:cubicBezTo>
                  <a:cubicBezTo>
                    <a:pt x="235" y="179"/>
                    <a:pt x="234" y="183"/>
                    <a:pt x="247" y="170"/>
                  </a:cubicBezTo>
                  <a:cubicBezTo>
                    <a:pt x="257" y="161"/>
                    <a:pt x="268" y="145"/>
                    <a:pt x="269" y="129"/>
                  </a:cubicBezTo>
                  <a:cubicBezTo>
                    <a:pt x="269" y="115"/>
                    <a:pt x="260" y="109"/>
                    <a:pt x="251" y="106"/>
                  </a:cubicBezTo>
                  <a:close/>
                  <a:moveTo>
                    <a:pt x="368" y="177"/>
                  </a:moveTo>
                  <a:cubicBezTo>
                    <a:pt x="363" y="182"/>
                    <a:pt x="363" y="188"/>
                    <a:pt x="367" y="192"/>
                  </a:cubicBezTo>
                  <a:cubicBezTo>
                    <a:pt x="372" y="197"/>
                    <a:pt x="394" y="198"/>
                    <a:pt x="404" y="195"/>
                  </a:cubicBezTo>
                  <a:cubicBezTo>
                    <a:pt x="407" y="194"/>
                    <a:pt x="407" y="191"/>
                    <a:pt x="408" y="188"/>
                  </a:cubicBezTo>
                  <a:cubicBezTo>
                    <a:pt x="414" y="172"/>
                    <a:pt x="368" y="177"/>
                    <a:pt x="368" y="177"/>
                  </a:cubicBezTo>
                  <a:close/>
                  <a:moveTo>
                    <a:pt x="315" y="186"/>
                  </a:moveTo>
                  <a:cubicBezTo>
                    <a:pt x="320" y="177"/>
                    <a:pt x="312" y="166"/>
                    <a:pt x="304" y="179"/>
                  </a:cubicBezTo>
                  <a:cubicBezTo>
                    <a:pt x="294" y="193"/>
                    <a:pt x="303" y="204"/>
                    <a:pt x="315" y="186"/>
                  </a:cubicBezTo>
                  <a:close/>
                  <a:moveTo>
                    <a:pt x="310" y="272"/>
                  </a:moveTo>
                  <a:cubicBezTo>
                    <a:pt x="310" y="272"/>
                    <a:pt x="311" y="276"/>
                    <a:pt x="317" y="277"/>
                  </a:cubicBezTo>
                  <a:cubicBezTo>
                    <a:pt x="324" y="278"/>
                    <a:pt x="323" y="273"/>
                    <a:pt x="321" y="266"/>
                  </a:cubicBezTo>
                  <a:cubicBezTo>
                    <a:pt x="319" y="260"/>
                    <a:pt x="309" y="272"/>
                    <a:pt x="310" y="272"/>
                  </a:cubicBezTo>
                  <a:close/>
                  <a:moveTo>
                    <a:pt x="359" y="255"/>
                  </a:moveTo>
                  <a:cubicBezTo>
                    <a:pt x="359" y="255"/>
                    <a:pt x="364" y="259"/>
                    <a:pt x="371" y="259"/>
                  </a:cubicBezTo>
                  <a:cubicBezTo>
                    <a:pt x="378" y="259"/>
                    <a:pt x="378" y="253"/>
                    <a:pt x="373" y="246"/>
                  </a:cubicBezTo>
                  <a:cubicBezTo>
                    <a:pt x="367" y="239"/>
                    <a:pt x="359" y="254"/>
                    <a:pt x="359" y="255"/>
                  </a:cubicBezTo>
                  <a:close/>
                  <a:moveTo>
                    <a:pt x="256" y="218"/>
                  </a:moveTo>
                  <a:cubicBezTo>
                    <a:pt x="237" y="205"/>
                    <a:pt x="220" y="258"/>
                    <a:pt x="223" y="271"/>
                  </a:cubicBezTo>
                  <a:cubicBezTo>
                    <a:pt x="220" y="285"/>
                    <a:pt x="243" y="271"/>
                    <a:pt x="256" y="261"/>
                  </a:cubicBezTo>
                  <a:cubicBezTo>
                    <a:pt x="270" y="251"/>
                    <a:pt x="272" y="228"/>
                    <a:pt x="256" y="21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ś1ïḓè"/>
            <p:cNvSpPr/>
            <p:nvPr userDrawn="1">
              <p:custDataLst>
                <p:tags r:id="rId11"/>
              </p:custDataLst>
            </p:nvPr>
          </p:nvSpPr>
          <p:spPr bwMode="auto">
            <a:xfrm>
              <a:off x="2869804" y="2524126"/>
              <a:ext cx="1824038" cy="1827213"/>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ṡļïḑè"/>
            <p:cNvSpPr/>
            <p:nvPr userDrawn="1">
              <p:custDataLst>
                <p:tags r:id="rId12"/>
              </p:custDataLst>
            </p:nvPr>
          </p:nvSpPr>
          <p:spPr bwMode="auto">
            <a:xfrm>
              <a:off x="2968229" y="2620963"/>
              <a:ext cx="1628775" cy="1631950"/>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líḋè"/>
            <p:cNvSpPr/>
            <p:nvPr userDrawn="1">
              <p:custDataLst>
                <p:tags r:id="rId13"/>
              </p:custDataLst>
            </p:nvPr>
          </p:nvSpPr>
          <p:spPr bwMode="auto">
            <a:xfrm>
              <a:off x="3268267" y="2881313"/>
              <a:ext cx="228600" cy="25876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ïṡľîḋè"/>
            <p:cNvSpPr/>
            <p:nvPr userDrawn="1">
              <p:custDataLst>
                <p:tags r:id="rId14"/>
              </p:custDataLst>
            </p:nvPr>
          </p:nvSpPr>
          <p:spPr bwMode="auto">
            <a:xfrm>
              <a:off x="3538142" y="2755901"/>
              <a:ext cx="176213" cy="206375"/>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Sļïḑê"/>
            <p:cNvSpPr/>
            <p:nvPr userDrawn="1">
              <p:custDataLst>
                <p:tags r:id="rId15"/>
              </p:custDataLst>
            </p:nvPr>
          </p:nvSpPr>
          <p:spPr bwMode="auto">
            <a:xfrm>
              <a:off x="3828654" y="2736851"/>
              <a:ext cx="230188" cy="242888"/>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ďé"/>
            <p:cNvSpPr/>
            <p:nvPr userDrawn="1">
              <p:custDataLst>
                <p:tags r:id="rId16"/>
              </p:custDataLst>
            </p:nvPr>
          </p:nvSpPr>
          <p:spPr bwMode="auto">
            <a:xfrm>
              <a:off x="3336529" y="3048001"/>
              <a:ext cx="922338" cy="860425"/>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ḻíḓé"/>
            <p:cNvSpPr/>
            <p:nvPr userDrawn="1">
              <p:custDataLst>
                <p:tags r:id="rId17"/>
              </p:custDataLst>
            </p:nvPr>
          </p:nvSpPr>
          <p:spPr bwMode="auto">
            <a:xfrm>
              <a:off x="3393679" y="3111501"/>
              <a:ext cx="803275" cy="733425"/>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šḻîďê"/>
            <p:cNvSpPr/>
            <p:nvPr userDrawn="1">
              <p:custDataLst>
                <p:tags r:id="rId18"/>
              </p:custDataLst>
            </p:nvPr>
          </p:nvSpPr>
          <p:spPr bwMode="auto">
            <a:xfrm>
              <a:off x="3109517" y="3192463"/>
              <a:ext cx="147638" cy="104775"/>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ľíḑè"/>
            <p:cNvSpPr/>
            <p:nvPr userDrawn="1">
              <p:custDataLst>
                <p:tags r:id="rId19"/>
              </p:custDataLst>
            </p:nvPr>
          </p:nvSpPr>
          <p:spPr bwMode="auto">
            <a:xfrm>
              <a:off x="3080942" y="3298826"/>
              <a:ext cx="147638" cy="133350"/>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ís1îḍê"/>
            <p:cNvSpPr/>
            <p:nvPr userDrawn="1">
              <p:custDataLst>
                <p:tags r:id="rId20"/>
              </p:custDataLst>
            </p:nvPr>
          </p:nvSpPr>
          <p:spPr bwMode="auto">
            <a:xfrm>
              <a:off x="3079354" y="3443288"/>
              <a:ext cx="147638" cy="147638"/>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śḻîďe"/>
            <p:cNvSpPr/>
            <p:nvPr userDrawn="1">
              <p:custDataLst>
                <p:tags r:id="rId21"/>
              </p:custDataLst>
            </p:nvPr>
          </p:nvSpPr>
          <p:spPr bwMode="auto">
            <a:xfrm>
              <a:off x="3114279" y="3617913"/>
              <a:ext cx="169863" cy="147638"/>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ṥlîḍè"/>
            <p:cNvSpPr/>
            <p:nvPr userDrawn="1">
              <p:custDataLst>
                <p:tags r:id="rId22"/>
              </p:custDataLst>
            </p:nvPr>
          </p:nvSpPr>
          <p:spPr bwMode="auto">
            <a:xfrm>
              <a:off x="3147617" y="3763963"/>
              <a:ext cx="161925" cy="139700"/>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ļîďè"/>
            <p:cNvSpPr/>
            <p:nvPr userDrawn="1">
              <p:custDataLst>
                <p:tags r:id="rId23"/>
              </p:custDataLst>
            </p:nvPr>
          </p:nvSpPr>
          <p:spPr bwMode="auto">
            <a:xfrm>
              <a:off x="3239692" y="3803651"/>
              <a:ext cx="165100" cy="166688"/>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íṧ1îḑè"/>
            <p:cNvSpPr/>
            <p:nvPr userDrawn="1">
              <p:custDataLst>
                <p:tags r:id="rId24"/>
              </p:custDataLst>
            </p:nvPr>
          </p:nvSpPr>
          <p:spPr bwMode="auto">
            <a:xfrm>
              <a:off x="3342879" y="3943351"/>
              <a:ext cx="57150" cy="46038"/>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ṣ1íḋê"/>
            <p:cNvSpPr/>
            <p:nvPr userDrawn="1">
              <p:custDataLst>
                <p:tags r:id="rId25"/>
              </p:custDataLst>
            </p:nvPr>
          </p:nvSpPr>
          <p:spPr bwMode="auto">
            <a:xfrm>
              <a:off x="3355579" y="3932238"/>
              <a:ext cx="150813" cy="142875"/>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íśļiḓé"/>
            <p:cNvSpPr/>
            <p:nvPr userDrawn="1">
              <p:custDataLst>
                <p:tags r:id="rId26"/>
              </p:custDataLst>
            </p:nvPr>
          </p:nvSpPr>
          <p:spPr bwMode="auto">
            <a:xfrm>
              <a:off x="3452417" y="3976688"/>
              <a:ext cx="158750" cy="177800"/>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ḻïdè"/>
            <p:cNvSpPr/>
            <p:nvPr userDrawn="1">
              <p:custDataLst>
                <p:tags r:id="rId27"/>
              </p:custDataLst>
            </p:nvPr>
          </p:nvSpPr>
          <p:spPr bwMode="auto">
            <a:xfrm>
              <a:off x="3604817" y="4021138"/>
              <a:ext cx="168275" cy="158750"/>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ṥḷide"/>
            <p:cNvSpPr/>
            <p:nvPr userDrawn="1">
              <p:custDataLst>
                <p:tags r:id="rId28"/>
              </p:custDataLst>
            </p:nvPr>
          </p:nvSpPr>
          <p:spPr bwMode="auto">
            <a:xfrm>
              <a:off x="3811192" y="4035426"/>
              <a:ext cx="142875" cy="149225"/>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ṣlïḍé"/>
            <p:cNvSpPr/>
            <p:nvPr userDrawn="1">
              <p:custDataLst>
                <p:tags r:id="rId29"/>
              </p:custDataLst>
            </p:nvPr>
          </p:nvSpPr>
          <p:spPr bwMode="auto">
            <a:xfrm>
              <a:off x="3957242" y="3975101"/>
              <a:ext cx="161925" cy="184150"/>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îşļîḋe"/>
            <p:cNvSpPr/>
            <p:nvPr userDrawn="1">
              <p:custDataLst>
                <p:tags r:id="rId30"/>
              </p:custDataLst>
            </p:nvPr>
          </p:nvSpPr>
          <p:spPr bwMode="auto">
            <a:xfrm>
              <a:off x="4098529" y="3937001"/>
              <a:ext cx="114300" cy="153988"/>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i$líḋe"/>
            <p:cNvSpPr/>
            <p:nvPr userDrawn="1">
              <p:custDataLst>
                <p:tags r:id="rId31"/>
              </p:custDataLst>
            </p:nvPr>
          </p:nvSpPr>
          <p:spPr bwMode="auto">
            <a:xfrm>
              <a:off x="4149329" y="3846513"/>
              <a:ext cx="138113" cy="160338"/>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î$ḷïďê"/>
            <p:cNvSpPr/>
            <p:nvPr userDrawn="1">
              <p:custDataLst>
                <p:tags r:id="rId32"/>
              </p:custDataLst>
            </p:nvPr>
          </p:nvSpPr>
          <p:spPr bwMode="auto">
            <a:xfrm>
              <a:off x="4250929" y="3752851"/>
              <a:ext cx="180975" cy="173038"/>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ṩḷîďe"/>
            <p:cNvSpPr/>
            <p:nvPr userDrawn="1">
              <p:custDataLst>
                <p:tags r:id="rId33"/>
              </p:custDataLst>
            </p:nvPr>
          </p:nvSpPr>
          <p:spPr bwMode="auto">
            <a:xfrm>
              <a:off x="4319192" y="3654426"/>
              <a:ext cx="177800" cy="142875"/>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íṡļïḍé"/>
            <p:cNvSpPr/>
            <p:nvPr userDrawn="1">
              <p:custDataLst>
                <p:tags r:id="rId34"/>
              </p:custDataLst>
            </p:nvPr>
          </p:nvSpPr>
          <p:spPr bwMode="auto">
            <a:xfrm>
              <a:off x="4360467" y="3546476"/>
              <a:ext cx="149225" cy="115888"/>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ŝḻïḍé"/>
            <p:cNvSpPr/>
            <p:nvPr userDrawn="1">
              <p:custDataLst>
                <p:tags r:id="rId35"/>
              </p:custDataLst>
            </p:nvPr>
          </p:nvSpPr>
          <p:spPr bwMode="auto">
            <a:xfrm>
              <a:off x="4381104" y="3465513"/>
              <a:ext cx="141288" cy="69850"/>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sḻïďê"/>
            <p:cNvSpPr/>
            <p:nvPr userDrawn="1">
              <p:custDataLst>
                <p:tags r:id="rId36"/>
              </p:custDataLst>
            </p:nvPr>
          </p:nvSpPr>
          <p:spPr bwMode="auto">
            <a:xfrm>
              <a:off x="4382692" y="3332163"/>
              <a:ext cx="142875" cy="123825"/>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ṡlîḍê"/>
            <p:cNvSpPr/>
            <p:nvPr userDrawn="1">
              <p:custDataLst>
                <p:tags r:id="rId37"/>
              </p:custDataLst>
            </p:nvPr>
          </p:nvSpPr>
          <p:spPr bwMode="auto">
            <a:xfrm>
              <a:off x="4344592" y="3192463"/>
              <a:ext cx="160338" cy="133350"/>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şḷíḍê"/>
            <p:cNvSpPr/>
            <p:nvPr userDrawn="1">
              <p:custDataLst>
                <p:tags r:id="rId38"/>
              </p:custDataLst>
            </p:nvPr>
          </p:nvSpPr>
          <p:spPr bwMode="auto">
            <a:xfrm>
              <a:off x="4090592" y="2903538"/>
              <a:ext cx="250825" cy="234950"/>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ş1îḋê"/>
            <p:cNvSpPr/>
            <p:nvPr userDrawn="1">
              <p:custDataLst>
                <p:tags r:id="rId39"/>
              </p:custDataLst>
            </p:nvPr>
          </p:nvSpPr>
          <p:spPr bwMode="auto">
            <a:xfrm>
              <a:off x="5077653" y="3946525"/>
              <a:ext cx="149225" cy="238125"/>
            </a:xfrm>
            <a:custGeom>
              <a:avLst/>
              <a:gdLst>
                <a:gd name="T0" fmla="*/ 21 w 37"/>
                <a:gd name="T1" fmla="*/ 56 h 56"/>
                <a:gd name="T2" fmla="*/ 14 w 37"/>
                <a:gd name="T3" fmla="*/ 55 h 56"/>
                <a:gd name="T4" fmla="*/ 11 w 37"/>
                <a:gd name="T5" fmla="*/ 54 h 56"/>
                <a:gd name="T6" fmla="*/ 4 w 37"/>
                <a:gd name="T7" fmla="*/ 56 h 56"/>
                <a:gd name="T8" fmla="*/ 0 w 37"/>
                <a:gd name="T9" fmla="*/ 41 h 56"/>
                <a:gd name="T10" fmla="*/ 2 w 37"/>
                <a:gd name="T11" fmla="*/ 41 h 56"/>
                <a:gd name="T12" fmla="*/ 20 w 37"/>
                <a:gd name="T13" fmla="*/ 53 h 56"/>
                <a:gd name="T14" fmla="*/ 31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4" y="56"/>
                  </a:cubicBezTo>
                  <a:cubicBezTo>
                    <a:pt x="0" y="41"/>
                    <a:pt x="0" y="41"/>
                    <a:pt x="0" y="41"/>
                  </a:cubicBezTo>
                  <a:cubicBezTo>
                    <a:pt x="2" y="41"/>
                    <a:pt x="2" y="41"/>
                    <a:pt x="2" y="41"/>
                  </a:cubicBezTo>
                  <a:cubicBezTo>
                    <a:pt x="3" y="44"/>
                    <a:pt x="10" y="53"/>
                    <a:pt x="20" y="53"/>
                  </a:cubicBezTo>
                  <a:cubicBezTo>
                    <a:pt x="28" y="53"/>
                    <a:pt x="31" y="48"/>
                    <a:pt x="31" y="43"/>
                  </a:cubicBezTo>
                  <a:cubicBezTo>
                    <a:pt x="31"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îsḻîḓé"/>
            <p:cNvSpPr/>
            <p:nvPr userDrawn="1">
              <p:custDataLst>
                <p:tags r:id="rId40"/>
              </p:custDataLst>
            </p:nvPr>
          </p:nvSpPr>
          <p:spPr bwMode="auto">
            <a:xfrm>
              <a:off x="5247516" y="3956050"/>
              <a:ext cx="206375" cy="228600"/>
            </a:xfrm>
            <a:custGeom>
              <a:avLst/>
              <a:gdLst>
                <a:gd name="T0" fmla="*/ 51 w 51"/>
                <a:gd name="T1" fmla="*/ 2 h 54"/>
                <a:gd name="T2" fmla="*/ 48 w 51"/>
                <a:gd name="T3" fmla="*/ 2 h 54"/>
                <a:gd name="T4" fmla="*/ 43 w 51"/>
                <a:gd name="T5" fmla="*/ 8 h 54"/>
                <a:gd name="T6" fmla="*/ 43 w 51"/>
                <a:gd name="T7" fmla="*/ 36 h 54"/>
                <a:gd name="T8" fmla="*/ 26 w 51"/>
                <a:gd name="T9" fmla="*/ 54 h 54"/>
                <a:gd name="T10" fmla="*/ 8 w 51"/>
                <a:gd name="T11" fmla="*/ 36 h 54"/>
                <a:gd name="T12" fmla="*/ 8 w 51"/>
                <a:gd name="T13" fmla="*/ 7 h 54"/>
                <a:gd name="T14" fmla="*/ 2 w 51"/>
                <a:gd name="T15" fmla="*/ 2 h 54"/>
                <a:gd name="T16" fmla="*/ 0 w 51"/>
                <a:gd name="T17" fmla="*/ 2 h 54"/>
                <a:gd name="T18" fmla="*/ 0 w 51"/>
                <a:gd name="T19" fmla="*/ 0 h 54"/>
                <a:gd name="T20" fmla="*/ 24 w 51"/>
                <a:gd name="T21" fmla="*/ 0 h 54"/>
                <a:gd name="T22" fmla="*/ 24 w 51"/>
                <a:gd name="T23" fmla="*/ 2 h 54"/>
                <a:gd name="T24" fmla="*/ 21 w 51"/>
                <a:gd name="T25" fmla="*/ 2 h 54"/>
                <a:gd name="T26" fmla="*/ 16 w 51"/>
                <a:gd name="T27" fmla="*/ 7 h 54"/>
                <a:gd name="T28" fmla="*/ 16 w 51"/>
                <a:gd name="T29" fmla="*/ 35 h 54"/>
                <a:gd name="T30" fmla="*/ 29 w 51"/>
                <a:gd name="T31" fmla="*/ 51 h 54"/>
                <a:gd name="T32" fmla="*/ 41 w 51"/>
                <a:gd name="T33" fmla="*/ 37 h 54"/>
                <a:gd name="T34" fmla="*/ 41 w 51"/>
                <a:gd name="T35" fmla="*/ 8 h 54"/>
                <a:gd name="T36" fmla="*/ 35 w 51"/>
                <a:gd name="T37" fmla="*/ 2 h 54"/>
                <a:gd name="T38" fmla="*/ 34 w 51"/>
                <a:gd name="T39" fmla="*/ 2 h 54"/>
                <a:gd name="T40" fmla="*/ 34 w 51"/>
                <a:gd name="T41" fmla="*/ 0 h 54"/>
                <a:gd name="T42" fmla="*/ 51 w 51"/>
                <a:gd name="T43" fmla="*/ 0 h 54"/>
                <a:gd name="T44" fmla="*/ 51 w 51"/>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54">
                  <a:moveTo>
                    <a:pt x="51" y="2"/>
                  </a:moveTo>
                  <a:cubicBezTo>
                    <a:pt x="48" y="2"/>
                    <a:pt x="48" y="2"/>
                    <a:pt x="48" y="2"/>
                  </a:cubicBezTo>
                  <a:cubicBezTo>
                    <a:pt x="45" y="2"/>
                    <a:pt x="43" y="4"/>
                    <a:pt x="43" y="8"/>
                  </a:cubicBezTo>
                  <a:cubicBezTo>
                    <a:pt x="43" y="36"/>
                    <a:pt x="43" y="36"/>
                    <a:pt x="43" y="36"/>
                  </a:cubicBezTo>
                  <a:cubicBezTo>
                    <a:pt x="43" y="44"/>
                    <a:pt x="39" y="54"/>
                    <a:pt x="26" y="54"/>
                  </a:cubicBezTo>
                  <a:cubicBezTo>
                    <a:pt x="17" y="54"/>
                    <a:pt x="8" y="49"/>
                    <a:pt x="8" y="36"/>
                  </a:cubicBezTo>
                  <a:cubicBezTo>
                    <a:pt x="8" y="7"/>
                    <a:pt x="8" y="7"/>
                    <a:pt x="8" y="7"/>
                  </a:cubicBezTo>
                  <a:cubicBezTo>
                    <a:pt x="8"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35"/>
                    <a:pt x="16" y="35"/>
                    <a:pt x="16" y="35"/>
                  </a:cubicBezTo>
                  <a:cubicBezTo>
                    <a:pt x="16" y="46"/>
                    <a:pt x="22" y="51"/>
                    <a:pt x="29" y="51"/>
                  </a:cubicBezTo>
                  <a:cubicBezTo>
                    <a:pt x="36"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1" y="0"/>
                    <a:pt x="51" y="0"/>
                    <a:pt x="51" y="0"/>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ŝḷïdê"/>
            <p:cNvSpPr/>
            <p:nvPr userDrawn="1">
              <p:custDataLst>
                <p:tags r:id="rId41"/>
              </p:custDataLst>
            </p:nvPr>
          </p:nvSpPr>
          <p:spPr bwMode="auto">
            <a:xfrm>
              <a:off x="5465003" y="3956050"/>
              <a:ext cx="206375" cy="220663"/>
            </a:xfrm>
            <a:custGeom>
              <a:avLst/>
              <a:gdLst>
                <a:gd name="T0" fmla="*/ 43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6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3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3"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7" y="50"/>
                    <a:pt x="8" y="48"/>
                    <a:pt x="8" y="44"/>
                  </a:cubicBezTo>
                  <a:cubicBezTo>
                    <a:pt x="8" y="7"/>
                    <a:pt x="8" y="7"/>
                    <a:pt x="8" y="7"/>
                  </a:cubicBezTo>
                  <a:cubicBezTo>
                    <a:pt x="8" y="2"/>
                    <a:pt x="4" y="2"/>
                    <a:pt x="2" y="2"/>
                  </a:cubicBezTo>
                  <a:cubicBezTo>
                    <a:pt x="0" y="2"/>
                    <a:pt x="0" y="2"/>
                    <a:pt x="0" y="2"/>
                  </a:cubicBezTo>
                  <a:cubicBezTo>
                    <a:pt x="0" y="0"/>
                    <a:pt x="0" y="0"/>
                    <a:pt x="0" y="0"/>
                  </a:cubicBezTo>
                  <a:cubicBezTo>
                    <a:pt x="16" y="0"/>
                    <a:pt x="16" y="0"/>
                    <a:pt x="16"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3"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ṥļïḑé"/>
            <p:cNvSpPr/>
            <p:nvPr userDrawn="1">
              <p:custDataLst>
                <p:tags r:id="rId42"/>
              </p:custDataLst>
            </p:nvPr>
          </p:nvSpPr>
          <p:spPr bwMode="auto">
            <a:xfrm>
              <a:off x="5885691" y="3956050"/>
              <a:ext cx="217488" cy="220663"/>
            </a:xfrm>
            <a:custGeom>
              <a:avLst/>
              <a:gdLst>
                <a:gd name="T0" fmla="*/ 51 w 54"/>
                <a:gd name="T1" fmla="*/ 2 h 52"/>
                <a:gd name="T2" fmla="*/ 44 w 54"/>
                <a:gd name="T3" fmla="*/ 8 h 52"/>
                <a:gd name="T4" fmla="*/ 31 w 54"/>
                <a:gd name="T5" fmla="*/ 31 h 52"/>
                <a:gd name="T6" fmla="*/ 31 w 54"/>
                <a:gd name="T7" fmla="*/ 45 h 52"/>
                <a:gd name="T8" fmla="*/ 36 w 54"/>
                <a:gd name="T9" fmla="*/ 50 h 52"/>
                <a:gd name="T10" fmla="*/ 40 w 54"/>
                <a:gd name="T11" fmla="*/ 50 h 52"/>
                <a:gd name="T12" fmla="*/ 40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8 w 54"/>
                <a:gd name="T25" fmla="*/ 7 h 52"/>
                <a:gd name="T26" fmla="*/ 1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8 w 54"/>
                <a:gd name="T41" fmla="*/ 7 h 52"/>
                <a:gd name="T42" fmla="*/ 30 w 54"/>
                <a:gd name="T43" fmla="*/ 27 h 52"/>
                <a:gd name="T44" fmla="*/ 41 w 54"/>
                <a:gd name="T45" fmla="*/ 8 h 52"/>
                <a:gd name="T46" fmla="*/ 42 w 54"/>
                <a:gd name="T47" fmla="*/ 5 h 52"/>
                <a:gd name="T48" fmla="*/ 39 w 54"/>
                <a:gd name="T49" fmla="*/ 2 h 52"/>
                <a:gd name="T50" fmla="*/ 35 w 54"/>
                <a:gd name="T51" fmla="*/ 2 h 52"/>
                <a:gd name="T52" fmla="*/ 35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7" y="2"/>
                    <a:pt x="46" y="5"/>
                    <a:pt x="44" y="8"/>
                  </a:cubicBezTo>
                  <a:cubicBezTo>
                    <a:pt x="31" y="31"/>
                    <a:pt x="31" y="31"/>
                    <a:pt x="31" y="31"/>
                  </a:cubicBezTo>
                  <a:cubicBezTo>
                    <a:pt x="31" y="45"/>
                    <a:pt x="31" y="45"/>
                    <a:pt x="31" y="45"/>
                  </a:cubicBezTo>
                  <a:cubicBezTo>
                    <a:pt x="31" y="48"/>
                    <a:pt x="33" y="50"/>
                    <a:pt x="36" y="50"/>
                  </a:cubicBezTo>
                  <a:cubicBezTo>
                    <a:pt x="40" y="50"/>
                    <a:pt x="40" y="50"/>
                    <a:pt x="40" y="50"/>
                  </a:cubicBezTo>
                  <a:cubicBezTo>
                    <a:pt x="40" y="52"/>
                    <a:pt x="40" y="52"/>
                    <a:pt x="40" y="52"/>
                  </a:cubicBezTo>
                  <a:cubicBezTo>
                    <a:pt x="14" y="52"/>
                    <a:pt x="14" y="52"/>
                    <a:pt x="14" y="52"/>
                  </a:cubicBezTo>
                  <a:cubicBezTo>
                    <a:pt x="14" y="50"/>
                    <a:pt x="14" y="50"/>
                    <a:pt x="14" y="50"/>
                  </a:cubicBezTo>
                  <a:cubicBezTo>
                    <a:pt x="18" y="50"/>
                    <a:pt x="18" y="50"/>
                    <a:pt x="18" y="50"/>
                  </a:cubicBezTo>
                  <a:cubicBezTo>
                    <a:pt x="21" y="50"/>
                    <a:pt x="23" y="49"/>
                    <a:pt x="23" y="45"/>
                  </a:cubicBezTo>
                  <a:cubicBezTo>
                    <a:pt x="23" y="31"/>
                    <a:pt x="23" y="31"/>
                    <a:pt x="23" y="31"/>
                  </a:cubicBezTo>
                  <a:cubicBezTo>
                    <a:pt x="8" y="7"/>
                    <a:pt x="8" y="7"/>
                    <a:pt x="8" y="7"/>
                  </a:cubicBezTo>
                  <a:cubicBezTo>
                    <a:pt x="6" y="3"/>
                    <a:pt x="5" y="2"/>
                    <a:pt x="1"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8" y="7"/>
                  </a:cubicBezTo>
                  <a:cubicBezTo>
                    <a:pt x="30" y="27"/>
                    <a:pt x="30" y="27"/>
                    <a:pt x="30" y="27"/>
                  </a:cubicBezTo>
                  <a:cubicBezTo>
                    <a:pt x="41" y="8"/>
                    <a:pt x="41" y="8"/>
                    <a:pt x="41" y="8"/>
                  </a:cubicBezTo>
                  <a:cubicBezTo>
                    <a:pt x="42" y="7"/>
                    <a:pt x="42" y="6"/>
                    <a:pt x="42" y="5"/>
                  </a:cubicBezTo>
                  <a:cubicBezTo>
                    <a:pt x="42" y="3"/>
                    <a:pt x="41" y="2"/>
                    <a:pt x="39" y="2"/>
                  </a:cubicBezTo>
                  <a:cubicBezTo>
                    <a:pt x="35" y="2"/>
                    <a:pt x="35" y="2"/>
                    <a:pt x="35" y="2"/>
                  </a:cubicBezTo>
                  <a:cubicBezTo>
                    <a:pt x="35" y="0"/>
                    <a:pt x="35" y="0"/>
                    <a:pt x="35"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ṧḻîḑè"/>
            <p:cNvSpPr/>
            <p:nvPr userDrawn="1">
              <p:custDataLst>
                <p:tags r:id="rId43"/>
              </p:custDataLst>
            </p:nvPr>
          </p:nvSpPr>
          <p:spPr bwMode="auto">
            <a:xfrm>
              <a:off x="6119053" y="3951288"/>
              <a:ext cx="219075" cy="225425"/>
            </a:xfrm>
            <a:custGeom>
              <a:avLst/>
              <a:gdLst>
                <a:gd name="T0" fmla="*/ 31 w 54"/>
                <a:gd name="T1" fmla="*/ 53 h 53"/>
                <a:gd name="T2" fmla="*/ 31 w 54"/>
                <a:gd name="T3" fmla="*/ 51 h 53"/>
                <a:gd name="T4" fmla="*/ 34 w 54"/>
                <a:gd name="T5" fmla="*/ 51 h 53"/>
                <a:gd name="T6" fmla="*/ 37 w 54"/>
                <a:gd name="T7" fmla="*/ 48 h 53"/>
                <a:gd name="T8" fmla="*/ 37 w 54"/>
                <a:gd name="T9" fmla="*/ 45 h 53"/>
                <a:gd name="T10" fmla="*/ 33 w 54"/>
                <a:gd name="T11" fmla="*/ 35 h 53"/>
                <a:gd name="T12" fmla="*/ 15 w 54"/>
                <a:gd name="T13" fmla="*/ 35 h 53"/>
                <a:gd name="T14" fmla="*/ 11 w 54"/>
                <a:gd name="T15" fmla="*/ 46 h 53"/>
                <a:gd name="T16" fmla="*/ 11 w 54"/>
                <a:gd name="T17" fmla="*/ 48 h 53"/>
                <a:gd name="T18" fmla="*/ 15 w 54"/>
                <a:gd name="T19" fmla="*/ 51 h 53"/>
                <a:gd name="T20" fmla="*/ 18 w 54"/>
                <a:gd name="T21" fmla="*/ 51 h 53"/>
                <a:gd name="T22" fmla="*/ 18 w 54"/>
                <a:gd name="T23" fmla="*/ 53 h 53"/>
                <a:gd name="T24" fmla="*/ 0 w 54"/>
                <a:gd name="T25" fmla="*/ 53 h 53"/>
                <a:gd name="T26" fmla="*/ 0 w 54"/>
                <a:gd name="T27" fmla="*/ 51 h 53"/>
                <a:gd name="T28" fmla="*/ 3 w 54"/>
                <a:gd name="T29" fmla="*/ 51 h 53"/>
                <a:gd name="T30" fmla="*/ 9 w 54"/>
                <a:gd name="T31" fmla="*/ 45 h 53"/>
                <a:gd name="T32" fmla="*/ 23 w 54"/>
                <a:gd name="T33" fmla="*/ 0 h 53"/>
                <a:gd name="T34" fmla="*/ 30 w 54"/>
                <a:gd name="T35" fmla="*/ 0 h 53"/>
                <a:gd name="T36" fmla="*/ 46 w 54"/>
                <a:gd name="T37" fmla="*/ 45 h 53"/>
                <a:gd name="T38" fmla="*/ 53 w 54"/>
                <a:gd name="T39" fmla="*/ 51 h 53"/>
                <a:gd name="T40" fmla="*/ 54 w 54"/>
                <a:gd name="T41" fmla="*/ 51 h 53"/>
                <a:gd name="T42" fmla="*/ 54 w 54"/>
                <a:gd name="T43" fmla="*/ 53 h 53"/>
                <a:gd name="T44" fmla="*/ 31 w 54"/>
                <a:gd name="T45" fmla="*/ 53 h 53"/>
                <a:gd name="T46" fmla="*/ 23 w 54"/>
                <a:gd name="T47" fmla="*/ 7 h 53"/>
                <a:gd name="T48" fmla="*/ 16 w 54"/>
                <a:gd name="T49" fmla="*/ 32 h 53"/>
                <a:gd name="T50" fmla="*/ 32 w 54"/>
                <a:gd name="T51" fmla="*/ 32 h 53"/>
                <a:gd name="T52" fmla="*/ 23 w 54"/>
                <a:gd name="T53"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31" y="53"/>
                  </a:moveTo>
                  <a:cubicBezTo>
                    <a:pt x="31" y="51"/>
                    <a:pt x="31" y="51"/>
                    <a:pt x="31" y="51"/>
                  </a:cubicBezTo>
                  <a:cubicBezTo>
                    <a:pt x="34" y="51"/>
                    <a:pt x="34" y="51"/>
                    <a:pt x="34" y="51"/>
                  </a:cubicBezTo>
                  <a:cubicBezTo>
                    <a:pt x="36" y="51"/>
                    <a:pt x="37" y="50"/>
                    <a:pt x="37" y="48"/>
                  </a:cubicBezTo>
                  <a:cubicBezTo>
                    <a:pt x="37" y="47"/>
                    <a:pt x="37" y="46"/>
                    <a:pt x="37" y="45"/>
                  </a:cubicBezTo>
                  <a:cubicBezTo>
                    <a:pt x="33" y="35"/>
                    <a:pt x="33" y="35"/>
                    <a:pt x="33" y="35"/>
                  </a:cubicBezTo>
                  <a:cubicBezTo>
                    <a:pt x="15" y="35"/>
                    <a:pt x="15" y="35"/>
                    <a:pt x="15" y="35"/>
                  </a:cubicBezTo>
                  <a:cubicBezTo>
                    <a:pt x="11" y="46"/>
                    <a:pt x="11" y="46"/>
                    <a:pt x="11" y="46"/>
                  </a:cubicBezTo>
                  <a:cubicBezTo>
                    <a:pt x="11" y="47"/>
                    <a:pt x="11" y="48"/>
                    <a:pt x="11" y="48"/>
                  </a:cubicBezTo>
                  <a:cubicBezTo>
                    <a:pt x="11" y="50"/>
                    <a:pt x="12" y="51"/>
                    <a:pt x="15" y="51"/>
                  </a:cubicBezTo>
                  <a:cubicBezTo>
                    <a:pt x="18" y="51"/>
                    <a:pt x="18" y="51"/>
                    <a:pt x="18" y="51"/>
                  </a:cubicBezTo>
                  <a:cubicBezTo>
                    <a:pt x="18" y="53"/>
                    <a:pt x="18" y="53"/>
                    <a:pt x="18" y="53"/>
                  </a:cubicBezTo>
                  <a:cubicBezTo>
                    <a:pt x="0" y="53"/>
                    <a:pt x="0" y="53"/>
                    <a:pt x="0" y="53"/>
                  </a:cubicBezTo>
                  <a:cubicBezTo>
                    <a:pt x="0" y="51"/>
                    <a:pt x="0" y="51"/>
                    <a:pt x="0" y="51"/>
                  </a:cubicBezTo>
                  <a:cubicBezTo>
                    <a:pt x="3" y="51"/>
                    <a:pt x="3" y="51"/>
                    <a:pt x="3" y="51"/>
                  </a:cubicBezTo>
                  <a:cubicBezTo>
                    <a:pt x="4" y="51"/>
                    <a:pt x="7" y="51"/>
                    <a:pt x="9" y="45"/>
                  </a:cubicBezTo>
                  <a:cubicBezTo>
                    <a:pt x="23" y="0"/>
                    <a:pt x="23" y="0"/>
                    <a:pt x="23" y="0"/>
                  </a:cubicBezTo>
                  <a:cubicBezTo>
                    <a:pt x="30" y="0"/>
                    <a:pt x="30" y="0"/>
                    <a:pt x="30" y="0"/>
                  </a:cubicBezTo>
                  <a:cubicBezTo>
                    <a:pt x="46" y="45"/>
                    <a:pt x="46" y="45"/>
                    <a:pt x="46" y="45"/>
                  </a:cubicBezTo>
                  <a:cubicBezTo>
                    <a:pt x="47" y="48"/>
                    <a:pt x="48" y="51"/>
                    <a:pt x="53" y="51"/>
                  </a:cubicBezTo>
                  <a:cubicBezTo>
                    <a:pt x="54" y="51"/>
                    <a:pt x="54" y="51"/>
                    <a:pt x="54" y="51"/>
                  </a:cubicBezTo>
                  <a:cubicBezTo>
                    <a:pt x="54" y="53"/>
                    <a:pt x="54" y="53"/>
                    <a:pt x="54" y="53"/>
                  </a:cubicBezTo>
                  <a:lnTo>
                    <a:pt x="31" y="53"/>
                  </a:lnTo>
                  <a:close/>
                  <a:moveTo>
                    <a:pt x="23" y="7"/>
                  </a:moveTo>
                  <a:cubicBezTo>
                    <a:pt x="16" y="32"/>
                    <a:pt x="16" y="32"/>
                    <a:pt x="16" y="32"/>
                  </a:cubicBezTo>
                  <a:cubicBezTo>
                    <a:pt x="32" y="32"/>
                    <a:pt x="32" y="32"/>
                    <a:pt x="32" y="32"/>
                  </a:cubicBezTo>
                  <a:lnTo>
                    <a:pt x="23" y="7"/>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ślidé"/>
            <p:cNvSpPr/>
            <p:nvPr userDrawn="1">
              <p:custDataLst>
                <p:tags r:id="rId44"/>
              </p:custDataLst>
            </p:nvPr>
          </p:nvSpPr>
          <p:spPr bwMode="auto">
            <a:xfrm>
              <a:off x="6361941" y="3956050"/>
              <a:ext cx="209550" cy="220663"/>
            </a:xfrm>
            <a:custGeom>
              <a:avLst/>
              <a:gdLst>
                <a:gd name="T0" fmla="*/ 50 w 52"/>
                <a:gd name="T1" fmla="*/ 14 h 52"/>
                <a:gd name="T2" fmla="*/ 35 w 52"/>
                <a:gd name="T3" fmla="*/ 2 h 52"/>
                <a:gd name="T4" fmla="*/ 30 w 52"/>
                <a:gd name="T5" fmla="*/ 7 h 52"/>
                <a:gd name="T6" fmla="*/ 30 w 52"/>
                <a:gd name="T7" fmla="*/ 44 h 52"/>
                <a:gd name="T8" fmla="*/ 35 w 52"/>
                <a:gd name="T9" fmla="*/ 50 h 52"/>
                <a:gd name="T10" fmla="*/ 39 w 52"/>
                <a:gd name="T11" fmla="*/ 50 h 52"/>
                <a:gd name="T12" fmla="*/ 39 w 52"/>
                <a:gd name="T13" fmla="*/ 52 h 52"/>
                <a:gd name="T14" fmla="*/ 13 w 52"/>
                <a:gd name="T15" fmla="*/ 52 h 52"/>
                <a:gd name="T16" fmla="*/ 13 w 52"/>
                <a:gd name="T17" fmla="*/ 50 h 52"/>
                <a:gd name="T18" fmla="*/ 16 w 52"/>
                <a:gd name="T19" fmla="*/ 50 h 52"/>
                <a:gd name="T20" fmla="*/ 22 w 52"/>
                <a:gd name="T21" fmla="*/ 44 h 52"/>
                <a:gd name="T22" fmla="*/ 22 w 52"/>
                <a:gd name="T23" fmla="*/ 7 h 52"/>
                <a:gd name="T24" fmla="*/ 17 w 52"/>
                <a:gd name="T25" fmla="*/ 2 h 52"/>
                <a:gd name="T26" fmla="*/ 2 w 52"/>
                <a:gd name="T27" fmla="*/ 14 h 52"/>
                <a:gd name="T28" fmla="*/ 0 w 52"/>
                <a:gd name="T29" fmla="*/ 13 h 52"/>
                <a:gd name="T30" fmla="*/ 5 w 52"/>
                <a:gd name="T31" fmla="*/ 0 h 52"/>
                <a:gd name="T32" fmla="*/ 47 w 52"/>
                <a:gd name="T33" fmla="*/ 0 h 52"/>
                <a:gd name="T34" fmla="*/ 52 w 52"/>
                <a:gd name="T35" fmla="*/ 13 h 52"/>
                <a:gd name="T36" fmla="*/ 50 w 52"/>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50" y="14"/>
                  </a:moveTo>
                  <a:cubicBezTo>
                    <a:pt x="45" y="6"/>
                    <a:pt x="41" y="2"/>
                    <a:pt x="35" y="2"/>
                  </a:cubicBezTo>
                  <a:cubicBezTo>
                    <a:pt x="31" y="2"/>
                    <a:pt x="30" y="4"/>
                    <a:pt x="30" y="7"/>
                  </a:cubicBezTo>
                  <a:cubicBezTo>
                    <a:pt x="30" y="44"/>
                    <a:pt x="30" y="44"/>
                    <a:pt x="30" y="44"/>
                  </a:cubicBezTo>
                  <a:cubicBezTo>
                    <a:pt x="30" y="48"/>
                    <a:pt x="32" y="50"/>
                    <a:pt x="35" y="50"/>
                  </a:cubicBezTo>
                  <a:cubicBezTo>
                    <a:pt x="39" y="50"/>
                    <a:pt x="39" y="50"/>
                    <a:pt x="39" y="50"/>
                  </a:cubicBezTo>
                  <a:cubicBezTo>
                    <a:pt x="39" y="52"/>
                    <a:pt x="39" y="52"/>
                    <a:pt x="39" y="52"/>
                  </a:cubicBezTo>
                  <a:cubicBezTo>
                    <a:pt x="13" y="52"/>
                    <a:pt x="13" y="52"/>
                    <a:pt x="13" y="52"/>
                  </a:cubicBezTo>
                  <a:cubicBezTo>
                    <a:pt x="13" y="50"/>
                    <a:pt x="13" y="50"/>
                    <a:pt x="13" y="50"/>
                  </a:cubicBezTo>
                  <a:cubicBezTo>
                    <a:pt x="16" y="50"/>
                    <a:pt x="16" y="50"/>
                    <a:pt x="16" y="50"/>
                  </a:cubicBezTo>
                  <a:cubicBezTo>
                    <a:pt x="20" y="50"/>
                    <a:pt x="22" y="48"/>
                    <a:pt x="22" y="44"/>
                  </a:cubicBezTo>
                  <a:cubicBezTo>
                    <a:pt x="22" y="7"/>
                    <a:pt x="22" y="7"/>
                    <a:pt x="22" y="7"/>
                  </a:cubicBezTo>
                  <a:cubicBezTo>
                    <a:pt x="22" y="3"/>
                    <a:pt x="21" y="2"/>
                    <a:pt x="17" y="2"/>
                  </a:cubicBezTo>
                  <a:cubicBezTo>
                    <a:pt x="9" y="2"/>
                    <a:pt x="5" y="9"/>
                    <a:pt x="2" y="14"/>
                  </a:cubicBezTo>
                  <a:cubicBezTo>
                    <a:pt x="0" y="13"/>
                    <a:pt x="0" y="13"/>
                    <a:pt x="0" y="13"/>
                  </a:cubicBezTo>
                  <a:cubicBezTo>
                    <a:pt x="5" y="0"/>
                    <a:pt x="5" y="0"/>
                    <a:pt x="5" y="0"/>
                  </a:cubicBezTo>
                  <a:cubicBezTo>
                    <a:pt x="47" y="0"/>
                    <a:pt x="47" y="0"/>
                    <a:pt x="47" y="0"/>
                  </a:cubicBezTo>
                  <a:cubicBezTo>
                    <a:pt x="52" y="13"/>
                    <a:pt x="52" y="13"/>
                    <a:pt x="52" y="13"/>
                  </a:cubicBezTo>
                  <a:lnTo>
                    <a:pt x="50"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śḻidê"/>
            <p:cNvSpPr/>
            <p:nvPr userDrawn="1">
              <p:custDataLst>
                <p:tags r:id="rId45"/>
              </p:custDataLst>
            </p:nvPr>
          </p:nvSpPr>
          <p:spPr bwMode="auto">
            <a:xfrm>
              <a:off x="6592128" y="4090988"/>
              <a:ext cx="60325" cy="30163"/>
            </a:xfrm>
            <a:prstGeom prst="rect">
              <a:avLst/>
            </a:prstGeom>
            <a:solidFill>
              <a:srgbClr val="0056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75" name="ïṥļîḍé"/>
            <p:cNvSpPr/>
            <p:nvPr userDrawn="1">
              <p:custDataLst>
                <p:tags r:id="rId46"/>
              </p:custDataLst>
            </p:nvPr>
          </p:nvSpPr>
          <p:spPr bwMode="auto">
            <a:xfrm>
              <a:off x="6665153" y="3946525"/>
              <a:ext cx="149225" cy="238125"/>
            </a:xfrm>
            <a:custGeom>
              <a:avLst/>
              <a:gdLst>
                <a:gd name="T0" fmla="*/ 21 w 37"/>
                <a:gd name="T1" fmla="*/ 56 h 56"/>
                <a:gd name="T2" fmla="*/ 14 w 37"/>
                <a:gd name="T3" fmla="*/ 55 h 56"/>
                <a:gd name="T4" fmla="*/ 11 w 37"/>
                <a:gd name="T5" fmla="*/ 54 h 56"/>
                <a:gd name="T6" fmla="*/ 5 w 37"/>
                <a:gd name="T7" fmla="*/ 56 h 56"/>
                <a:gd name="T8" fmla="*/ 0 w 37"/>
                <a:gd name="T9" fmla="*/ 41 h 56"/>
                <a:gd name="T10" fmla="*/ 2 w 37"/>
                <a:gd name="T11" fmla="*/ 41 h 56"/>
                <a:gd name="T12" fmla="*/ 20 w 37"/>
                <a:gd name="T13" fmla="*/ 53 h 56"/>
                <a:gd name="T14" fmla="*/ 32 w 37"/>
                <a:gd name="T15" fmla="*/ 43 h 56"/>
                <a:gd name="T16" fmla="*/ 18 w 37"/>
                <a:gd name="T17" fmla="*/ 31 h 56"/>
                <a:gd name="T18" fmla="*/ 3 w 37"/>
                <a:gd name="T19" fmla="*/ 15 h 56"/>
                <a:gd name="T20" fmla="*/ 18 w 37"/>
                <a:gd name="T21" fmla="*/ 0 h 56"/>
                <a:gd name="T22" fmla="*/ 25 w 37"/>
                <a:gd name="T23" fmla="*/ 2 h 56"/>
                <a:gd name="T24" fmla="*/ 27 w 37"/>
                <a:gd name="T25" fmla="*/ 2 h 56"/>
                <a:gd name="T26" fmla="*/ 31 w 37"/>
                <a:gd name="T27" fmla="*/ 1 h 56"/>
                <a:gd name="T28" fmla="*/ 36 w 37"/>
                <a:gd name="T29" fmla="*/ 13 h 56"/>
                <a:gd name="T30" fmla="*/ 34 w 37"/>
                <a:gd name="T31" fmla="*/ 14 h 56"/>
                <a:gd name="T32" fmla="*/ 30 w 37"/>
                <a:gd name="T33" fmla="*/ 9 h 56"/>
                <a:gd name="T34" fmla="*/ 18 w 37"/>
                <a:gd name="T35" fmla="*/ 3 h 56"/>
                <a:gd name="T36" fmla="*/ 8 w 37"/>
                <a:gd name="T37" fmla="*/ 12 h 56"/>
                <a:gd name="T38" fmla="*/ 21 w 37"/>
                <a:gd name="T39" fmla="*/ 23 h 56"/>
                <a:gd name="T40" fmla="*/ 37 w 37"/>
                <a:gd name="T41" fmla="*/ 40 h 56"/>
                <a:gd name="T42" fmla="*/ 21 w 37"/>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56">
                  <a:moveTo>
                    <a:pt x="21" y="56"/>
                  </a:moveTo>
                  <a:cubicBezTo>
                    <a:pt x="19" y="56"/>
                    <a:pt x="16" y="56"/>
                    <a:pt x="14" y="55"/>
                  </a:cubicBezTo>
                  <a:cubicBezTo>
                    <a:pt x="12" y="54"/>
                    <a:pt x="12" y="54"/>
                    <a:pt x="11" y="54"/>
                  </a:cubicBezTo>
                  <a:cubicBezTo>
                    <a:pt x="8" y="54"/>
                    <a:pt x="6" y="55"/>
                    <a:pt x="5" y="56"/>
                  </a:cubicBezTo>
                  <a:cubicBezTo>
                    <a:pt x="0" y="41"/>
                    <a:pt x="0" y="41"/>
                    <a:pt x="0" y="41"/>
                  </a:cubicBezTo>
                  <a:cubicBezTo>
                    <a:pt x="2" y="41"/>
                    <a:pt x="2" y="41"/>
                    <a:pt x="2" y="41"/>
                  </a:cubicBezTo>
                  <a:cubicBezTo>
                    <a:pt x="3" y="44"/>
                    <a:pt x="10" y="53"/>
                    <a:pt x="20" y="53"/>
                  </a:cubicBezTo>
                  <a:cubicBezTo>
                    <a:pt x="28" y="53"/>
                    <a:pt x="32" y="48"/>
                    <a:pt x="32" y="43"/>
                  </a:cubicBezTo>
                  <a:cubicBezTo>
                    <a:pt x="32" y="37"/>
                    <a:pt x="27" y="35"/>
                    <a:pt x="18" y="31"/>
                  </a:cubicBezTo>
                  <a:cubicBezTo>
                    <a:pt x="13" y="30"/>
                    <a:pt x="3" y="26"/>
                    <a:pt x="3" y="15"/>
                  </a:cubicBezTo>
                  <a:cubicBezTo>
                    <a:pt x="3" y="8"/>
                    <a:pt x="7" y="0"/>
                    <a:pt x="18" y="0"/>
                  </a:cubicBezTo>
                  <a:cubicBezTo>
                    <a:pt x="20" y="0"/>
                    <a:pt x="20" y="1"/>
                    <a:pt x="25" y="2"/>
                  </a:cubicBezTo>
                  <a:cubicBezTo>
                    <a:pt x="26" y="2"/>
                    <a:pt x="26" y="2"/>
                    <a:pt x="27" y="2"/>
                  </a:cubicBezTo>
                  <a:cubicBezTo>
                    <a:pt x="27" y="2"/>
                    <a:pt x="29" y="2"/>
                    <a:pt x="31" y="1"/>
                  </a:cubicBezTo>
                  <a:cubicBezTo>
                    <a:pt x="36" y="13"/>
                    <a:pt x="36" y="13"/>
                    <a:pt x="36" y="13"/>
                  </a:cubicBezTo>
                  <a:cubicBezTo>
                    <a:pt x="34" y="14"/>
                    <a:pt x="34" y="14"/>
                    <a:pt x="34" y="14"/>
                  </a:cubicBezTo>
                  <a:cubicBezTo>
                    <a:pt x="33" y="13"/>
                    <a:pt x="32" y="11"/>
                    <a:pt x="30" y="9"/>
                  </a:cubicBezTo>
                  <a:cubicBezTo>
                    <a:pt x="27" y="5"/>
                    <a:pt x="22" y="3"/>
                    <a:pt x="18" y="3"/>
                  </a:cubicBezTo>
                  <a:cubicBezTo>
                    <a:pt x="12" y="3"/>
                    <a:pt x="8" y="6"/>
                    <a:pt x="8" y="12"/>
                  </a:cubicBezTo>
                  <a:cubicBezTo>
                    <a:pt x="8" y="17"/>
                    <a:pt x="12" y="20"/>
                    <a:pt x="21" y="23"/>
                  </a:cubicBezTo>
                  <a:cubicBezTo>
                    <a:pt x="31" y="27"/>
                    <a:pt x="37" y="31"/>
                    <a:pt x="37" y="40"/>
                  </a:cubicBezTo>
                  <a:cubicBezTo>
                    <a:pt x="37" y="48"/>
                    <a:pt x="31"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iṩḻïḍê"/>
            <p:cNvSpPr/>
            <p:nvPr userDrawn="1">
              <p:custDataLst>
                <p:tags r:id="rId47"/>
              </p:custDataLst>
            </p:nvPr>
          </p:nvSpPr>
          <p:spPr bwMode="auto">
            <a:xfrm>
              <a:off x="6838191" y="3956050"/>
              <a:ext cx="177800" cy="220663"/>
            </a:xfrm>
            <a:custGeom>
              <a:avLst/>
              <a:gdLst>
                <a:gd name="T0" fmla="*/ 0 w 44"/>
                <a:gd name="T1" fmla="*/ 0 h 52"/>
                <a:gd name="T2" fmla="*/ 38 w 44"/>
                <a:gd name="T3" fmla="*/ 0 h 52"/>
                <a:gd name="T4" fmla="*/ 43 w 44"/>
                <a:gd name="T5" fmla="*/ 12 h 52"/>
                <a:gd name="T6" fmla="*/ 41 w 44"/>
                <a:gd name="T7" fmla="*/ 13 h 52"/>
                <a:gd name="T8" fmla="*/ 23 w 44"/>
                <a:gd name="T9" fmla="*/ 2 h 52"/>
                <a:gd name="T10" fmla="*/ 21 w 44"/>
                <a:gd name="T11" fmla="*/ 2 h 52"/>
                <a:gd name="T12" fmla="*/ 16 w 44"/>
                <a:gd name="T13" fmla="*/ 7 h 52"/>
                <a:gd name="T14" fmla="*/ 16 w 44"/>
                <a:gd name="T15" fmla="*/ 24 h 52"/>
                <a:gd name="T16" fmla="*/ 22 w 44"/>
                <a:gd name="T17" fmla="*/ 24 h 52"/>
                <a:gd name="T18" fmla="*/ 30 w 44"/>
                <a:gd name="T19" fmla="*/ 17 h 52"/>
                <a:gd name="T20" fmla="*/ 30 w 44"/>
                <a:gd name="T21" fmla="*/ 16 h 52"/>
                <a:gd name="T22" fmla="*/ 33 w 44"/>
                <a:gd name="T23" fmla="*/ 16 h 52"/>
                <a:gd name="T24" fmla="*/ 33 w 44"/>
                <a:gd name="T25" fmla="*/ 36 h 52"/>
                <a:gd name="T26" fmla="*/ 30 w 44"/>
                <a:gd name="T27" fmla="*/ 36 h 52"/>
                <a:gd name="T28" fmla="*/ 30 w 44"/>
                <a:gd name="T29" fmla="*/ 34 h 52"/>
                <a:gd name="T30" fmla="*/ 22 w 44"/>
                <a:gd name="T31" fmla="*/ 27 h 52"/>
                <a:gd name="T32" fmla="*/ 16 w 44"/>
                <a:gd name="T33" fmla="*/ 27 h 52"/>
                <a:gd name="T34" fmla="*/ 16 w 44"/>
                <a:gd name="T35" fmla="*/ 45 h 52"/>
                <a:gd name="T36" fmla="*/ 21 w 44"/>
                <a:gd name="T37" fmla="*/ 50 h 52"/>
                <a:gd name="T38" fmla="*/ 24 w 44"/>
                <a:gd name="T39" fmla="*/ 50 h 52"/>
                <a:gd name="T40" fmla="*/ 43 w 44"/>
                <a:gd name="T41" fmla="*/ 39 h 52"/>
                <a:gd name="T42" fmla="*/ 44 w 44"/>
                <a:gd name="T43" fmla="*/ 40 h 52"/>
                <a:gd name="T44" fmla="*/ 40 w 44"/>
                <a:gd name="T45" fmla="*/ 52 h 52"/>
                <a:gd name="T46" fmla="*/ 0 w 44"/>
                <a:gd name="T47" fmla="*/ 52 h 52"/>
                <a:gd name="T48" fmla="*/ 0 w 44"/>
                <a:gd name="T49" fmla="*/ 50 h 52"/>
                <a:gd name="T50" fmla="*/ 2 w 44"/>
                <a:gd name="T51" fmla="*/ 50 h 52"/>
                <a:gd name="T52" fmla="*/ 7 w 44"/>
                <a:gd name="T53" fmla="*/ 45 h 52"/>
                <a:gd name="T54" fmla="*/ 7 w 44"/>
                <a:gd name="T55" fmla="*/ 7 h 52"/>
                <a:gd name="T56" fmla="*/ 2 w 44"/>
                <a:gd name="T57" fmla="*/ 2 h 52"/>
                <a:gd name="T58" fmla="*/ 0 w 44"/>
                <a:gd name="T59" fmla="*/ 2 h 52"/>
                <a:gd name="T60" fmla="*/ 0 w 44"/>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52">
                  <a:moveTo>
                    <a:pt x="0" y="0"/>
                  </a:moveTo>
                  <a:cubicBezTo>
                    <a:pt x="38" y="0"/>
                    <a:pt x="38" y="0"/>
                    <a:pt x="38" y="0"/>
                  </a:cubicBezTo>
                  <a:cubicBezTo>
                    <a:pt x="43" y="12"/>
                    <a:pt x="43" y="12"/>
                    <a:pt x="43" y="12"/>
                  </a:cubicBezTo>
                  <a:cubicBezTo>
                    <a:pt x="41" y="13"/>
                    <a:pt x="41" y="13"/>
                    <a:pt x="41" y="13"/>
                  </a:cubicBezTo>
                  <a:cubicBezTo>
                    <a:pt x="35"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0" y="23"/>
                    <a:pt x="30" y="17"/>
                  </a:cubicBezTo>
                  <a:cubicBezTo>
                    <a:pt x="30" y="16"/>
                    <a:pt x="30" y="16"/>
                    <a:pt x="30" y="16"/>
                  </a:cubicBezTo>
                  <a:cubicBezTo>
                    <a:pt x="33" y="16"/>
                    <a:pt x="33" y="16"/>
                    <a:pt x="33" y="16"/>
                  </a:cubicBezTo>
                  <a:cubicBezTo>
                    <a:pt x="33" y="36"/>
                    <a:pt x="33" y="36"/>
                    <a:pt x="33" y="36"/>
                  </a:cubicBezTo>
                  <a:cubicBezTo>
                    <a:pt x="30" y="36"/>
                    <a:pt x="30" y="36"/>
                    <a:pt x="30" y="36"/>
                  </a:cubicBezTo>
                  <a:cubicBezTo>
                    <a:pt x="30" y="34"/>
                    <a:pt x="30" y="34"/>
                    <a:pt x="30" y="34"/>
                  </a:cubicBezTo>
                  <a:cubicBezTo>
                    <a:pt x="30" y="31"/>
                    <a:pt x="28" y="27"/>
                    <a:pt x="22" y="27"/>
                  </a:cubicBezTo>
                  <a:cubicBezTo>
                    <a:pt x="16" y="27"/>
                    <a:pt x="16" y="27"/>
                    <a:pt x="16" y="27"/>
                  </a:cubicBezTo>
                  <a:cubicBezTo>
                    <a:pt x="16" y="45"/>
                    <a:pt x="16" y="45"/>
                    <a:pt x="16" y="45"/>
                  </a:cubicBezTo>
                  <a:cubicBezTo>
                    <a:pt x="16" y="49"/>
                    <a:pt x="17" y="50"/>
                    <a:pt x="21" y="50"/>
                  </a:cubicBezTo>
                  <a:cubicBezTo>
                    <a:pt x="24" y="50"/>
                    <a:pt x="24" y="50"/>
                    <a:pt x="24" y="50"/>
                  </a:cubicBezTo>
                  <a:cubicBezTo>
                    <a:pt x="34" y="50"/>
                    <a:pt x="40" y="42"/>
                    <a:pt x="43" y="39"/>
                  </a:cubicBezTo>
                  <a:cubicBezTo>
                    <a:pt x="44" y="40"/>
                    <a:pt x="44" y="40"/>
                    <a:pt x="44" y="40"/>
                  </a:cubicBezTo>
                  <a:cubicBezTo>
                    <a:pt x="40" y="52"/>
                    <a:pt x="40" y="52"/>
                    <a:pt x="40" y="52"/>
                  </a:cubicBezTo>
                  <a:cubicBezTo>
                    <a:pt x="0" y="52"/>
                    <a:pt x="0" y="52"/>
                    <a:pt x="0" y="52"/>
                  </a:cubicBezTo>
                  <a:cubicBezTo>
                    <a:pt x="0" y="50"/>
                    <a:pt x="0" y="50"/>
                    <a:pt x="0" y="50"/>
                  </a:cubicBezTo>
                  <a:cubicBezTo>
                    <a:pt x="2" y="50"/>
                    <a:pt x="2" y="50"/>
                    <a:pt x="2" y="50"/>
                  </a:cubicBezTo>
                  <a:cubicBezTo>
                    <a:pt x="5"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íSľíďè"/>
            <p:cNvSpPr/>
            <p:nvPr userDrawn="1">
              <p:custDataLst>
                <p:tags r:id="rId48"/>
              </p:custDataLst>
            </p:nvPr>
          </p:nvSpPr>
          <p:spPr bwMode="auto">
            <a:xfrm>
              <a:off x="7031866"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şļíḑé"/>
            <p:cNvSpPr/>
            <p:nvPr userDrawn="1">
              <p:custDataLst>
                <p:tags r:id="rId49"/>
              </p:custDataLst>
            </p:nvPr>
          </p:nvSpPr>
          <p:spPr bwMode="auto">
            <a:xfrm>
              <a:off x="7350953" y="3956050"/>
              <a:ext cx="201613" cy="228600"/>
            </a:xfrm>
            <a:custGeom>
              <a:avLst/>
              <a:gdLst>
                <a:gd name="T0" fmla="*/ 50 w 50"/>
                <a:gd name="T1" fmla="*/ 2 h 54"/>
                <a:gd name="T2" fmla="*/ 48 w 50"/>
                <a:gd name="T3" fmla="*/ 2 h 54"/>
                <a:gd name="T4" fmla="*/ 43 w 50"/>
                <a:gd name="T5" fmla="*/ 8 h 54"/>
                <a:gd name="T6" fmla="*/ 43 w 50"/>
                <a:gd name="T7" fmla="*/ 36 h 54"/>
                <a:gd name="T8" fmla="*/ 25 w 50"/>
                <a:gd name="T9" fmla="*/ 54 h 54"/>
                <a:gd name="T10" fmla="*/ 7 w 50"/>
                <a:gd name="T11" fmla="*/ 36 h 54"/>
                <a:gd name="T12" fmla="*/ 7 w 50"/>
                <a:gd name="T13" fmla="*/ 7 h 54"/>
                <a:gd name="T14" fmla="*/ 2 w 50"/>
                <a:gd name="T15" fmla="*/ 2 h 54"/>
                <a:gd name="T16" fmla="*/ 0 w 50"/>
                <a:gd name="T17" fmla="*/ 2 h 54"/>
                <a:gd name="T18" fmla="*/ 0 w 50"/>
                <a:gd name="T19" fmla="*/ 0 h 54"/>
                <a:gd name="T20" fmla="*/ 23 w 50"/>
                <a:gd name="T21" fmla="*/ 0 h 54"/>
                <a:gd name="T22" fmla="*/ 23 w 50"/>
                <a:gd name="T23" fmla="*/ 2 h 54"/>
                <a:gd name="T24" fmla="*/ 21 w 50"/>
                <a:gd name="T25" fmla="*/ 2 h 54"/>
                <a:gd name="T26" fmla="*/ 16 w 50"/>
                <a:gd name="T27" fmla="*/ 7 h 54"/>
                <a:gd name="T28" fmla="*/ 16 w 50"/>
                <a:gd name="T29" fmla="*/ 35 h 54"/>
                <a:gd name="T30" fmla="*/ 28 w 50"/>
                <a:gd name="T31" fmla="*/ 51 h 54"/>
                <a:gd name="T32" fmla="*/ 41 w 50"/>
                <a:gd name="T33" fmla="*/ 37 h 54"/>
                <a:gd name="T34" fmla="*/ 41 w 50"/>
                <a:gd name="T35" fmla="*/ 8 h 54"/>
                <a:gd name="T36" fmla="*/ 35 w 50"/>
                <a:gd name="T37" fmla="*/ 2 h 54"/>
                <a:gd name="T38" fmla="*/ 34 w 50"/>
                <a:gd name="T39" fmla="*/ 2 h 54"/>
                <a:gd name="T40" fmla="*/ 34 w 50"/>
                <a:gd name="T41" fmla="*/ 0 h 54"/>
                <a:gd name="T42" fmla="*/ 50 w 50"/>
                <a:gd name="T43" fmla="*/ 0 h 54"/>
                <a:gd name="T44" fmla="*/ 50 w 50"/>
                <a:gd name="T4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 h="54">
                  <a:moveTo>
                    <a:pt x="50" y="2"/>
                  </a:moveTo>
                  <a:cubicBezTo>
                    <a:pt x="48" y="2"/>
                    <a:pt x="48" y="2"/>
                    <a:pt x="48" y="2"/>
                  </a:cubicBezTo>
                  <a:cubicBezTo>
                    <a:pt x="44" y="2"/>
                    <a:pt x="43" y="4"/>
                    <a:pt x="43" y="8"/>
                  </a:cubicBezTo>
                  <a:cubicBezTo>
                    <a:pt x="43" y="36"/>
                    <a:pt x="43" y="36"/>
                    <a:pt x="43" y="36"/>
                  </a:cubicBezTo>
                  <a:cubicBezTo>
                    <a:pt x="43" y="44"/>
                    <a:pt x="39" y="54"/>
                    <a:pt x="25" y="54"/>
                  </a:cubicBezTo>
                  <a:cubicBezTo>
                    <a:pt x="16" y="54"/>
                    <a:pt x="7" y="49"/>
                    <a:pt x="7" y="36"/>
                  </a:cubicBezTo>
                  <a:cubicBezTo>
                    <a:pt x="7" y="7"/>
                    <a:pt x="7" y="7"/>
                    <a:pt x="7" y="7"/>
                  </a:cubicBezTo>
                  <a:cubicBezTo>
                    <a:pt x="7" y="4"/>
                    <a:pt x="6" y="2"/>
                    <a:pt x="2" y="2"/>
                  </a:cubicBezTo>
                  <a:cubicBezTo>
                    <a:pt x="0" y="2"/>
                    <a:pt x="0" y="2"/>
                    <a:pt x="0" y="2"/>
                  </a:cubicBezTo>
                  <a:cubicBezTo>
                    <a:pt x="0" y="0"/>
                    <a:pt x="0" y="0"/>
                    <a:pt x="0" y="0"/>
                  </a:cubicBezTo>
                  <a:cubicBezTo>
                    <a:pt x="23" y="0"/>
                    <a:pt x="23" y="0"/>
                    <a:pt x="23" y="0"/>
                  </a:cubicBezTo>
                  <a:cubicBezTo>
                    <a:pt x="23" y="2"/>
                    <a:pt x="23" y="2"/>
                    <a:pt x="23" y="2"/>
                  </a:cubicBezTo>
                  <a:cubicBezTo>
                    <a:pt x="21" y="2"/>
                    <a:pt x="21" y="2"/>
                    <a:pt x="21" y="2"/>
                  </a:cubicBezTo>
                  <a:cubicBezTo>
                    <a:pt x="17" y="2"/>
                    <a:pt x="16" y="4"/>
                    <a:pt x="16" y="7"/>
                  </a:cubicBezTo>
                  <a:cubicBezTo>
                    <a:pt x="16" y="35"/>
                    <a:pt x="16" y="35"/>
                    <a:pt x="16" y="35"/>
                  </a:cubicBezTo>
                  <a:cubicBezTo>
                    <a:pt x="16" y="46"/>
                    <a:pt x="21" y="51"/>
                    <a:pt x="28" y="51"/>
                  </a:cubicBezTo>
                  <a:cubicBezTo>
                    <a:pt x="35" y="51"/>
                    <a:pt x="41" y="45"/>
                    <a:pt x="41" y="37"/>
                  </a:cubicBezTo>
                  <a:cubicBezTo>
                    <a:pt x="41" y="8"/>
                    <a:pt x="41" y="8"/>
                    <a:pt x="41" y="8"/>
                  </a:cubicBezTo>
                  <a:cubicBezTo>
                    <a:pt x="41" y="5"/>
                    <a:pt x="39" y="2"/>
                    <a:pt x="35" y="2"/>
                  </a:cubicBezTo>
                  <a:cubicBezTo>
                    <a:pt x="34" y="2"/>
                    <a:pt x="34" y="2"/>
                    <a:pt x="34" y="2"/>
                  </a:cubicBezTo>
                  <a:cubicBezTo>
                    <a:pt x="34" y="0"/>
                    <a:pt x="34" y="0"/>
                    <a:pt x="34" y="0"/>
                  </a:cubicBezTo>
                  <a:cubicBezTo>
                    <a:pt x="50" y="0"/>
                    <a:pt x="50" y="0"/>
                    <a:pt x="50" y="0"/>
                  </a:cubicBezTo>
                  <a:lnTo>
                    <a:pt x="50"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ísļiḋê"/>
            <p:cNvSpPr/>
            <p:nvPr userDrawn="1">
              <p:custDataLst>
                <p:tags r:id="rId50"/>
              </p:custDataLst>
            </p:nvPr>
          </p:nvSpPr>
          <p:spPr bwMode="auto">
            <a:xfrm>
              <a:off x="7568441" y="3956050"/>
              <a:ext cx="206375" cy="220663"/>
            </a:xfrm>
            <a:custGeom>
              <a:avLst/>
              <a:gdLst>
                <a:gd name="T0" fmla="*/ 42 w 51"/>
                <a:gd name="T1" fmla="*/ 52 h 52"/>
                <a:gd name="T2" fmla="*/ 11 w 51"/>
                <a:gd name="T3" fmla="*/ 8 h 52"/>
                <a:gd name="T4" fmla="*/ 11 w 51"/>
                <a:gd name="T5" fmla="*/ 44 h 52"/>
                <a:gd name="T6" fmla="*/ 16 w 51"/>
                <a:gd name="T7" fmla="*/ 50 h 52"/>
                <a:gd name="T8" fmla="*/ 18 w 51"/>
                <a:gd name="T9" fmla="*/ 50 h 52"/>
                <a:gd name="T10" fmla="*/ 18 w 51"/>
                <a:gd name="T11" fmla="*/ 52 h 52"/>
                <a:gd name="T12" fmla="*/ 1 w 51"/>
                <a:gd name="T13" fmla="*/ 52 h 52"/>
                <a:gd name="T14" fmla="*/ 1 w 51"/>
                <a:gd name="T15" fmla="*/ 50 h 52"/>
                <a:gd name="T16" fmla="*/ 3 w 51"/>
                <a:gd name="T17" fmla="*/ 50 h 52"/>
                <a:gd name="T18" fmla="*/ 8 w 51"/>
                <a:gd name="T19" fmla="*/ 44 h 52"/>
                <a:gd name="T20" fmla="*/ 8 w 51"/>
                <a:gd name="T21" fmla="*/ 7 h 52"/>
                <a:gd name="T22" fmla="*/ 2 w 51"/>
                <a:gd name="T23" fmla="*/ 2 h 52"/>
                <a:gd name="T24" fmla="*/ 0 w 51"/>
                <a:gd name="T25" fmla="*/ 2 h 52"/>
                <a:gd name="T26" fmla="*/ 0 w 51"/>
                <a:gd name="T27" fmla="*/ 0 h 52"/>
                <a:gd name="T28" fmla="*/ 15 w 51"/>
                <a:gd name="T29" fmla="*/ 0 h 52"/>
                <a:gd name="T30" fmla="*/ 42 w 51"/>
                <a:gd name="T31" fmla="*/ 37 h 52"/>
                <a:gd name="T32" fmla="*/ 42 w 51"/>
                <a:gd name="T33" fmla="*/ 9 h 52"/>
                <a:gd name="T34" fmla="*/ 35 w 51"/>
                <a:gd name="T35" fmla="*/ 2 h 52"/>
                <a:gd name="T36" fmla="*/ 35 w 51"/>
                <a:gd name="T37" fmla="*/ 0 h 52"/>
                <a:gd name="T38" fmla="*/ 51 w 51"/>
                <a:gd name="T39" fmla="*/ 0 h 52"/>
                <a:gd name="T40" fmla="*/ 51 w 51"/>
                <a:gd name="T41" fmla="*/ 2 h 52"/>
                <a:gd name="T42" fmla="*/ 44 w 51"/>
                <a:gd name="T43" fmla="*/ 9 h 52"/>
                <a:gd name="T44" fmla="*/ 44 w 51"/>
                <a:gd name="T45" fmla="*/ 52 h 52"/>
                <a:gd name="T46" fmla="*/ 42 w 51"/>
                <a:gd name="T4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52">
                  <a:moveTo>
                    <a:pt x="42" y="52"/>
                  </a:moveTo>
                  <a:cubicBezTo>
                    <a:pt x="11" y="8"/>
                    <a:pt x="11" y="8"/>
                    <a:pt x="11" y="8"/>
                  </a:cubicBezTo>
                  <a:cubicBezTo>
                    <a:pt x="11" y="44"/>
                    <a:pt x="11" y="44"/>
                    <a:pt x="11" y="44"/>
                  </a:cubicBezTo>
                  <a:cubicBezTo>
                    <a:pt x="11" y="47"/>
                    <a:pt x="12" y="50"/>
                    <a:pt x="16" y="50"/>
                  </a:cubicBezTo>
                  <a:cubicBezTo>
                    <a:pt x="18" y="50"/>
                    <a:pt x="18" y="50"/>
                    <a:pt x="18" y="50"/>
                  </a:cubicBezTo>
                  <a:cubicBezTo>
                    <a:pt x="18" y="52"/>
                    <a:pt x="18" y="52"/>
                    <a:pt x="18" y="52"/>
                  </a:cubicBezTo>
                  <a:cubicBezTo>
                    <a:pt x="1" y="52"/>
                    <a:pt x="1" y="52"/>
                    <a:pt x="1" y="52"/>
                  </a:cubicBezTo>
                  <a:cubicBezTo>
                    <a:pt x="1" y="50"/>
                    <a:pt x="1" y="50"/>
                    <a:pt x="1" y="50"/>
                  </a:cubicBezTo>
                  <a:cubicBezTo>
                    <a:pt x="3" y="50"/>
                    <a:pt x="3" y="50"/>
                    <a:pt x="3" y="50"/>
                  </a:cubicBezTo>
                  <a:cubicBezTo>
                    <a:pt x="6" y="50"/>
                    <a:pt x="8" y="48"/>
                    <a:pt x="8" y="44"/>
                  </a:cubicBezTo>
                  <a:cubicBezTo>
                    <a:pt x="8" y="7"/>
                    <a:pt x="8" y="7"/>
                    <a:pt x="8" y="7"/>
                  </a:cubicBezTo>
                  <a:cubicBezTo>
                    <a:pt x="8" y="2"/>
                    <a:pt x="4" y="2"/>
                    <a:pt x="2" y="2"/>
                  </a:cubicBezTo>
                  <a:cubicBezTo>
                    <a:pt x="0" y="2"/>
                    <a:pt x="0" y="2"/>
                    <a:pt x="0" y="2"/>
                  </a:cubicBezTo>
                  <a:cubicBezTo>
                    <a:pt x="0" y="0"/>
                    <a:pt x="0" y="0"/>
                    <a:pt x="0" y="0"/>
                  </a:cubicBezTo>
                  <a:cubicBezTo>
                    <a:pt x="15" y="0"/>
                    <a:pt x="15" y="0"/>
                    <a:pt x="15" y="0"/>
                  </a:cubicBezTo>
                  <a:cubicBezTo>
                    <a:pt x="42" y="37"/>
                    <a:pt x="42" y="37"/>
                    <a:pt x="42" y="37"/>
                  </a:cubicBezTo>
                  <a:cubicBezTo>
                    <a:pt x="42" y="9"/>
                    <a:pt x="42" y="9"/>
                    <a:pt x="42" y="9"/>
                  </a:cubicBezTo>
                  <a:cubicBezTo>
                    <a:pt x="42" y="2"/>
                    <a:pt x="38" y="2"/>
                    <a:pt x="35" y="2"/>
                  </a:cubicBezTo>
                  <a:cubicBezTo>
                    <a:pt x="35" y="0"/>
                    <a:pt x="35" y="0"/>
                    <a:pt x="35" y="0"/>
                  </a:cubicBezTo>
                  <a:cubicBezTo>
                    <a:pt x="51" y="0"/>
                    <a:pt x="51" y="0"/>
                    <a:pt x="51" y="0"/>
                  </a:cubicBezTo>
                  <a:cubicBezTo>
                    <a:pt x="51" y="2"/>
                    <a:pt x="51" y="2"/>
                    <a:pt x="51" y="2"/>
                  </a:cubicBezTo>
                  <a:cubicBezTo>
                    <a:pt x="49" y="2"/>
                    <a:pt x="44" y="2"/>
                    <a:pt x="44" y="9"/>
                  </a:cubicBezTo>
                  <a:cubicBezTo>
                    <a:pt x="44" y="52"/>
                    <a:pt x="44" y="52"/>
                    <a:pt x="44" y="52"/>
                  </a:cubicBezTo>
                  <a:lnTo>
                    <a:pt x="42"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šľïďê"/>
            <p:cNvSpPr/>
            <p:nvPr userDrawn="1">
              <p:custDataLst>
                <p:tags r:id="rId51"/>
              </p:custDataLst>
            </p:nvPr>
          </p:nvSpPr>
          <p:spPr bwMode="auto">
            <a:xfrm>
              <a:off x="7790691" y="3956050"/>
              <a:ext cx="96838" cy="220663"/>
            </a:xfrm>
            <a:custGeom>
              <a:avLst/>
              <a:gdLst>
                <a:gd name="T0" fmla="*/ 0 w 24"/>
                <a:gd name="T1" fmla="*/ 52 h 52"/>
                <a:gd name="T2" fmla="*/ 0 w 24"/>
                <a:gd name="T3" fmla="*/ 50 h 52"/>
                <a:gd name="T4" fmla="*/ 2 w 24"/>
                <a:gd name="T5" fmla="*/ 50 h 52"/>
                <a:gd name="T6" fmla="*/ 7 w 24"/>
                <a:gd name="T7" fmla="*/ 45 h 52"/>
                <a:gd name="T8" fmla="*/ 7 w 24"/>
                <a:gd name="T9" fmla="*/ 7 h 52"/>
                <a:gd name="T10" fmla="*/ 2 w 24"/>
                <a:gd name="T11" fmla="*/ 2 h 52"/>
                <a:gd name="T12" fmla="*/ 0 w 24"/>
                <a:gd name="T13" fmla="*/ 2 h 52"/>
                <a:gd name="T14" fmla="*/ 0 w 24"/>
                <a:gd name="T15" fmla="*/ 0 h 52"/>
                <a:gd name="T16" fmla="*/ 24 w 24"/>
                <a:gd name="T17" fmla="*/ 0 h 52"/>
                <a:gd name="T18" fmla="*/ 24 w 24"/>
                <a:gd name="T19" fmla="*/ 2 h 52"/>
                <a:gd name="T20" fmla="*/ 21 w 24"/>
                <a:gd name="T21" fmla="*/ 2 h 52"/>
                <a:gd name="T22" fmla="*/ 16 w 24"/>
                <a:gd name="T23" fmla="*/ 7 h 52"/>
                <a:gd name="T24" fmla="*/ 16 w 24"/>
                <a:gd name="T25" fmla="*/ 45 h 52"/>
                <a:gd name="T26" fmla="*/ 21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7" y="2"/>
                    <a:pt x="16" y="4"/>
                    <a:pt x="16" y="7"/>
                  </a:cubicBezTo>
                  <a:cubicBezTo>
                    <a:pt x="16" y="45"/>
                    <a:pt x="16" y="45"/>
                    <a:pt x="16" y="45"/>
                  </a:cubicBezTo>
                  <a:cubicBezTo>
                    <a:pt x="16" y="49"/>
                    <a:pt x="17" y="50"/>
                    <a:pt x="21"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Slíḑe"/>
            <p:cNvSpPr/>
            <p:nvPr userDrawn="1">
              <p:custDataLst>
                <p:tags r:id="rId52"/>
              </p:custDataLst>
            </p:nvPr>
          </p:nvSpPr>
          <p:spPr bwMode="auto">
            <a:xfrm>
              <a:off x="7900228" y="3956050"/>
              <a:ext cx="201613" cy="228600"/>
            </a:xfrm>
            <a:custGeom>
              <a:avLst/>
              <a:gdLst>
                <a:gd name="T0" fmla="*/ 48 w 50"/>
                <a:gd name="T1" fmla="*/ 2 h 54"/>
                <a:gd name="T2" fmla="*/ 41 w 50"/>
                <a:gd name="T3" fmla="*/ 8 h 54"/>
                <a:gd name="T4" fmla="*/ 25 w 50"/>
                <a:gd name="T5" fmla="*/ 54 h 54"/>
                <a:gd name="T6" fmla="*/ 24 w 50"/>
                <a:gd name="T7" fmla="*/ 54 h 54"/>
                <a:gd name="T8" fmla="*/ 8 w 50"/>
                <a:gd name="T9" fmla="*/ 8 h 54"/>
                <a:gd name="T10" fmla="*/ 2 w 50"/>
                <a:gd name="T11" fmla="*/ 2 h 54"/>
                <a:gd name="T12" fmla="*/ 0 w 50"/>
                <a:gd name="T13" fmla="*/ 2 h 54"/>
                <a:gd name="T14" fmla="*/ 0 w 50"/>
                <a:gd name="T15" fmla="*/ 0 h 54"/>
                <a:gd name="T16" fmla="*/ 23 w 50"/>
                <a:gd name="T17" fmla="*/ 0 h 54"/>
                <a:gd name="T18" fmla="*/ 23 w 50"/>
                <a:gd name="T19" fmla="*/ 2 h 54"/>
                <a:gd name="T20" fmla="*/ 20 w 50"/>
                <a:gd name="T21" fmla="*/ 2 h 54"/>
                <a:gd name="T22" fmla="*/ 16 w 50"/>
                <a:gd name="T23" fmla="*/ 5 h 54"/>
                <a:gd name="T24" fmla="*/ 17 w 50"/>
                <a:gd name="T25" fmla="*/ 8 h 54"/>
                <a:gd name="T26" fmla="*/ 28 w 50"/>
                <a:gd name="T27" fmla="*/ 40 h 54"/>
                <a:gd name="T28" fmla="*/ 39 w 50"/>
                <a:gd name="T29" fmla="*/ 8 h 54"/>
                <a:gd name="T30" fmla="*/ 40 w 50"/>
                <a:gd name="T31" fmla="*/ 5 h 54"/>
                <a:gd name="T32" fmla="*/ 36 w 50"/>
                <a:gd name="T33" fmla="*/ 2 h 54"/>
                <a:gd name="T34" fmla="*/ 33 w 50"/>
                <a:gd name="T35" fmla="*/ 2 h 54"/>
                <a:gd name="T36" fmla="*/ 33 w 50"/>
                <a:gd name="T37" fmla="*/ 0 h 54"/>
                <a:gd name="T38" fmla="*/ 50 w 50"/>
                <a:gd name="T39" fmla="*/ 0 h 54"/>
                <a:gd name="T40" fmla="*/ 50 w 50"/>
                <a:gd name="T41" fmla="*/ 2 h 54"/>
                <a:gd name="T42" fmla="*/ 48 w 50"/>
                <a:gd name="T43"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4">
                  <a:moveTo>
                    <a:pt x="48" y="2"/>
                  </a:moveTo>
                  <a:cubicBezTo>
                    <a:pt x="44" y="2"/>
                    <a:pt x="43" y="5"/>
                    <a:pt x="41" y="8"/>
                  </a:cubicBezTo>
                  <a:cubicBezTo>
                    <a:pt x="25" y="54"/>
                    <a:pt x="25" y="54"/>
                    <a:pt x="25" y="54"/>
                  </a:cubicBezTo>
                  <a:cubicBezTo>
                    <a:pt x="24" y="54"/>
                    <a:pt x="24" y="54"/>
                    <a:pt x="24" y="54"/>
                  </a:cubicBezTo>
                  <a:cubicBezTo>
                    <a:pt x="8" y="8"/>
                    <a:pt x="8" y="8"/>
                    <a:pt x="8" y="8"/>
                  </a:cubicBezTo>
                  <a:cubicBezTo>
                    <a:pt x="7" y="5"/>
                    <a:pt x="5" y="2"/>
                    <a:pt x="2" y="2"/>
                  </a:cubicBezTo>
                  <a:cubicBezTo>
                    <a:pt x="0" y="2"/>
                    <a:pt x="0" y="2"/>
                    <a:pt x="0" y="2"/>
                  </a:cubicBezTo>
                  <a:cubicBezTo>
                    <a:pt x="0" y="0"/>
                    <a:pt x="0" y="0"/>
                    <a:pt x="0" y="0"/>
                  </a:cubicBezTo>
                  <a:cubicBezTo>
                    <a:pt x="23" y="0"/>
                    <a:pt x="23" y="0"/>
                    <a:pt x="23" y="0"/>
                  </a:cubicBezTo>
                  <a:cubicBezTo>
                    <a:pt x="23" y="2"/>
                    <a:pt x="23" y="2"/>
                    <a:pt x="23" y="2"/>
                  </a:cubicBezTo>
                  <a:cubicBezTo>
                    <a:pt x="20" y="2"/>
                    <a:pt x="20" y="2"/>
                    <a:pt x="20" y="2"/>
                  </a:cubicBezTo>
                  <a:cubicBezTo>
                    <a:pt x="17" y="2"/>
                    <a:pt x="16" y="4"/>
                    <a:pt x="16" y="5"/>
                  </a:cubicBezTo>
                  <a:cubicBezTo>
                    <a:pt x="16" y="6"/>
                    <a:pt x="17" y="8"/>
                    <a:pt x="17" y="8"/>
                  </a:cubicBezTo>
                  <a:cubicBezTo>
                    <a:pt x="28" y="40"/>
                    <a:pt x="28" y="40"/>
                    <a:pt x="28" y="40"/>
                  </a:cubicBezTo>
                  <a:cubicBezTo>
                    <a:pt x="39" y="8"/>
                    <a:pt x="39" y="8"/>
                    <a:pt x="39" y="8"/>
                  </a:cubicBezTo>
                  <a:cubicBezTo>
                    <a:pt x="40" y="7"/>
                    <a:pt x="40" y="6"/>
                    <a:pt x="40" y="5"/>
                  </a:cubicBezTo>
                  <a:cubicBezTo>
                    <a:pt x="40" y="3"/>
                    <a:pt x="38" y="2"/>
                    <a:pt x="36" y="2"/>
                  </a:cubicBezTo>
                  <a:cubicBezTo>
                    <a:pt x="33" y="2"/>
                    <a:pt x="33" y="2"/>
                    <a:pt x="33" y="2"/>
                  </a:cubicBezTo>
                  <a:cubicBezTo>
                    <a:pt x="33" y="0"/>
                    <a:pt x="33" y="0"/>
                    <a:pt x="33" y="0"/>
                  </a:cubicBezTo>
                  <a:cubicBezTo>
                    <a:pt x="50" y="0"/>
                    <a:pt x="50" y="0"/>
                    <a:pt x="50" y="0"/>
                  </a:cubicBezTo>
                  <a:cubicBezTo>
                    <a:pt x="50" y="2"/>
                    <a:pt x="50" y="2"/>
                    <a:pt x="50" y="2"/>
                  </a:cubicBezTo>
                  <a:lnTo>
                    <a:pt x="48"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îsḻíḓe"/>
            <p:cNvSpPr/>
            <p:nvPr userDrawn="1">
              <p:custDataLst>
                <p:tags r:id="rId53"/>
              </p:custDataLst>
            </p:nvPr>
          </p:nvSpPr>
          <p:spPr bwMode="auto">
            <a:xfrm>
              <a:off x="8120891" y="3956050"/>
              <a:ext cx="182563" cy="220663"/>
            </a:xfrm>
            <a:custGeom>
              <a:avLst/>
              <a:gdLst>
                <a:gd name="T0" fmla="*/ 0 w 45"/>
                <a:gd name="T1" fmla="*/ 0 h 52"/>
                <a:gd name="T2" fmla="*/ 38 w 45"/>
                <a:gd name="T3" fmla="*/ 0 h 52"/>
                <a:gd name="T4" fmla="*/ 43 w 45"/>
                <a:gd name="T5" fmla="*/ 12 h 52"/>
                <a:gd name="T6" fmla="*/ 41 w 45"/>
                <a:gd name="T7" fmla="*/ 13 h 52"/>
                <a:gd name="T8" fmla="*/ 23 w 45"/>
                <a:gd name="T9" fmla="*/ 2 h 52"/>
                <a:gd name="T10" fmla="*/ 21 w 45"/>
                <a:gd name="T11" fmla="*/ 2 h 52"/>
                <a:gd name="T12" fmla="*/ 16 w 45"/>
                <a:gd name="T13" fmla="*/ 7 h 52"/>
                <a:gd name="T14" fmla="*/ 16 w 45"/>
                <a:gd name="T15" fmla="*/ 24 h 52"/>
                <a:gd name="T16" fmla="*/ 22 w 45"/>
                <a:gd name="T17" fmla="*/ 24 h 52"/>
                <a:gd name="T18" fmla="*/ 31 w 45"/>
                <a:gd name="T19" fmla="*/ 17 h 52"/>
                <a:gd name="T20" fmla="*/ 31 w 45"/>
                <a:gd name="T21" fmla="*/ 16 h 52"/>
                <a:gd name="T22" fmla="*/ 33 w 45"/>
                <a:gd name="T23" fmla="*/ 16 h 52"/>
                <a:gd name="T24" fmla="*/ 33 w 45"/>
                <a:gd name="T25" fmla="*/ 36 h 52"/>
                <a:gd name="T26" fmla="*/ 31 w 45"/>
                <a:gd name="T27" fmla="*/ 36 h 52"/>
                <a:gd name="T28" fmla="*/ 31 w 45"/>
                <a:gd name="T29" fmla="*/ 34 h 52"/>
                <a:gd name="T30" fmla="*/ 23 w 45"/>
                <a:gd name="T31" fmla="*/ 27 h 52"/>
                <a:gd name="T32" fmla="*/ 16 w 45"/>
                <a:gd name="T33" fmla="*/ 27 h 52"/>
                <a:gd name="T34" fmla="*/ 16 w 45"/>
                <a:gd name="T35" fmla="*/ 45 h 52"/>
                <a:gd name="T36" fmla="*/ 21 w 45"/>
                <a:gd name="T37" fmla="*/ 50 h 52"/>
                <a:gd name="T38" fmla="*/ 25 w 45"/>
                <a:gd name="T39" fmla="*/ 50 h 52"/>
                <a:gd name="T40" fmla="*/ 43 w 45"/>
                <a:gd name="T41" fmla="*/ 39 h 52"/>
                <a:gd name="T42" fmla="*/ 45 w 45"/>
                <a:gd name="T43" fmla="*/ 40 h 52"/>
                <a:gd name="T44" fmla="*/ 40 w 45"/>
                <a:gd name="T45" fmla="*/ 52 h 52"/>
                <a:gd name="T46" fmla="*/ 0 w 45"/>
                <a:gd name="T47" fmla="*/ 52 h 52"/>
                <a:gd name="T48" fmla="*/ 0 w 45"/>
                <a:gd name="T49" fmla="*/ 50 h 52"/>
                <a:gd name="T50" fmla="*/ 2 w 45"/>
                <a:gd name="T51" fmla="*/ 50 h 52"/>
                <a:gd name="T52" fmla="*/ 7 w 45"/>
                <a:gd name="T53" fmla="*/ 45 h 52"/>
                <a:gd name="T54" fmla="*/ 7 w 45"/>
                <a:gd name="T55" fmla="*/ 7 h 52"/>
                <a:gd name="T56" fmla="*/ 2 w 45"/>
                <a:gd name="T57" fmla="*/ 2 h 52"/>
                <a:gd name="T58" fmla="*/ 0 w 45"/>
                <a:gd name="T59" fmla="*/ 2 h 52"/>
                <a:gd name="T60" fmla="*/ 0 w 45"/>
                <a:gd name="T6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5" h="52">
                  <a:moveTo>
                    <a:pt x="0" y="0"/>
                  </a:moveTo>
                  <a:cubicBezTo>
                    <a:pt x="38" y="0"/>
                    <a:pt x="38" y="0"/>
                    <a:pt x="38" y="0"/>
                  </a:cubicBezTo>
                  <a:cubicBezTo>
                    <a:pt x="43" y="12"/>
                    <a:pt x="43" y="12"/>
                    <a:pt x="43" y="12"/>
                  </a:cubicBezTo>
                  <a:cubicBezTo>
                    <a:pt x="41" y="13"/>
                    <a:pt x="41" y="13"/>
                    <a:pt x="41" y="13"/>
                  </a:cubicBezTo>
                  <a:cubicBezTo>
                    <a:pt x="36" y="5"/>
                    <a:pt x="32" y="2"/>
                    <a:pt x="23" y="2"/>
                  </a:cubicBezTo>
                  <a:cubicBezTo>
                    <a:pt x="21" y="2"/>
                    <a:pt x="21" y="2"/>
                    <a:pt x="21" y="2"/>
                  </a:cubicBezTo>
                  <a:cubicBezTo>
                    <a:pt x="17" y="2"/>
                    <a:pt x="16" y="4"/>
                    <a:pt x="16" y="7"/>
                  </a:cubicBezTo>
                  <a:cubicBezTo>
                    <a:pt x="16" y="24"/>
                    <a:pt x="16" y="24"/>
                    <a:pt x="16" y="24"/>
                  </a:cubicBezTo>
                  <a:cubicBezTo>
                    <a:pt x="22" y="24"/>
                    <a:pt x="22" y="24"/>
                    <a:pt x="22" y="24"/>
                  </a:cubicBezTo>
                  <a:cubicBezTo>
                    <a:pt x="26" y="24"/>
                    <a:pt x="31" y="23"/>
                    <a:pt x="31" y="17"/>
                  </a:cubicBezTo>
                  <a:cubicBezTo>
                    <a:pt x="31" y="16"/>
                    <a:pt x="31" y="16"/>
                    <a:pt x="31" y="16"/>
                  </a:cubicBezTo>
                  <a:cubicBezTo>
                    <a:pt x="33" y="16"/>
                    <a:pt x="33" y="16"/>
                    <a:pt x="33" y="16"/>
                  </a:cubicBezTo>
                  <a:cubicBezTo>
                    <a:pt x="33" y="36"/>
                    <a:pt x="33" y="36"/>
                    <a:pt x="33" y="36"/>
                  </a:cubicBezTo>
                  <a:cubicBezTo>
                    <a:pt x="31" y="36"/>
                    <a:pt x="31" y="36"/>
                    <a:pt x="31" y="36"/>
                  </a:cubicBezTo>
                  <a:cubicBezTo>
                    <a:pt x="31" y="34"/>
                    <a:pt x="31" y="34"/>
                    <a:pt x="31" y="34"/>
                  </a:cubicBezTo>
                  <a:cubicBezTo>
                    <a:pt x="31" y="31"/>
                    <a:pt x="28" y="27"/>
                    <a:pt x="23" y="27"/>
                  </a:cubicBezTo>
                  <a:cubicBezTo>
                    <a:pt x="16" y="27"/>
                    <a:pt x="16" y="27"/>
                    <a:pt x="16" y="27"/>
                  </a:cubicBezTo>
                  <a:cubicBezTo>
                    <a:pt x="16" y="45"/>
                    <a:pt x="16" y="45"/>
                    <a:pt x="16" y="45"/>
                  </a:cubicBezTo>
                  <a:cubicBezTo>
                    <a:pt x="16" y="49"/>
                    <a:pt x="17" y="50"/>
                    <a:pt x="21" y="50"/>
                  </a:cubicBezTo>
                  <a:cubicBezTo>
                    <a:pt x="25" y="50"/>
                    <a:pt x="25" y="50"/>
                    <a:pt x="25" y="50"/>
                  </a:cubicBezTo>
                  <a:cubicBezTo>
                    <a:pt x="34" y="50"/>
                    <a:pt x="41" y="42"/>
                    <a:pt x="43" y="39"/>
                  </a:cubicBezTo>
                  <a:cubicBezTo>
                    <a:pt x="45" y="40"/>
                    <a:pt x="45" y="40"/>
                    <a:pt x="45" y="40"/>
                  </a:cubicBezTo>
                  <a:cubicBezTo>
                    <a:pt x="40" y="52"/>
                    <a:pt x="40" y="52"/>
                    <a:pt x="40" y="52"/>
                  </a:cubicBezTo>
                  <a:cubicBezTo>
                    <a:pt x="0" y="52"/>
                    <a:pt x="0" y="52"/>
                    <a:pt x="0" y="52"/>
                  </a:cubicBezTo>
                  <a:cubicBezTo>
                    <a:pt x="0" y="50"/>
                    <a:pt x="0" y="50"/>
                    <a:pt x="0" y="50"/>
                  </a:cubicBezTo>
                  <a:cubicBezTo>
                    <a:pt x="2" y="50"/>
                    <a:pt x="2" y="50"/>
                    <a:pt x="2" y="50"/>
                  </a:cubicBezTo>
                  <a:cubicBezTo>
                    <a:pt x="6" y="50"/>
                    <a:pt x="7" y="49"/>
                    <a:pt x="7" y="45"/>
                  </a:cubicBezTo>
                  <a:cubicBezTo>
                    <a:pt x="7" y="7"/>
                    <a:pt x="7" y="7"/>
                    <a:pt x="7" y="7"/>
                  </a:cubicBezTo>
                  <a:cubicBezTo>
                    <a:pt x="7" y="4"/>
                    <a:pt x="6" y="2"/>
                    <a:pt x="2" y="2"/>
                  </a:cubicBezTo>
                  <a:cubicBezTo>
                    <a:pt x="0" y="2"/>
                    <a:pt x="0" y="2"/>
                    <a:pt x="0" y="2"/>
                  </a:cubicBezTo>
                  <a:lnTo>
                    <a:pt x="0" y="0"/>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iśľîḋe"/>
            <p:cNvSpPr/>
            <p:nvPr userDrawn="1">
              <p:custDataLst>
                <p:tags r:id="rId54"/>
              </p:custDataLst>
            </p:nvPr>
          </p:nvSpPr>
          <p:spPr bwMode="auto">
            <a:xfrm>
              <a:off x="8319328" y="3956050"/>
              <a:ext cx="201613" cy="220663"/>
            </a:xfrm>
            <a:custGeom>
              <a:avLst/>
              <a:gdLst>
                <a:gd name="T0" fmla="*/ 36 w 50"/>
                <a:gd name="T1" fmla="*/ 52 h 52"/>
                <a:gd name="T2" fmla="*/ 23 w 50"/>
                <a:gd name="T3" fmla="*/ 27 h 52"/>
                <a:gd name="T4" fmla="*/ 16 w 50"/>
                <a:gd name="T5" fmla="*/ 27 h 52"/>
                <a:gd name="T6" fmla="*/ 16 w 50"/>
                <a:gd name="T7" fmla="*/ 45 h 52"/>
                <a:gd name="T8" fmla="*/ 21 w 50"/>
                <a:gd name="T9" fmla="*/ 50 h 52"/>
                <a:gd name="T10" fmla="*/ 24 w 50"/>
                <a:gd name="T11" fmla="*/ 50 h 52"/>
                <a:gd name="T12" fmla="*/ 24 w 50"/>
                <a:gd name="T13" fmla="*/ 52 h 52"/>
                <a:gd name="T14" fmla="*/ 0 w 50"/>
                <a:gd name="T15" fmla="*/ 52 h 52"/>
                <a:gd name="T16" fmla="*/ 0 w 50"/>
                <a:gd name="T17" fmla="*/ 50 h 52"/>
                <a:gd name="T18" fmla="*/ 3 w 50"/>
                <a:gd name="T19" fmla="*/ 50 h 52"/>
                <a:gd name="T20" fmla="*/ 8 w 50"/>
                <a:gd name="T21" fmla="*/ 45 h 52"/>
                <a:gd name="T22" fmla="*/ 8 w 50"/>
                <a:gd name="T23" fmla="*/ 7 h 52"/>
                <a:gd name="T24" fmla="*/ 3 w 50"/>
                <a:gd name="T25" fmla="*/ 2 h 52"/>
                <a:gd name="T26" fmla="*/ 0 w 50"/>
                <a:gd name="T27" fmla="*/ 2 h 52"/>
                <a:gd name="T28" fmla="*/ 0 w 50"/>
                <a:gd name="T29" fmla="*/ 0 h 52"/>
                <a:gd name="T30" fmla="*/ 29 w 50"/>
                <a:gd name="T31" fmla="*/ 0 h 52"/>
                <a:gd name="T32" fmla="*/ 46 w 50"/>
                <a:gd name="T33" fmla="*/ 13 h 52"/>
                <a:gd name="T34" fmla="*/ 41 w 50"/>
                <a:gd name="T35" fmla="*/ 22 h 52"/>
                <a:gd name="T36" fmla="*/ 32 w 50"/>
                <a:gd name="T37" fmla="*/ 26 h 52"/>
                <a:gd name="T38" fmla="*/ 40 w 50"/>
                <a:gd name="T39" fmla="*/ 43 h 52"/>
                <a:gd name="T40" fmla="*/ 49 w 50"/>
                <a:gd name="T41" fmla="*/ 50 h 52"/>
                <a:gd name="T42" fmla="*/ 50 w 50"/>
                <a:gd name="T43" fmla="*/ 50 h 52"/>
                <a:gd name="T44" fmla="*/ 50 w 50"/>
                <a:gd name="T45" fmla="*/ 52 h 52"/>
                <a:gd name="T46" fmla="*/ 36 w 50"/>
                <a:gd name="T47" fmla="*/ 52 h 52"/>
                <a:gd name="T48" fmla="*/ 26 w 50"/>
                <a:gd name="T49" fmla="*/ 2 h 52"/>
                <a:gd name="T50" fmla="*/ 21 w 50"/>
                <a:gd name="T51" fmla="*/ 2 h 52"/>
                <a:gd name="T52" fmla="*/ 16 w 50"/>
                <a:gd name="T53" fmla="*/ 7 h 52"/>
                <a:gd name="T54" fmla="*/ 16 w 50"/>
                <a:gd name="T55" fmla="*/ 25 h 52"/>
                <a:gd name="T56" fmla="*/ 26 w 50"/>
                <a:gd name="T57" fmla="*/ 25 h 52"/>
                <a:gd name="T58" fmla="*/ 37 w 50"/>
                <a:gd name="T59" fmla="*/ 12 h 52"/>
                <a:gd name="T60" fmla="*/ 26 w 50"/>
                <a:gd name="T61"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52">
                  <a:moveTo>
                    <a:pt x="36" y="52"/>
                  </a:moveTo>
                  <a:cubicBezTo>
                    <a:pt x="23" y="27"/>
                    <a:pt x="23" y="27"/>
                    <a:pt x="23" y="27"/>
                  </a:cubicBezTo>
                  <a:cubicBezTo>
                    <a:pt x="16" y="27"/>
                    <a:pt x="16" y="27"/>
                    <a:pt x="16" y="27"/>
                  </a:cubicBezTo>
                  <a:cubicBezTo>
                    <a:pt x="16" y="45"/>
                    <a:pt x="16" y="45"/>
                    <a:pt x="16" y="45"/>
                  </a:cubicBezTo>
                  <a:cubicBezTo>
                    <a:pt x="16" y="48"/>
                    <a:pt x="18" y="50"/>
                    <a:pt x="21" y="50"/>
                  </a:cubicBezTo>
                  <a:cubicBezTo>
                    <a:pt x="24" y="50"/>
                    <a:pt x="24" y="50"/>
                    <a:pt x="24" y="50"/>
                  </a:cubicBezTo>
                  <a:cubicBezTo>
                    <a:pt x="24" y="52"/>
                    <a:pt x="24" y="52"/>
                    <a:pt x="24" y="52"/>
                  </a:cubicBezTo>
                  <a:cubicBezTo>
                    <a:pt x="0" y="52"/>
                    <a:pt x="0" y="52"/>
                    <a:pt x="0" y="52"/>
                  </a:cubicBezTo>
                  <a:cubicBezTo>
                    <a:pt x="0" y="50"/>
                    <a:pt x="0" y="50"/>
                    <a:pt x="0" y="50"/>
                  </a:cubicBezTo>
                  <a:cubicBezTo>
                    <a:pt x="3" y="50"/>
                    <a:pt x="3" y="50"/>
                    <a:pt x="3" y="50"/>
                  </a:cubicBezTo>
                  <a:cubicBezTo>
                    <a:pt x="6" y="50"/>
                    <a:pt x="8" y="49"/>
                    <a:pt x="8" y="45"/>
                  </a:cubicBezTo>
                  <a:cubicBezTo>
                    <a:pt x="8" y="7"/>
                    <a:pt x="8" y="7"/>
                    <a:pt x="8" y="7"/>
                  </a:cubicBezTo>
                  <a:cubicBezTo>
                    <a:pt x="8" y="4"/>
                    <a:pt x="7" y="2"/>
                    <a:pt x="3" y="2"/>
                  </a:cubicBezTo>
                  <a:cubicBezTo>
                    <a:pt x="0" y="2"/>
                    <a:pt x="0" y="2"/>
                    <a:pt x="0" y="2"/>
                  </a:cubicBezTo>
                  <a:cubicBezTo>
                    <a:pt x="0" y="0"/>
                    <a:pt x="0" y="0"/>
                    <a:pt x="0" y="0"/>
                  </a:cubicBezTo>
                  <a:cubicBezTo>
                    <a:pt x="29" y="0"/>
                    <a:pt x="29" y="0"/>
                    <a:pt x="29" y="0"/>
                  </a:cubicBezTo>
                  <a:cubicBezTo>
                    <a:pt x="40" y="0"/>
                    <a:pt x="46" y="5"/>
                    <a:pt x="46" y="13"/>
                  </a:cubicBezTo>
                  <a:cubicBezTo>
                    <a:pt x="46" y="17"/>
                    <a:pt x="44" y="20"/>
                    <a:pt x="41" y="22"/>
                  </a:cubicBezTo>
                  <a:cubicBezTo>
                    <a:pt x="38" y="25"/>
                    <a:pt x="35" y="26"/>
                    <a:pt x="32" y="26"/>
                  </a:cubicBezTo>
                  <a:cubicBezTo>
                    <a:pt x="40" y="43"/>
                    <a:pt x="40" y="43"/>
                    <a:pt x="40" y="43"/>
                  </a:cubicBezTo>
                  <a:cubicBezTo>
                    <a:pt x="44" y="49"/>
                    <a:pt x="46" y="50"/>
                    <a:pt x="49" y="50"/>
                  </a:cubicBezTo>
                  <a:cubicBezTo>
                    <a:pt x="50" y="50"/>
                    <a:pt x="50" y="50"/>
                    <a:pt x="50" y="50"/>
                  </a:cubicBezTo>
                  <a:cubicBezTo>
                    <a:pt x="50" y="52"/>
                    <a:pt x="50" y="52"/>
                    <a:pt x="50" y="52"/>
                  </a:cubicBezTo>
                  <a:lnTo>
                    <a:pt x="36" y="52"/>
                  </a:lnTo>
                  <a:close/>
                  <a:moveTo>
                    <a:pt x="26" y="2"/>
                  </a:moveTo>
                  <a:cubicBezTo>
                    <a:pt x="21" y="2"/>
                    <a:pt x="21" y="2"/>
                    <a:pt x="21" y="2"/>
                  </a:cubicBezTo>
                  <a:cubicBezTo>
                    <a:pt x="17" y="2"/>
                    <a:pt x="16" y="4"/>
                    <a:pt x="16" y="7"/>
                  </a:cubicBezTo>
                  <a:cubicBezTo>
                    <a:pt x="16" y="25"/>
                    <a:pt x="16" y="25"/>
                    <a:pt x="16" y="25"/>
                  </a:cubicBezTo>
                  <a:cubicBezTo>
                    <a:pt x="26" y="25"/>
                    <a:pt x="26" y="25"/>
                    <a:pt x="26" y="25"/>
                  </a:cubicBezTo>
                  <a:cubicBezTo>
                    <a:pt x="34" y="25"/>
                    <a:pt x="37" y="19"/>
                    <a:pt x="37" y="12"/>
                  </a:cubicBezTo>
                  <a:cubicBezTo>
                    <a:pt x="37" y="6"/>
                    <a:pt x="33" y="2"/>
                    <a:pt x="26" y="2"/>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ṥḻiḍè"/>
            <p:cNvSpPr/>
            <p:nvPr userDrawn="1">
              <p:custDataLst>
                <p:tags r:id="rId55"/>
              </p:custDataLst>
            </p:nvPr>
          </p:nvSpPr>
          <p:spPr bwMode="auto">
            <a:xfrm>
              <a:off x="8533641" y="3946525"/>
              <a:ext cx="152400" cy="238125"/>
            </a:xfrm>
            <a:custGeom>
              <a:avLst/>
              <a:gdLst>
                <a:gd name="T0" fmla="*/ 21 w 38"/>
                <a:gd name="T1" fmla="*/ 56 h 56"/>
                <a:gd name="T2" fmla="*/ 14 w 38"/>
                <a:gd name="T3" fmla="*/ 55 h 56"/>
                <a:gd name="T4" fmla="*/ 12 w 38"/>
                <a:gd name="T5" fmla="*/ 54 h 56"/>
                <a:gd name="T6" fmla="*/ 5 w 38"/>
                <a:gd name="T7" fmla="*/ 56 h 56"/>
                <a:gd name="T8" fmla="*/ 0 w 38"/>
                <a:gd name="T9" fmla="*/ 41 h 56"/>
                <a:gd name="T10" fmla="*/ 2 w 38"/>
                <a:gd name="T11" fmla="*/ 41 h 56"/>
                <a:gd name="T12" fmla="*/ 21 w 38"/>
                <a:gd name="T13" fmla="*/ 53 h 56"/>
                <a:gd name="T14" fmla="*/ 32 w 38"/>
                <a:gd name="T15" fmla="*/ 43 h 56"/>
                <a:gd name="T16" fmla="*/ 18 w 38"/>
                <a:gd name="T17" fmla="*/ 31 h 56"/>
                <a:gd name="T18" fmla="*/ 3 w 38"/>
                <a:gd name="T19" fmla="*/ 15 h 56"/>
                <a:gd name="T20" fmla="*/ 19 w 38"/>
                <a:gd name="T21" fmla="*/ 0 h 56"/>
                <a:gd name="T22" fmla="*/ 26 w 38"/>
                <a:gd name="T23" fmla="*/ 2 h 56"/>
                <a:gd name="T24" fmla="*/ 28 w 38"/>
                <a:gd name="T25" fmla="*/ 2 h 56"/>
                <a:gd name="T26" fmla="*/ 32 w 38"/>
                <a:gd name="T27" fmla="*/ 1 h 56"/>
                <a:gd name="T28" fmla="*/ 36 w 38"/>
                <a:gd name="T29" fmla="*/ 13 h 56"/>
                <a:gd name="T30" fmla="*/ 34 w 38"/>
                <a:gd name="T31" fmla="*/ 14 h 56"/>
                <a:gd name="T32" fmla="*/ 31 w 38"/>
                <a:gd name="T33" fmla="*/ 9 h 56"/>
                <a:gd name="T34" fmla="*/ 18 w 38"/>
                <a:gd name="T35" fmla="*/ 3 h 56"/>
                <a:gd name="T36" fmla="*/ 9 w 38"/>
                <a:gd name="T37" fmla="*/ 12 h 56"/>
                <a:gd name="T38" fmla="*/ 22 w 38"/>
                <a:gd name="T39" fmla="*/ 23 h 56"/>
                <a:gd name="T40" fmla="*/ 38 w 38"/>
                <a:gd name="T41" fmla="*/ 40 h 56"/>
                <a:gd name="T42" fmla="*/ 21 w 38"/>
                <a:gd name="T4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6">
                  <a:moveTo>
                    <a:pt x="21" y="56"/>
                  </a:moveTo>
                  <a:cubicBezTo>
                    <a:pt x="20" y="56"/>
                    <a:pt x="17" y="56"/>
                    <a:pt x="14" y="55"/>
                  </a:cubicBezTo>
                  <a:cubicBezTo>
                    <a:pt x="13" y="54"/>
                    <a:pt x="12" y="54"/>
                    <a:pt x="12" y="54"/>
                  </a:cubicBezTo>
                  <a:cubicBezTo>
                    <a:pt x="9" y="54"/>
                    <a:pt x="7" y="55"/>
                    <a:pt x="5" y="56"/>
                  </a:cubicBezTo>
                  <a:cubicBezTo>
                    <a:pt x="0" y="41"/>
                    <a:pt x="0" y="41"/>
                    <a:pt x="0" y="41"/>
                  </a:cubicBezTo>
                  <a:cubicBezTo>
                    <a:pt x="2" y="41"/>
                    <a:pt x="2" y="41"/>
                    <a:pt x="2" y="41"/>
                  </a:cubicBezTo>
                  <a:cubicBezTo>
                    <a:pt x="4" y="44"/>
                    <a:pt x="11" y="53"/>
                    <a:pt x="21" y="53"/>
                  </a:cubicBezTo>
                  <a:cubicBezTo>
                    <a:pt x="29" y="53"/>
                    <a:pt x="32" y="48"/>
                    <a:pt x="32" y="43"/>
                  </a:cubicBezTo>
                  <a:cubicBezTo>
                    <a:pt x="32" y="37"/>
                    <a:pt x="28" y="35"/>
                    <a:pt x="18" y="31"/>
                  </a:cubicBezTo>
                  <a:cubicBezTo>
                    <a:pt x="13" y="30"/>
                    <a:pt x="3" y="26"/>
                    <a:pt x="3" y="15"/>
                  </a:cubicBezTo>
                  <a:cubicBezTo>
                    <a:pt x="3" y="8"/>
                    <a:pt x="8" y="0"/>
                    <a:pt x="19" y="0"/>
                  </a:cubicBezTo>
                  <a:cubicBezTo>
                    <a:pt x="20" y="0"/>
                    <a:pt x="21" y="1"/>
                    <a:pt x="26" y="2"/>
                  </a:cubicBezTo>
                  <a:cubicBezTo>
                    <a:pt x="27" y="2"/>
                    <a:pt x="27" y="2"/>
                    <a:pt x="28" y="2"/>
                  </a:cubicBezTo>
                  <a:cubicBezTo>
                    <a:pt x="28" y="2"/>
                    <a:pt x="30" y="2"/>
                    <a:pt x="32" y="1"/>
                  </a:cubicBezTo>
                  <a:cubicBezTo>
                    <a:pt x="36" y="13"/>
                    <a:pt x="36" y="13"/>
                    <a:pt x="36" y="13"/>
                  </a:cubicBezTo>
                  <a:cubicBezTo>
                    <a:pt x="34" y="14"/>
                    <a:pt x="34" y="14"/>
                    <a:pt x="34" y="14"/>
                  </a:cubicBezTo>
                  <a:cubicBezTo>
                    <a:pt x="34" y="13"/>
                    <a:pt x="33" y="11"/>
                    <a:pt x="31" y="9"/>
                  </a:cubicBezTo>
                  <a:cubicBezTo>
                    <a:pt x="28" y="5"/>
                    <a:pt x="23" y="3"/>
                    <a:pt x="18" y="3"/>
                  </a:cubicBezTo>
                  <a:cubicBezTo>
                    <a:pt x="13" y="3"/>
                    <a:pt x="9" y="6"/>
                    <a:pt x="9" y="12"/>
                  </a:cubicBezTo>
                  <a:cubicBezTo>
                    <a:pt x="9" y="17"/>
                    <a:pt x="13" y="20"/>
                    <a:pt x="22" y="23"/>
                  </a:cubicBezTo>
                  <a:cubicBezTo>
                    <a:pt x="32" y="27"/>
                    <a:pt x="38" y="31"/>
                    <a:pt x="38" y="40"/>
                  </a:cubicBezTo>
                  <a:cubicBezTo>
                    <a:pt x="38" y="48"/>
                    <a:pt x="32" y="56"/>
                    <a:pt x="21" y="56"/>
                  </a:cubicBez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işliďè"/>
            <p:cNvSpPr/>
            <p:nvPr userDrawn="1">
              <p:custDataLst>
                <p:tags r:id="rId56"/>
              </p:custDataLst>
            </p:nvPr>
          </p:nvSpPr>
          <p:spPr bwMode="auto">
            <a:xfrm>
              <a:off x="8703503" y="3956050"/>
              <a:ext cx="96838" cy="220663"/>
            </a:xfrm>
            <a:custGeom>
              <a:avLst/>
              <a:gdLst>
                <a:gd name="T0" fmla="*/ 0 w 24"/>
                <a:gd name="T1" fmla="*/ 52 h 52"/>
                <a:gd name="T2" fmla="*/ 0 w 24"/>
                <a:gd name="T3" fmla="*/ 50 h 52"/>
                <a:gd name="T4" fmla="*/ 3 w 24"/>
                <a:gd name="T5" fmla="*/ 50 h 52"/>
                <a:gd name="T6" fmla="*/ 8 w 24"/>
                <a:gd name="T7" fmla="*/ 45 h 52"/>
                <a:gd name="T8" fmla="*/ 8 w 24"/>
                <a:gd name="T9" fmla="*/ 7 h 52"/>
                <a:gd name="T10" fmla="*/ 3 w 24"/>
                <a:gd name="T11" fmla="*/ 2 h 52"/>
                <a:gd name="T12" fmla="*/ 0 w 24"/>
                <a:gd name="T13" fmla="*/ 2 h 52"/>
                <a:gd name="T14" fmla="*/ 0 w 24"/>
                <a:gd name="T15" fmla="*/ 0 h 52"/>
                <a:gd name="T16" fmla="*/ 24 w 24"/>
                <a:gd name="T17" fmla="*/ 0 h 52"/>
                <a:gd name="T18" fmla="*/ 24 w 24"/>
                <a:gd name="T19" fmla="*/ 2 h 52"/>
                <a:gd name="T20" fmla="*/ 22 w 24"/>
                <a:gd name="T21" fmla="*/ 2 h 52"/>
                <a:gd name="T22" fmla="*/ 16 w 24"/>
                <a:gd name="T23" fmla="*/ 7 h 52"/>
                <a:gd name="T24" fmla="*/ 16 w 24"/>
                <a:gd name="T25" fmla="*/ 45 h 52"/>
                <a:gd name="T26" fmla="*/ 22 w 24"/>
                <a:gd name="T27" fmla="*/ 50 h 52"/>
                <a:gd name="T28" fmla="*/ 24 w 24"/>
                <a:gd name="T29" fmla="*/ 50 h 52"/>
                <a:gd name="T30" fmla="*/ 24 w 24"/>
                <a:gd name="T31" fmla="*/ 52 h 52"/>
                <a:gd name="T32" fmla="*/ 0 w 24"/>
                <a:gd name="T3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52">
                  <a:moveTo>
                    <a:pt x="0" y="52"/>
                  </a:moveTo>
                  <a:cubicBezTo>
                    <a:pt x="0" y="50"/>
                    <a:pt x="0" y="50"/>
                    <a:pt x="0" y="50"/>
                  </a:cubicBezTo>
                  <a:cubicBezTo>
                    <a:pt x="3" y="50"/>
                    <a:pt x="3" y="50"/>
                    <a:pt x="3" y="50"/>
                  </a:cubicBezTo>
                  <a:cubicBezTo>
                    <a:pt x="7" y="50"/>
                    <a:pt x="8" y="49"/>
                    <a:pt x="8" y="45"/>
                  </a:cubicBezTo>
                  <a:cubicBezTo>
                    <a:pt x="8" y="7"/>
                    <a:pt x="8" y="7"/>
                    <a:pt x="8" y="7"/>
                  </a:cubicBezTo>
                  <a:cubicBezTo>
                    <a:pt x="8" y="4"/>
                    <a:pt x="7" y="2"/>
                    <a:pt x="3" y="2"/>
                  </a:cubicBezTo>
                  <a:cubicBezTo>
                    <a:pt x="0" y="2"/>
                    <a:pt x="0" y="2"/>
                    <a:pt x="0" y="2"/>
                  </a:cubicBezTo>
                  <a:cubicBezTo>
                    <a:pt x="0" y="0"/>
                    <a:pt x="0" y="0"/>
                    <a:pt x="0" y="0"/>
                  </a:cubicBezTo>
                  <a:cubicBezTo>
                    <a:pt x="24" y="0"/>
                    <a:pt x="24" y="0"/>
                    <a:pt x="24" y="0"/>
                  </a:cubicBezTo>
                  <a:cubicBezTo>
                    <a:pt x="24" y="2"/>
                    <a:pt x="24" y="2"/>
                    <a:pt x="24" y="2"/>
                  </a:cubicBezTo>
                  <a:cubicBezTo>
                    <a:pt x="22" y="2"/>
                    <a:pt x="22" y="2"/>
                    <a:pt x="22" y="2"/>
                  </a:cubicBezTo>
                  <a:cubicBezTo>
                    <a:pt x="17" y="2"/>
                    <a:pt x="16" y="4"/>
                    <a:pt x="16" y="7"/>
                  </a:cubicBezTo>
                  <a:cubicBezTo>
                    <a:pt x="16" y="45"/>
                    <a:pt x="16" y="45"/>
                    <a:pt x="16" y="45"/>
                  </a:cubicBezTo>
                  <a:cubicBezTo>
                    <a:pt x="16" y="49"/>
                    <a:pt x="18" y="50"/>
                    <a:pt x="22" y="50"/>
                  </a:cubicBezTo>
                  <a:cubicBezTo>
                    <a:pt x="24" y="50"/>
                    <a:pt x="24" y="50"/>
                    <a:pt x="24" y="50"/>
                  </a:cubicBezTo>
                  <a:cubicBezTo>
                    <a:pt x="24" y="52"/>
                    <a:pt x="24" y="52"/>
                    <a:pt x="24" y="52"/>
                  </a:cubicBezTo>
                  <a:lnTo>
                    <a:pt x="0" y="5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íṩ1íḍê"/>
            <p:cNvSpPr/>
            <p:nvPr userDrawn="1">
              <p:custDataLst>
                <p:tags r:id="rId57"/>
              </p:custDataLst>
            </p:nvPr>
          </p:nvSpPr>
          <p:spPr bwMode="auto">
            <a:xfrm>
              <a:off x="8819391" y="3956050"/>
              <a:ext cx="206375" cy="220663"/>
            </a:xfrm>
            <a:custGeom>
              <a:avLst/>
              <a:gdLst>
                <a:gd name="T0" fmla="*/ 49 w 51"/>
                <a:gd name="T1" fmla="*/ 14 h 52"/>
                <a:gd name="T2" fmla="*/ 34 w 51"/>
                <a:gd name="T3" fmla="*/ 2 h 52"/>
                <a:gd name="T4" fmla="*/ 30 w 51"/>
                <a:gd name="T5" fmla="*/ 7 h 52"/>
                <a:gd name="T6" fmla="*/ 30 w 51"/>
                <a:gd name="T7" fmla="*/ 44 h 52"/>
                <a:gd name="T8" fmla="*/ 35 w 51"/>
                <a:gd name="T9" fmla="*/ 50 h 52"/>
                <a:gd name="T10" fmla="*/ 39 w 51"/>
                <a:gd name="T11" fmla="*/ 50 h 52"/>
                <a:gd name="T12" fmla="*/ 39 w 51"/>
                <a:gd name="T13" fmla="*/ 52 h 52"/>
                <a:gd name="T14" fmla="*/ 12 w 51"/>
                <a:gd name="T15" fmla="*/ 52 h 52"/>
                <a:gd name="T16" fmla="*/ 12 w 51"/>
                <a:gd name="T17" fmla="*/ 50 h 52"/>
                <a:gd name="T18" fmla="*/ 16 w 51"/>
                <a:gd name="T19" fmla="*/ 50 h 52"/>
                <a:gd name="T20" fmla="*/ 21 w 51"/>
                <a:gd name="T21" fmla="*/ 44 h 52"/>
                <a:gd name="T22" fmla="*/ 21 w 51"/>
                <a:gd name="T23" fmla="*/ 7 h 52"/>
                <a:gd name="T24" fmla="*/ 16 w 51"/>
                <a:gd name="T25" fmla="*/ 2 h 52"/>
                <a:gd name="T26" fmla="*/ 2 w 51"/>
                <a:gd name="T27" fmla="*/ 14 h 52"/>
                <a:gd name="T28" fmla="*/ 0 w 51"/>
                <a:gd name="T29" fmla="*/ 13 h 52"/>
                <a:gd name="T30" fmla="*/ 5 w 51"/>
                <a:gd name="T31" fmla="*/ 0 h 52"/>
                <a:gd name="T32" fmla="*/ 46 w 51"/>
                <a:gd name="T33" fmla="*/ 0 h 52"/>
                <a:gd name="T34" fmla="*/ 51 w 51"/>
                <a:gd name="T35" fmla="*/ 13 h 52"/>
                <a:gd name="T36" fmla="*/ 49 w 51"/>
                <a:gd name="T37"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49" y="14"/>
                  </a:moveTo>
                  <a:cubicBezTo>
                    <a:pt x="45" y="6"/>
                    <a:pt x="41" y="2"/>
                    <a:pt x="34" y="2"/>
                  </a:cubicBezTo>
                  <a:cubicBezTo>
                    <a:pt x="31" y="2"/>
                    <a:pt x="30" y="4"/>
                    <a:pt x="30" y="7"/>
                  </a:cubicBezTo>
                  <a:cubicBezTo>
                    <a:pt x="30" y="44"/>
                    <a:pt x="30" y="44"/>
                    <a:pt x="30" y="44"/>
                  </a:cubicBezTo>
                  <a:cubicBezTo>
                    <a:pt x="30" y="48"/>
                    <a:pt x="31" y="50"/>
                    <a:pt x="35" y="50"/>
                  </a:cubicBezTo>
                  <a:cubicBezTo>
                    <a:pt x="39" y="50"/>
                    <a:pt x="39" y="50"/>
                    <a:pt x="39" y="50"/>
                  </a:cubicBezTo>
                  <a:cubicBezTo>
                    <a:pt x="39" y="52"/>
                    <a:pt x="39" y="52"/>
                    <a:pt x="39" y="52"/>
                  </a:cubicBezTo>
                  <a:cubicBezTo>
                    <a:pt x="12" y="52"/>
                    <a:pt x="12" y="52"/>
                    <a:pt x="12" y="52"/>
                  </a:cubicBezTo>
                  <a:cubicBezTo>
                    <a:pt x="12" y="50"/>
                    <a:pt x="12" y="50"/>
                    <a:pt x="12" y="50"/>
                  </a:cubicBezTo>
                  <a:cubicBezTo>
                    <a:pt x="16" y="50"/>
                    <a:pt x="16" y="50"/>
                    <a:pt x="16" y="50"/>
                  </a:cubicBezTo>
                  <a:cubicBezTo>
                    <a:pt x="20" y="50"/>
                    <a:pt x="21" y="48"/>
                    <a:pt x="21" y="44"/>
                  </a:cubicBezTo>
                  <a:cubicBezTo>
                    <a:pt x="21" y="7"/>
                    <a:pt x="21" y="7"/>
                    <a:pt x="21" y="7"/>
                  </a:cubicBezTo>
                  <a:cubicBezTo>
                    <a:pt x="21" y="3"/>
                    <a:pt x="20" y="2"/>
                    <a:pt x="16" y="2"/>
                  </a:cubicBezTo>
                  <a:cubicBezTo>
                    <a:pt x="8" y="2"/>
                    <a:pt x="4" y="9"/>
                    <a:pt x="2" y="14"/>
                  </a:cubicBezTo>
                  <a:cubicBezTo>
                    <a:pt x="0" y="13"/>
                    <a:pt x="0" y="13"/>
                    <a:pt x="0" y="13"/>
                  </a:cubicBezTo>
                  <a:cubicBezTo>
                    <a:pt x="5" y="0"/>
                    <a:pt x="5" y="0"/>
                    <a:pt x="5" y="0"/>
                  </a:cubicBezTo>
                  <a:cubicBezTo>
                    <a:pt x="46" y="0"/>
                    <a:pt x="46" y="0"/>
                    <a:pt x="46" y="0"/>
                  </a:cubicBezTo>
                  <a:cubicBezTo>
                    <a:pt x="51" y="13"/>
                    <a:pt x="51" y="13"/>
                    <a:pt x="51" y="13"/>
                  </a:cubicBezTo>
                  <a:lnTo>
                    <a:pt x="49" y="14"/>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ṥľîḓè"/>
            <p:cNvSpPr/>
            <p:nvPr userDrawn="1">
              <p:custDataLst>
                <p:tags r:id="rId58"/>
              </p:custDataLst>
            </p:nvPr>
          </p:nvSpPr>
          <p:spPr bwMode="auto">
            <a:xfrm>
              <a:off x="9049578" y="3956050"/>
              <a:ext cx="217488" cy="220663"/>
            </a:xfrm>
            <a:custGeom>
              <a:avLst/>
              <a:gdLst>
                <a:gd name="T0" fmla="*/ 51 w 54"/>
                <a:gd name="T1" fmla="*/ 2 h 52"/>
                <a:gd name="T2" fmla="*/ 44 w 54"/>
                <a:gd name="T3" fmla="*/ 8 h 52"/>
                <a:gd name="T4" fmla="*/ 32 w 54"/>
                <a:gd name="T5" fmla="*/ 31 h 52"/>
                <a:gd name="T6" fmla="*/ 32 w 54"/>
                <a:gd name="T7" fmla="*/ 45 h 52"/>
                <a:gd name="T8" fmla="*/ 37 w 54"/>
                <a:gd name="T9" fmla="*/ 50 h 52"/>
                <a:gd name="T10" fmla="*/ 41 w 54"/>
                <a:gd name="T11" fmla="*/ 50 h 52"/>
                <a:gd name="T12" fmla="*/ 41 w 54"/>
                <a:gd name="T13" fmla="*/ 52 h 52"/>
                <a:gd name="T14" fmla="*/ 14 w 54"/>
                <a:gd name="T15" fmla="*/ 52 h 52"/>
                <a:gd name="T16" fmla="*/ 14 w 54"/>
                <a:gd name="T17" fmla="*/ 50 h 52"/>
                <a:gd name="T18" fmla="*/ 18 w 54"/>
                <a:gd name="T19" fmla="*/ 50 h 52"/>
                <a:gd name="T20" fmla="*/ 23 w 54"/>
                <a:gd name="T21" fmla="*/ 45 h 52"/>
                <a:gd name="T22" fmla="*/ 23 w 54"/>
                <a:gd name="T23" fmla="*/ 31 h 52"/>
                <a:gd name="T24" fmla="*/ 9 w 54"/>
                <a:gd name="T25" fmla="*/ 7 h 52"/>
                <a:gd name="T26" fmla="*/ 2 w 54"/>
                <a:gd name="T27" fmla="*/ 2 h 52"/>
                <a:gd name="T28" fmla="*/ 0 w 54"/>
                <a:gd name="T29" fmla="*/ 2 h 52"/>
                <a:gd name="T30" fmla="*/ 0 w 54"/>
                <a:gd name="T31" fmla="*/ 0 h 52"/>
                <a:gd name="T32" fmla="*/ 24 w 54"/>
                <a:gd name="T33" fmla="*/ 0 h 52"/>
                <a:gd name="T34" fmla="*/ 24 w 54"/>
                <a:gd name="T35" fmla="*/ 2 h 52"/>
                <a:gd name="T36" fmla="*/ 21 w 54"/>
                <a:gd name="T37" fmla="*/ 2 h 52"/>
                <a:gd name="T38" fmla="*/ 18 w 54"/>
                <a:gd name="T39" fmla="*/ 5 h 52"/>
                <a:gd name="T40" fmla="*/ 19 w 54"/>
                <a:gd name="T41" fmla="*/ 7 h 52"/>
                <a:gd name="T42" fmla="*/ 31 w 54"/>
                <a:gd name="T43" fmla="*/ 27 h 52"/>
                <a:gd name="T44" fmla="*/ 42 w 54"/>
                <a:gd name="T45" fmla="*/ 8 h 52"/>
                <a:gd name="T46" fmla="*/ 42 w 54"/>
                <a:gd name="T47" fmla="*/ 5 h 52"/>
                <a:gd name="T48" fmla="*/ 39 w 54"/>
                <a:gd name="T49" fmla="*/ 2 h 52"/>
                <a:gd name="T50" fmla="*/ 36 w 54"/>
                <a:gd name="T51" fmla="*/ 2 h 52"/>
                <a:gd name="T52" fmla="*/ 36 w 54"/>
                <a:gd name="T53" fmla="*/ 0 h 52"/>
                <a:gd name="T54" fmla="*/ 54 w 54"/>
                <a:gd name="T55" fmla="*/ 0 h 52"/>
                <a:gd name="T56" fmla="*/ 54 w 54"/>
                <a:gd name="T57" fmla="*/ 2 h 52"/>
                <a:gd name="T58" fmla="*/ 51 w 54"/>
                <a:gd name="T5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4" h="52">
                  <a:moveTo>
                    <a:pt x="51" y="2"/>
                  </a:moveTo>
                  <a:cubicBezTo>
                    <a:pt x="48" y="2"/>
                    <a:pt x="46" y="5"/>
                    <a:pt x="44" y="8"/>
                  </a:cubicBezTo>
                  <a:cubicBezTo>
                    <a:pt x="32" y="31"/>
                    <a:pt x="32" y="31"/>
                    <a:pt x="32" y="31"/>
                  </a:cubicBezTo>
                  <a:cubicBezTo>
                    <a:pt x="32" y="45"/>
                    <a:pt x="32" y="45"/>
                    <a:pt x="32" y="45"/>
                  </a:cubicBezTo>
                  <a:cubicBezTo>
                    <a:pt x="32" y="48"/>
                    <a:pt x="33" y="50"/>
                    <a:pt x="37" y="50"/>
                  </a:cubicBezTo>
                  <a:cubicBezTo>
                    <a:pt x="41" y="50"/>
                    <a:pt x="41" y="50"/>
                    <a:pt x="41" y="50"/>
                  </a:cubicBezTo>
                  <a:cubicBezTo>
                    <a:pt x="41" y="52"/>
                    <a:pt x="41" y="52"/>
                    <a:pt x="41" y="52"/>
                  </a:cubicBezTo>
                  <a:cubicBezTo>
                    <a:pt x="14" y="52"/>
                    <a:pt x="14" y="52"/>
                    <a:pt x="14" y="52"/>
                  </a:cubicBezTo>
                  <a:cubicBezTo>
                    <a:pt x="14" y="50"/>
                    <a:pt x="14" y="50"/>
                    <a:pt x="14" y="50"/>
                  </a:cubicBezTo>
                  <a:cubicBezTo>
                    <a:pt x="18" y="50"/>
                    <a:pt x="18" y="50"/>
                    <a:pt x="18" y="50"/>
                  </a:cubicBezTo>
                  <a:cubicBezTo>
                    <a:pt x="22" y="50"/>
                    <a:pt x="23" y="49"/>
                    <a:pt x="23" y="45"/>
                  </a:cubicBezTo>
                  <a:cubicBezTo>
                    <a:pt x="23" y="31"/>
                    <a:pt x="23" y="31"/>
                    <a:pt x="23" y="31"/>
                  </a:cubicBezTo>
                  <a:cubicBezTo>
                    <a:pt x="9" y="7"/>
                    <a:pt x="9" y="7"/>
                    <a:pt x="9" y="7"/>
                  </a:cubicBezTo>
                  <a:cubicBezTo>
                    <a:pt x="7" y="3"/>
                    <a:pt x="5" y="2"/>
                    <a:pt x="2" y="2"/>
                  </a:cubicBezTo>
                  <a:cubicBezTo>
                    <a:pt x="0" y="2"/>
                    <a:pt x="0" y="2"/>
                    <a:pt x="0" y="2"/>
                  </a:cubicBezTo>
                  <a:cubicBezTo>
                    <a:pt x="0" y="0"/>
                    <a:pt x="0" y="0"/>
                    <a:pt x="0" y="0"/>
                  </a:cubicBezTo>
                  <a:cubicBezTo>
                    <a:pt x="24" y="0"/>
                    <a:pt x="24" y="0"/>
                    <a:pt x="24" y="0"/>
                  </a:cubicBezTo>
                  <a:cubicBezTo>
                    <a:pt x="24" y="2"/>
                    <a:pt x="24" y="2"/>
                    <a:pt x="24" y="2"/>
                  </a:cubicBezTo>
                  <a:cubicBezTo>
                    <a:pt x="21" y="2"/>
                    <a:pt x="21" y="2"/>
                    <a:pt x="21" y="2"/>
                  </a:cubicBezTo>
                  <a:cubicBezTo>
                    <a:pt x="19" y="2"/>
                    <a:pt x="18" y="3"/>
                    <a:pt x="18" y="5"/>
                  </a:cubicBezTo>
                  <a:cubicBezTo>
                    <a:pt x="18" y="5"/>
                    <a:pt x="18" y="6"/>
                    <a:pt x="19" y="7"/>
                  </a:cubicBezTo>
                  <a:cubicBezTo>
                    <a:pt x="31" y="27"/>
                    <a:pt x="31" y="27"/>
                    <a:pt x="31" y="27"/>
                  </a:cubicBezTo>
                  <a:cubicBezTo>
                    <a:pt x="42" y="8"/>
                    <a:pt x="42" y="8"/>
                    <a:pt x="42" y="8"/>
                  </a:cubicBezTo>
                  <a:cubicBezTo>
                    <a:pt x="42" y="7"/>
                    <a:pt x="42" y="6"/>
                    <a:pt x="42" y="5"/>
                  </a:cubicBezTo>
                  <a:cubicBezTo>
                    <a:pt x="42" y="3"/>
                    <a:pt x="41" y="2"/>
                    <a:pt x="39" y="2"/>
                  </a:cubicBezTo>
                  <a:cubicBezTo>
                    <a:pt x="36" y="2"/>
                    <a:pt x="36" y="2"/>
                    <a:pt x="36" y="2"/>
                  </a:cubicBezTo>
                  <a:cubicBezTo>
                    <a:pt x="36" y="0"/>
                    <a:pt x="36" y="0"/>
                    <a:pt x="36" y="0"/>
                  </a:cubicBezTo>
                  <a:cubicBezTo>
                    <a:pt x="54" y="0"/>
                    <a:pt x="54" y="0"/>
                    <a:pt x="54" y="0"/>
                  </a:cubicBezTo>
                  <a:cubicBezTo>
                    <a:pt x="54" y="2"/>
                    <a:pt x="54" y="2"/>
                    <a:pt x="54" y="2"/>
                  </a:cubicBezTo>
                  <a:lnTo>
                    <a:pt x="51" y="2"/>
                  </a:lnTo>
                  <a:close/>
                </a:path>
              </a:pathLst>
            </a:custGeom>
            <a:solidFill>
              <a:srgbClr val="0056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标题和内容">
    <p:spTree>
      <p:nvGrpSpPr>
        <p:cNvPr id="1" name=""/>
        <p:cNvGrpSpPr/>
        <p:nvPr/>
      </p:nvGrpSpPr>
      <p:grpSpPr>
        <a:xfrm>
          <a:off x="0" y="0"/>
          <a:ext cx="0" cy="0"/>
          <a:chOff x="0" y="0"/>
          <a:chExt cx="0" cy="0"/>
        </a:xfrm>
      </p:grpSpPr>
      <p:pic>
        <p:nvPicPr>
          <p:cNvPr id="61" name="图片 60"/>
          <p:cNvPicPr>
            <a:picLocks noChangeAspect="1"/>
          </p:cNvPicPr>
          <p:nvPr userDrawn="1">
            <p:custDataLst>
              <p:tags r:id="rId2"/>
            </p:custDataLst>
          </p:nvPr>
        </p:nvPicPr>
        <p:blipFill rotWithShape="1">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b="13318"/>
          <a:stretch>
            <a:fillRect/>
          </a:stretch>
        </p:blipFill>
        <p:spPr>
          <a:xfrm>
            <a:off x="-1" y="5217192"/>
            <a:ext cx="12192000" cy="1640808"/>
          </a:xfrm>
          <a:prstGeom prst="rect">
            <a:avLst/>
          </a:prstGeom>
        </p:spPr>
      </p:pic>
      <p:sp>
        <p:nvSpPr>
          <p:cNvPr id="62" name="矩形 61"/>
          <p:cNvSpPr/>
          <p:nvPr userDrawn="1">
            <p:custDataLst>
              <p:tags r:id="rId5"/>
            </p:custDataLst>
          </p:nvPr>
        </p:nvSpPr>
        <p:spPr>
          <a:xfrm>
            <a:off x="0" y="6727629"/>
            <a:ext cx="12192000" cy="130371"/>
          </a:xfrm>
          <a:prstGeom prst="rect">
            <a:avLst/>
          </a:prstGeom>
          <a:solidFill>
            <a:srgbClr val="0058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 name="组合 120"/>
          <p:cNvGrpSpPr/>
          <p:nvPr userDrawn="1"/>
        </p:nvGrpSpPr>
        <p:grpSpPr>
          <a:xfrm>
            <a:off x="1230754" y="1592467"/>
            <a:ext cx="1781248" cy="1784352"/>
            <a:chOff x="9791726" y="368300"/>
            <a:chExt cx="567330" cy="568318"/>
          </a:xfrm>
          <a:solidFill>
            <a:srgbClr val="005825"/>
          </a:solidFill>
        </p:grpSpPr>
        <p:sp>
          <p:nvSpPr>
            <p:cNvPr id="122" name="ïś1ïḓè"/>
            <p:cNvSpPr/>
            <p:nvPr userDrawn="1">
              <p:custDataLst>
                <p:tags r:id="rId6"/>
              </p:custDataLst>
            </p:nvPr>
          </p:nvSpPr>
          <p:spPr bwMode="auto">
            <a:xfrm>
              <a:off x="9791726" y="368300"/>
              <a:ext cx="567330" cy="568318"/>
            </a:xfrm>
            <a:custGeom>
              <a:avLst/>
              <a:gdLst>
                <a:gd name="T0" fmla="*/ 546 w 1091"/>
                <a:gd name="T1" fmla="*/ 0 h 1091"/>
                <a:gd name="T2" fmla="*/ 1091 w 1091"/>
                <a:gd name="T3" fmla="*/ 545 h 1091"/>
                <a:gd name="T4" fmla="*/ 546 w 1091"/>
                <a:gd name="T5" fmla="*/ 1091 h 1091"/>
                <a:gd name="T6" fmla="*/ 0 w 1091"/>
                <a:gd name="T7" fmla="*/ 545 h 1091"/>
                <a:gd name="T8" fmla="*/ 546 w 1091"/>
                <a:gd name="T9" fmla="*/ 0 h 1091"/>
                <a:gd name="T10" fmla="*/ 546 w 1091"/>
                <a:gd name="T11" fmla="*/ 38 h 1091"/>
                <a:gd name="T12" fmla="*/ 38 w 1091"/>
                <a:gd name="T13" fmla="*/ 545 h 1091"/>
                <a:gd name="T14" fmla="*/ 546 w 1091"/>
                <a:gd name="T15" fmla="*/ 1053 h 1091"/>
                <a:gd name="T16" fmla="*/ 1053 w 1091"/>
                <a:gd name="T17" fmla="*/ 545 h 1091"/>
                <a:gd name="T18" fmla="*/ 546 w 1091"/>
                <a:gd name="T19" fmla="*/ 38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1" h="1091">
                  <a:moveTo>
                    <a:pt x="546" y="0"/>
                  </a:moveTo>
                  <a:cubicBezTo>
                    <a:pt x="846" y="0"/>
                    <a:pt x="1091" y="245"/>
                    <a:pt x="1091" y="545"/>
                  </a:cubicBezTo>
                  <a:cubicBezTo>
                    <a:pt x="1091" y="846"/>
                    <a:pt x="846" y="1091"/>
                    <a:pt x="546" y="1091"/>
                  </a:cubicBezTo>
                  <a:cubicBezTo>
                    <a:pt x="245" y="1091"/>
                    <a:pt x="0" y="846"/>
                    <a:pt x="0" y="545"/>
                  </a:cubicBezTo>
                  <a:cubicBezTo>
                    <a:pt x="0" y="245"/>
                    <a:pt x="245" y="0"/>
                    <a:pt x="546" y="0"/>
                  </a:cubicBezTo>
                  <a:close/>
                  <a:moveTo>
                    <a:pt x="546" y="38"/>
                  </a:moveTo>
                  <a:cubicBezTo>
                    <a:pt x="266" y="38"/>
                    <a:pt x="38" y="266"/>
                    <a:pt x="38" y="545"/>
                  </a:cubicBezTo>
                  <a:cubicBezTo>
                    <a:pt x="38" y="825"/>
                    <a:pt x="266" y="1053"/>
                    <a:pt x="546" y="1053"/>
                  </a:cubicBezTo>
                  <a:cubicBezTo>
                    <a:pt x="825" y="1053"/>
                    <a:pt x="1053" y="825"/>
                    <a:pt x="1053" y="545"/>
                  </a:cubicBezTo>
                  <a:cubicBezTo>
                    <a:pt x="1053" y="266"/>
                    <a:pt x="825" y="38"/>
                    <a:pt x="54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ṡļïḑè"/>
            <p:cNvSpPr/>
            <p:nvPr userDrawn="1">
              <p:custDataLst>
                <p:tags r:id="rId7"/>
              </p:custDataLst>
            </p:nvPr>
          </p:nvSpPr>
          <p:spPr bwMode="auto">
            <a:xfrm>
              <a:off x="9822339" y="398419"/>
              <a:ext cx="506598" cy="507585"/>
            </a:xfrm>
            <a:custGeom>
              <a:avLst/>
              <a:gdLst>
                <a:gd name="T0" fmla="*/ 487 w 974"/>
                <a:gd name="T1" fmla="*/ 0 h 974"/>
                <a:gd name="T2" fmla="*/ 974 w 974"/>
                <a:gd name="T3" fmla="*/ 487 h 974"/>
                <a:gd name="T4" fmla="*/ 487 w 974"/>
                <a:gd name="T5" fmla="*/ 974 h 974"/>
                <a:gd name="T6" fmla="*/ 0 w 974"/>
                <a:gd name="T7" fmla="*/ 487 h 974"/>
                <a:gd name="T8" fmla="*/ 487 w 974"/>
                <a:gd name="T9" fmla="*/ 0 h 974"/>
                <a:gd name="T10" fmla="*/ 487 w 974"/>
                <a:gd name="T11" fmla="*/ 6 h 974"/>
                <a:gd name="T12" fmla="*/ 6 w 974"/>
                <a:gd name="T13" fmla="*/ 487 h 974"/>
                <a:gd name="T14" fmla="*/ 487 w 974"/>
                <a:gd name="T15" fmla="*/ 968 h 974"/>
                <a:gd name="T16" fmla="*/ 968 w 974"/>
                <a:gd name="T17" fmla="*/ 487 h 974"/>
                <a:gd name="T18" fmla="*/ 487 w 974"/>
                <a:gd name="T19" fmla="*/ 6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4" h="974">
                  <a:moveTo>
                    <a:pt x="487" y="0"/>
                  </a:moveTo>
                  <a:cubicBezTo>
                    <a:pt x="755" y="0"/>
                    <a:pt x="974" y="219"/>
                    <a:pt x="974" y="487"/>
                  </a:cubicBezTo>
                  <a:cubicBezTo>
                    <a:pt x="974" y="755"/>
                    <a:pt x="755" y="974"/>
                    <a:pt x="487" y="974"/>
                  </a:cubicBezTo>
                  <a:cubicBezTo>
                    <a:pt x="219" y="974"/>
                    <a:pt x="0" y="755"/>
                    <a:pt x="0" y="487"/>
                  </a:cubicBezTo>
                  <a:cubicBezTo>
                    <a:pt x="0" y="219"/>
                    <a:pt x="219" y="0"/>
                    <a:pt x="487" y="0"/>
                  </a:cubicBezTo>
                  <a:close/>
                  <a:moveTo>
                    <a:pt x="487" y="6"/>
                  </a:moveTo>
                  <a:cubicBezTo>
                    <a:pt x="222" y="6"/>
                    <a:pt x="6" y="222"/>
                    <a:pt x="6" y="487"/>
                  </a:cubicBezTo>
                  <a:cubicBezTo>
                    <a:pt x="6" y="752"/>
                    <a:pt x="222" y="968"/>
                    <a:pt x="487" y="968"/>
                  </a:cubicBezTo>
                  <a:cubicBezTo>
                    <a:pt x="752" y="968"/>
                    <a:pt x="968" y="752"/>
                    <a:pt x="968" y="487"/>
                  </a:cubicBezTo>
                  <a:cubicBezTo>
                    <a:pt x="968" y="222"/>
                    <a:pt x="752" y="6"/>
                    <a:pt x="48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í$líḋè"/>
            <p:cNvSpPr/>
            <p:nvPr userDrawn="1">
              <p:custDataLst>
                <p:tags r:id="rId8"/>
              </p:custDataLst>
            </p:nvPr>
          </p:nvSpPr>
          <p:spPr bwMode="auto">
            <a:xfrm>
              <a:off x="9915660" y="479396"/>
              <a:ext cx="71101" cy="80483"/>
            </a:xfrm>
            <a:custGeom>
              <a:avLst/>
              <a:gdLst>
                <a:gd name="T0" fmla="*/ 119 w 137"/>
                <a:gd name="T1" fmla="*/ 142 h 154"/>
                <a:gd name="T2" fmla="*/ 64 w 137"/>
                <a:gd name="T3" fmla="*/ 93 h 154"/>
                <a:gd name="T4" fmla="*/ 56 w 137"/>
                <a:gd name="T5" fmla="*/ 120 h 154"/>
                <a:gd name="T6" fmla="*/ 35 w 137"/>
                <a:gd name="T7" fmla="*/ 118 h 154"/>
                <a:gd name="T8" fmla="*/ 9 w 137"/>
                <a:gd name="T9" fmla="*/ 91 h 154"/>
                <a:gd name="T10" fmla="*/ 15 w 137"/>
                <a:gd name="T11" fmla="*/ 81 h 154"/>
                <a:gd name="T12" fmla="*/ 22 w 137"/>
                <a:gd name="T13" fmla="*/ 60 h 154"/>
                <a:gd name="T14" fmla="*/ 18 w 137"/>
                <a:gd name="T15" fmla="*/ 44 h 154"/>
                <a:gd name="T16" fmla="*/ 4 w 137"/>
                <a:gd name="T17" fmla="*/ 16 h 154"/>
                <a:gd name="T18" fmla="*/ 36 w 137"/>
                <a:gd name="T19" fmla="*/ 26 h 154"/>
                <a:gd name="T20" fmla="*/ 69 w 137"/>
                <a:gd name="T21" fmla="*/ 0 h 154"/>
                <a:gd name="T22" fmla="*/ 82 w 137"/>
                <a:gd name="T23" fmla="*/ 13 h 154"/>
                <a:gd name="T24" fmla="*/ 86 w 137"/>
                <a:gd name="T25" fmla="*/ 29 h 154"/>
                <a:gd name="T26" fmla="*/ 79 w 137"/>
                <a:gd name="T27" fmla="*/ 74 h 154"/>
                <a:gd name="T28" fmla="*/ 104 w 137"/>
                <a:gd name="T29" fmla="*/ 101 h 154"/>
                <a:gd name="T30" fmla="*/ 134 w 137"/>
                <a:gd name="T31" fmla="*/ 142 h 154"/>
                <a:gd name="T32" fmla="*/ 119 w 137"/>
                <a:gd name="T33" fmla="*/ 142 h 154"/>
                <a:gd name="T34" fmla="*/ 37 w 137"/>
                <a:gd name="T35" fmla="*/ 67 h 154"/>
                <a:gd name="T36" fmla="*/ 30 w 137"/>
                <a:gd name="T37" fmla="*/ 77 h 154"/>
                <a:gd name="T38" fmla="*/ 37 w 137"/>
                <a:gd name="T39" fmla="*/ 84 h 154"/>
                <a:gd name="T40" fmla="*/ 46 w 137"/>
                <a:gd name="T41" fmla="*/ 76 h 154"/>
                <a:gd name="T42" fmla="*/ 37 w 137"/>
                <a:gd name="T43" fmla="*/ 67 h 154"/>
                <a:gd name="T44" fmla="*/ 46 w 137"/>
                <a:gd name="T45" fmla="*/ 35 h 154"/>
                <a:gd name="T46" fmla="*/ 52 w 137"/>
                <a:gd name="T47" fmla="*/ 46 h 154"/>
                <a:gd name="T48" fmla="*/ 61 w 137"/>
                <a:gd name="T49" fmla="*/ 44 h 154"/>
                <a:gd name="T50" fmla="*/ 59 w 137"/>
                <a:gd name="T51" fmla="*/ 32 h 154"/>
                <a:gd name="T52" fmla="*/ 46 w 137"/>
                <a:gd name="T53" fmla="*/ 3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7" h="154">
                  <a:moveTo>
                    <a:pt x="119" y="142"/>
                  </a:moveTo>
                  <a:cubicBezTo>
                    <a:pt x="106" y="132"/>
                    <a:pt x="68" y="90"/>
                    <a:pt x="64" y="93"/>
                  </a:cubicBezTo>
                  <a:cubicBezTo>
                    <a:pt x="53" y="100"/>
                    <a:pt x="58" y="118"/>
                    <a:pt x="56" y="120"/>
                  </a:cubicBezTo>
                  <a:cubicBezTo>
                    <a:pt x="52" y="123"/>
                    <a:pt x="39" y="123"/>
                    <a:pt x="35" y="118"/>
                  </a:cubicBezTo>
                  <a:cubicBezTo>
                    <a:pt x="30" y="113"/>
                    <a:pt x="17" y="100"/>
                    <a:pt x="9" y="91"/>
                  </a:cubicBezTo>
                  <a:cubicBezTo>
                    <a:pt x="6" y="82"/>
                    <a:pt x="7" y="80"/>
                    <a:pt x="15" y="81"/>
                  </a:cubicBezTo>
                  <a:cubicBezTo>
                    <a:pt x="17" y="74"/>
                    <a:pt x="19" y="66"/>
                    <a:pt x="22" y="60"/>
                  </a:cubicBezTo>
                  <a:cubicBezTo>
                    <a:pt x="25" y="52"/>
                    <a:pt x="25" y="50"/>
                    <a:pt x="18" y="44"/>
                  </a:cubicBezTo>
                  <a:cubicBezTo>
                    <a:pt x="2" y="29"/>
                    <a:pt x="0" y="23"/>
                    <a:pt x="4" y="16"/>
                  </a:cubicBezTo>
                  <a:cubicBezTo>
                    <a:pt x="13" y="0"/>
                    <a:pt x="35" y="26"/>
                    <a:pt x="36" y="26"/>
                  </a:cubicBezTo>
                  <a:cubicBezTo>
                    <a:pt x="47" y="22"/>
                    <a:pt x="56" y="0"/>
                    <a:pt x="69" y="0"/>
                  </a:cubicBezTo>
                  <a:cubicBezTo>
                    <a:pt x="75" y="1"/>
                    <a:pt x="83" y="7"/>
                    <a:pt x="82" y="13"/>
                  </a:cubicBezTo>
                  <a:cubicBezTo>
                    <a:pt x="82" y="19"/>
                    <a:pt x="77" y="24"/>
                    <a:pt x="86" y="29"/>
                  </a:cubicBezTo>
                  <a:cubicBezTo>
                    <a:pt x="101" y="38"/>
                    <a:pt x="70" y="61"/>
                    <a:pt x="79" y="74"/>
                  </a:cubicBezTo>
                  <a:cubicBezTo>
                    <a:pt x="86" y="83"/>
                    <a:pt x="97" y="92"/>
                    <a:pt x="104" y="101"/>
                  </a:cubicBezTo>
                  <a:cubicBezTo>
                    <a:pt x="113" y="111"/>
                    <a:pt x="132" y="131"/>
                    <a:pt x="134" y="142"/>
                  </a:cubicBezTo>
                  <a:cubicBezTo>
                    <a:pt x="137" y="154"/>
                    <a:pt x="122" y="145"/>
                    <a:pt x="119" y="142"/>
                  </a:cubicBezTo>
                  <a:close/>
                  <a:moveTo>
                    <a:pt x="37" y="67"/>
                  </a:moveTo>
                  <a:cubicBezTo>
                    <a:pt x="33" y="67"/>
                    <a:pt x="31" y="72"/>
                    <a:pt x="30" y="77"/>
                  </a:cubicBezTo>
                  <a:cubicBezTo>
                    <a:pt x="30" y="82"/>
                    <a:pt x="32" y="83"/>
                    <a:pt x="37" y="84"/>
                  </a:cubicBezTo>
                  <a:cubicBezTo>
                    <a:pt x="42" y="84"/>
                    <a:pt x="45" y="80"/>
                    <a:pt x="46" y="76"/>
                  </a:cubicBezTo>
                  <a:cubicBezTo>
                    <a:pt x="46" y="72"/>
                    <a:pt x="42" y="68"/>
                    <a:pt x="37" y="67"/>
                  </a:cubicBezTo>
                  <a:close/>
                  <a:moveTo>
                    <a:pt x="46" y="35"/>
                  </a:moveTo>
                  <a:cubicBezTo>
                    <a:pt x="43" y="39"/>
                    <a:pt x="48" y="43"/>
                    <a:pt x="52" y="46"/>
                  </a:cubicBezTo>
                  <a:cubicBezTo>
                    <a:pt x="56" y="50"/>
                    <a:pt x="58" y="48"/>
                    <a:pt x="61" y="44"/>
                  </a:cubicBezTo>
                  <a:cubicBezTo>
                    <a:pt x="64" y="39"/>
                    <a:pt x="62" y="34"/>
                    <a:pt x="59" y="32"/>
                  </a:cubicBezTo>
                  <a:cubicBezTo>
                    <a:pt x="56" y="29"/>
                    <a:pt x="49" y="31"/>
                    <a:pt x="4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ïṡľîḋè"/>
            <p:cNvSpPr/>
            <p:nvPr userDrawn="1">
              <p:custDataLst>
                <p:tags r:id="rId9"/>
              </p:custDataLst>
            </p:nvPr>
          </p:nvSpPr>
          <p:spPr bwMode="auto">
            <a:xfrm>
              <a:off x="9999599" y="440389"/>
              <a:ext cx="54808" cy="64189"/>
            </a:xfrm>
            <a:custGeom>
              <a:avLst/>
              <a:gdLst>
                <a:gd name="T0" fmla="*/ 90 w 105"/>
                <a:gd name="T1" fmla="*/ 91 h 123"/>
                <a:gd name="T2" fmla="*/ 87 w 105"/>
                <a:gd name="T3" fmla="*/ 82 h 123"/>
                <a:gd name="T4" fmla="*/ 65 w 105"/>
                <a:gd name="T5" fmla="*/ 87 h 123"/>
                <a:gd name="T6" fmla="*/ 54 w 105"/>
                <a:gd name="T7" fmla="*/ 96 h 123"/>
                <a:gd name="T8" fmla="*/ 31 w 105"/>
                <a:gd name="T9" fmla="*/ 116 h 123"/>
                <a:gd name="T10" fmla="*/ 22 w 105"/>
                <a:gd name="T11" fmla="*/ 120 h 123"/>
                <a:gd name="T12" fmla="*/ 9 w 105"/>
                <a:gd name="T13" fmla="*/ 93 h 123"/>
                <a:gd name="T14" fmla="*/ 5 w 105"/>
                <a:gd name="T15" fmla="*/ 69 h 123"/>
                <a:gd name="T16" fmla="*/ 14 w 105"/>
                <a:gd name="T17" fmla="*/ 72 h 123"/>
                <a:gd name="T18" fmla="*/ 29 w 105"/>
                <a:gd name="T19" fmla="*/ 89 h 123"/>
                <a:gd name="T20" fmla="*/ 42 w 105"/>
                <a:gd name="T21" fmla="*/ 76 h 123"/>
                <a:gd name="T22" fmla="*/ 21 w 105"/>
                <a:gd name="T23" fmla="*/ 22 h 123"/>
                <a:gd name="T24" fmla="*/ 19 w 105"/>
                <a:gd name="T25" fmla="*/ 4 h 123"/>
                <a:gd name="T26" fmla="*/ 37 w 105"/>
                <a:gd name="T27" fmla="*/ 6 h 123"/>
                <a:gd name="T28" fmla="*/ 46 w 105"/>
                <a:gd name="T29" fmla="*/ 25 h 123"/>
                <a:gd name="T30" fmla="*/ 65 w 105"/>
                <a:gd name="T31" fmla="*/ 64 h 123"/>
                <a:gd name="T32" fmla="*/ 76 w 105"/>
                <a:gd name="T33" fmla="*/ 50 h 123"/>
                <a:gd name="T34" fmla="*/ 77 w 105"/>
                <a:gd name="T35" fmla="*/ 30 h 123"/>
                <a:gd name="T36" fmla="*/ 102 w 105"/>
                <a:gd name="T37" fmla="*/ 60 h 123"/>
                <a:gd name="T38" fmla="*/ 101 w 105"/>
                <a:gd name="T39" fmla="*/ 90 h 123"/>
                <a:gd name="T40" fmla="*/ 90 w 105"/>
                <a:gd name="T41" fmla="*/ 9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5" h="123">
                  <a:moveTo>
                    <a:pt x="90" y="91"/>
                  </a:moveTo>
                  <a:cubicBezTo>
                    <a:pt x="89" y="89"/>
                    <a:pt x="88" y="86"/>
                    <a:pt x="87" y="82"/>
                  </a:cubicBezTo>
                  <a:cubicBezTo>
                    <a:pt x="83" y="70"/>
                    <a:pt x="75" y="74"/>
                    <a:pt x="65" y="87"/>
                  </a:cubicBezTo>
                  <a:cubicBezTo>
                    <a:pt x="60" y="93"/>
                    <a:pt x="61" y="92"/>
                    <a:pt x="54" y="96"/>
                  </a:cubicBezTo>
                  <a:cubicBezTo>
                    <a:pt x="48" y="99"/>
                    <a:pt x="38" y="101"/>
                    <a:pt x="31" y="116"/>
                  </a:cubicBezTo>
                  <a:cubicBezTo>
                    <a:pt x="28" y="123"/>
                    <a:pt x="27" y="123"/>
                    <a:pt x="22" y="120"/>
                  </a:cubicBezTo>
                  <a:cubicBezTo>
                    <a:pt x="15" y="116"/>
                    <a:pt x="8" y="107"/>
                    <a:pt x="9" y="93"/>
                  </a:cubicBezTo>
                  <a:cubicBezTo>
                    <a:pt x="10" y="83"/>
                    <a:pt x="0" y="75"/>
                    <a:pt x="5" y="69"/>
                  </a:cubicBezTo>
                  <a:cubicBezTo>
                    <a:pt x="6" y="67"/>
                    <a:pt x="10" y="66"/>
                    <a:pt x="14" y="72"/>
                  </a:cubicBezTo>
                  <a:cubicBezTo>
                    <a:pt x="21" y="84"/>
                    <a:pt x="22" y="93"/>
                    <a:pt x="29" y="89"/>
                  </a:cubicBezTo>
                  <a:cubicBezTo>
                    <a:pt x="37" y="85"/>
                    <a:pt x="45" y="85"/>
                    <a:pt x="42" y="76"/>
                  </a:cubicBezTo>
                  <a:cubicBezTo>
                    <a:pt x="40" y="69"/>
                    <a:pt x="28" y="38"/>
                    <a:pt x="21" y="22"/>
                  </a:cubicBezTo>
                  <a:cubicBezTo>
                    <a:pt x="18" y="14"/>
                    <a:pt x="14" y="12"/>
                    <a:pt x="19" y="4"/>
                  </a:cubicBezTo>
                  <a:cubicBezTo>
                    <a:pt x="20" y="2"/>
                    <a:pt x="28" y="0"/>
                    <a:pt x="37" y="6"/>
                  </a:cubicBezTo>
                  <a:cubicBezTo>
                    <a:pt x="37" y="6"/>
                    <a:pt x="41" y="9"/>
                    <a:pt x="46" y="25"/>
                  </a:cubicBezTo>
                  <a:cubicBezTo>
                    <a:pt x="51" y="42"/>
                    <a:pt x="58" y="69"/>
                    <a:pt x="65" y="64"/>
                  </a:cubicBezTo>
                  <a:cubicBezTo>
                    <a:pt x="72" y="59"/>
                    <a:pt x="77" y="56"/>
                    <a:pt x="76" y="50"/>
                  </a:cubicBezTo>
                  <a:cubicBezTo>
                    <a:pt x="76" y="44"/>
                    <a:pt x="71" y="31"/>
                    <a:pt x="77" y="30"/>
                  </a:cubicBezTo>
                  <a:cubicBezTo>
                    <a:pt x="82" y="29"/>
                    <a:pt x="96" y="26"/>
                    <a:pt x="102" y="60"/>
                  </a:cubicBezTo>
                  <a:cubicBezTo>
                    <a:pt x="105" y="76"/>
                    <a:pt x="103" y="85"/>
                    <a:pt x="101" y="90"/>
                  </a:cubicBezTo>
                  <a:cubicBezTo>
                    <a:pt x="98" y="97"/>
                    <a:pt x="94" y="97"/>
                    <a:pt x="90" y="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Sļïḑê"/>
            <p:cNvSpPr/>
            <p:nvPr userDrawn="1">
              <p:custDataLst>
                <p:tags r:id="rId10"/>
              </p:custDataLst>
            </p:nvPr>
          </p:nvSpPr>
          <p:spPr bwMode="auto">
            <a:xfrm>
              <a:off x="10089957" y="434464"/>
              <a:ext cx="71595" cy="75545"/>
            </a:xfrm>
            <a:custGeom>
              <a:avLst/>
              <a:gdLst>
                <a:gd name="T0" fmla="*/ 133 w 137"/>
                <a:gd name="T1" fmla="*/ 142 h 145"/>
                <a:gd name="T2" fmla="*/ 105 w 137"/>
                <a:gd name="T3" fmla="*/ 141 h 145"/>
                <a:gd name="T4" fmla="*/ 77 w 137"/>
                <a:gd name="T5" fmla="*/ 111 h 145"/>
                <a:gd name="T6" fmla="*/ 67 w 137"/>
                <a:gd name="T7" fmla="*/ 73 h 145"/>
                <a:gd name="T8" fmla="*/ 62 w 137"/>
                <a:gd name="T9" fmla="*/ 72 h 145"/>
                <a:gd name="T10" fmla="*/ 28 w 137"/>
                <a:gd name="T11" fmla="*/ 108 h 145"/>
                <a:gd name="T12" fmla="*/ 4 w 137"/>
                <a:gd name="T13" fmla="*/ 89 h 145"/>
                <a:gd name="T14" fmla="*/ 21 w 137"/>
                <a:gd name="T15" fmla="*/ 88 h 145"/>
                <a:gd name="T16" fmla="*/ 46 w 137"/>
                <a:gd name="T17" fmla="*/ 63 h 145"/>
                <a:gd name="T18" fmla="*/ 20 w 137"/>
                <a:gd name="T19" fmla="*/ 46 h 145"/>
                <a:gd name="T20" fmla="*/ 31 w 137"/>
                <a:gd name="T21" fmla="*/ 26 h 145"/>
                <a:gd name="T22" fmla="*/ 64 w 137"/>
                <a:gd name="T23" fmla="*/ 29 h 145"/>
                <a:gd name="T24" fmla="*/ 66 w 137"/>
                <a:gd name="T25" fmla="*/ 12 h 145"/>
                <a:gd name="T26" fmla="*/ 75 w 137"/>
                <a:gd name="T27" fmla="*/ 0 h 145"/>
                <a:gd name="T28" fmla="*/ 90 w 137"/>
                <a:gd name="T29" fmla="*/ 17 h 145"/>
                <a:gd name="T30" fmla="*/ 106 w 137"/>
                <a:gd name="T31" fmla="*/ 30 h 145"/>
                <a:gd name="T32" fmla="*/ 112 w 137"/>
                <a:gd name="T33" fmla="*/ 47 h 145"/>
                <a:gd name="T34" fmla="*/ 79 w 137"/>
                <a:gd name="T35" fmla="*/ 55 h 145"/>
                <a:gd name="T36" fmla="*/ 127 w 137"/>
                <a:gd name="T37" fmla="*/ 130 h 145"/>
                <a:gd name="T38" fmla="*/ 133 w 137"/>
                <a:gd name="T3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45">
                  <a:moveTo>
                    <a:pt x="133" y="142"/>
                  </a:moveTo>
                  <a:cubicBezTo>
                    <a:pt x="133" y="142"/>
                    <a:pt x="118" y="145"/>
                    <a:pt x="105" y="141"/>
                  </a:cubicBezTo>
                  <a:cubicBezTo>
                    <a:pt x="86" y="136"/>
                    <a:pt x="83" y="126"/>
                    <a:pt x="77" y="111"/>
                  </a:cubicBezTo>
                  <a:cubicBezTo>
                    <a:pt x="74" y="100"/>
                    <a:pt x="69" y="86"/>
                    <a:pt x="67" y="73"/>
                  </a:cubicBezTo>
                  <a:cubicBezTo>
                    <a:pt x="65" y="73"/>
                    <a:pt x="63" y="72"/>
                    <a:pt x="62" y="72"/>
                  </a:cubicBezTo>
                  <a:cubicBezTo>
                    <a:pt x="62" y="72"/>
                    <a:pt x="42" y="108"/>
                    <a:pt x="28" y="108"/>
                  </a:cubicBezTo>
                  <a:cubicBezTo>
                    <a:pt x="14" y="108"/>
                    <a:pt x="0" y="102"/>
                    <a:pt x="4" y="89"/>
                  </a:cubicBezTo>
                  <a:cubicBezTo>
                    <a:pt x="4" y="89"/>
                    <a:pt x="9" y="86"/>
                    <a:pt x="21" y="88"/>
                  </a:cubicBezTo>
                  <a:cubicBezTo>
                    <a:pt x="33" y="90"/>
                    <a:pt x="46" y="63"/>
                    <a:pt x="46" y="63"/>
                  </a:cubicBezTo>
                  <a:cubicBezTo>
                    <a:pt x="46" y="63"/>
                    <a:pt x="20" y="54"/>
                    <a:pt x="20" y="46"/>
                  </a:cubicBezTo>
                  <a:cubicBezTo>
                    <a:pt x="20" y="38"/>
                    <a:pt x="21" y="20"/>
                    <a:pt x="31" y="26"/>
                  </a:cubicBezTo>
                  <a:cubicBezTo>
                    <a:pt x="42" y="31"/>
                    <a:pt x="61" y="36"/>
                    <a:pt x="64" y="29"/>
                  </a:cubicBezTo>
                  <a:cubicBezTo>
                    <a:pt x="67" y="22"/>
                    <a:pt x="66" y="16"/>
                    <a:pt x="66" y="12"/>
                  </a:cubicBezTo>
                  <a:cubicBezTo>
                    <a:pt x="65" y="7"/>
                    <a:pt x="67" y="1"/>
                    <a:pt x="75" y="0"/>
                  </a:cubicBezTo>
                  <a:cubicBezTo>
                    <a:pt x="83" y="0"/>
                    <a:pt x="92" y="5"/>
                    <a:pt x="90" y="17"/>
                  </a:cubicBezTo>
                  <a:cubicBezTo>
                    <a:pt x="89" y="30"/>
                    <a:pt x="86" y="33"/>
                    <a:pt x="106" y="30"/>
                  </a:cubicBezTo>
                  <a:cubicBezTo>
                    <a:pt x="108" y="29"/>
                    <a:pt x="120" y="41"/>
                    <a:pt x="112" y="47"/>
                  </a:cubicBezTo>
                  <a:cubicBezTo>
                    <a:pt x="104" y="53"/>
                    <a:pt x="78" y="50"/>
                    <a:pt x="79" y="55"/>
                  </a:cubicBezTo>
                  <a:cubicBezTo>
                    <a:pt x="81" y="96"/>
                    <a:pt x="113" y="122"/>
                    <a:pt x="127" y="130"/>
                  </a:cubicBezTo>
                  <a:cubicBezTo>
                    <a:pt x="137" y="135"/>
                    <a:pt x="136" y="140"/>
                    <a:pt x="133" y="1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ṥḷîďé"/>
            <p:cNvSpPr/>
            <p:nvPr userDrawn="1">
              <p:custDataLst>
                <p:tags r:id="rId11"/>
              </p:custDataLst>
            </p:nvPr>
          </p:nvSpPr>
          <p:spPr bwMode="auto">
            <a:xfrm>
              <a:off x="9936891" y="531241"/>
              <a:ext cx="286875" cy="267618"/>
            </a:xfrm>
            <a:custGeom>
              <a:avLst/>
              <a:gdLst>
                <a:gd name="T0" fmla="*/ 289 w 552"/>
                <a:gd name="T1" fmla="*/ 111 h 514"/>
                <a:gd name="T2" fmla="*/ 290 w 552"/>
                <a:gd name="T3" fmla="*/ 132 h 514"/>
                <a:gd name="T4" fmla="*/ 315 w 552"/>
                <a:gd name="T5" fmla="*/ 152 h 514"/>
                <a:gd name="T6" fmla="*/ 239 w 552"/>
                <a:gd name="T7" fmla="*/ 132 h 514"/>
                <a:gd name="T8" fmla="*/ 259 w 552"/>
                <a:gd name="T9" fmla="*/ 111 h 514"/>
                <a:gd name="T10" fmla="*/ 236 w 552"/>
                <a:gd name="T11" fmla="*/ 429 h 514"/>
                <a:gd name="T12" fmla="*/ 236 w 552"/>
                <a:gd name="T13" fmla="*/ 429 h 514"/>
                <a:gd name="T14" fmla="*/ 308 w 552"/>
                <a:gd name="T15" fmla="*/ 425 h 514"/>
                <a:gd name="T16" fmla="*/ 320 w 552"/>
                <a:gd name="T17" fmla="*/ 442 h 514"/>
                <a:gd name="T18" fmla="*/ 312 w 552"/>
                <a:gd name="T19" fmla="*/ 444 h 514"/>
                <a:gd name="T20" fmla="*/ 311 w 552"/>
                <a:gd name="T21" fmla="*/ 439 h 514"/>
                <a:gd name="T22" fmla="*/ 262 w 552"/>
                <a:gd name="T23" fmla="*/ 436 h 514"/>
                <a:gd name="T24" fmla="*/ 268 w 552"/>
                <a:gd name="T25" fmla="*/ 441 h 514"/>
                <a:gd name="T26" fmla="*/ 262 w 552"/>
                <a:gd name="T27" fmla="*/ 443 h 514"/>
                <a:gd name="T28" fmla="*/ 294 w 552"/>
                <a:gd name="T29" fmla="*/ 449 h 514"/>
                <a:gd name="T30" fmla="*/ 285 w 552"/>
                <a:gd name="T31" fmla="*/ 435 h 514"/>
                <a:gd name="T32" fmla="*/ 281 w 552"/>
                <a:gd name="T33" fmla="*/ 432 h 514"/>
                <a:gd name="T34" fmla="*/ 277 w 552"/>
                <a:gd name="T35" fmla="*/ 428 h 514"/>
                <a:gd name="T36" fmla="*/ 291 w 552"/>
                <a:gd name="T37" fmla="*/ 432 h 514"/>
                <a:gd name="T38" fmla="*/ 284 w 552"/>
                <a:gd name="T39" fmla="*/ 445 h 514"/>
                <a:gd name="T40" fmla="*/ 307 w 552"/>
                <a:gd name="T41" fmla="*/ 157 h 514"/>
                <a:gd name="T42" fmla="*/ 231 w 552"/>
                <a:gd name="T43" fmla="*/ 322 h 514"/>
                <a:gd name="T44" fmla="*/ 261 w 552"/>
                <a:gd name="T45" fmla="*/ 157 h 514"/>
                <a:gd name="T46" fmla="*/ 285 w 552"/>
                <a:gd name="T47" fmla="*/ 157 h 514"/>
                <a:gd name="T48" fmla="*/ 232 w 552"/>
                <a:gd name="T49" fmla="*/ 336 h 514"/>
                <a:gd name="T50" fmla="*/ 221 w 552"/>
                <a:gd name="T51" fmla="*/ 313 h 514"/>
                <a:gd name="T52" fmla="*/ 127 w 552"/>
                <a:gd name="T53" fmla="*/ 280 h 514"/>
                <a:gd name="T54" fmla="*/ 127 w 552"/>
                <a:gd name="T55" fmla="*/ 264 h 514"/>
                <a:gd name="T56" fmla="*/ 35 w 552"/>
                <a:gd name="T57" fmla="*/ 260 h 514"/>
                <a:gd name="T58" fmla="*/ 183 w 552"/>
                <a:gd name="T59" fmla="*/ 399 h 514"/>
                <a:gd name="T60" fmla="*/ 366 w 552"/>
                <a:gd name="T61" fmla="*/ 386 h 514"/>
                <a:gd name="T62" fmla="*/ 503 w 552"/>
                <a:gd name="T63" fmla="*/ 214 h 514"/>
                <a:gd name="T64" fmla="*/ 311 w 552"/>
                <a:gd name="T65" fmla="*/ 264 h 514"/>
                <a:gd name="T66" fmla="*/ 311 w 552"/>
                <a:gd name="T67" fmla="*/ 280 h 514"/>
                <a:gd name="T68" fmla="*/ 326 w 552"/>
                <a:gd name="T69" fmla="*/ 332 h 514"/>
                <a:gd name="T70" fmla="*/ 323 w 552"/>
                <a:gd name="T71" fmla="*/ 336 h 514"/>
                <a:gd name="T72" fmla="*/ 295 w 552"/>
                <a:gd name="T73" fmla="*/ 327 h 514"/>
                <a:gd name="T74" fmla="*/ 266 w 552"/>
                <a:gd name="T75" fmla="*/ 328 h 514"/>
                <a:gd name="T76" fmla="*/ 237 w 552"/>
                <a:gd name="T77" fmla="*/ 327 h 514"/>
                <a:gd name="T78" fmla="*/ 252 w 552"/>
                <a:gd name="T79" fmla="*/ 366 h 514"/>
                <a:gd name="T80" fmla="*/ 294 w 552"/>
                <a:gd name="T81" fmla="*/ 366 h 514"/>
                <a:gd name="T82" fmla="*/ 199 w 552"/>
                <a:gd name="T83" fmla="*/ 407 h 514"/>
                <a:gd name="T84" fmla="*/ 211 w 552"/>
                <a:gd name="T85" fmla="*/ 407 h 514"/>
                <a:gd name="T86" fmla="*/ 376 w 552"/>
                <a:gd name="T87" fmla="*/ 311 h 514"/>
                <a:gd name="T88" fmla="*/ 336 w 552"/>
                <a:gd name="T89" fmla="*/ 314 h 514"/>
                <a:gd name="T90" fmla="*/ 354 w 552"/>
                <a:gd name="T91" fmla="*/ 354 h 514"/>
                <a:gd name="T92" fmla="*/ 403 w 552"/>
                <a:gd name="T93" fmla="*/ 288 h 514"/>
                <a:gd name="T94" fmla="*/ 211 w 552"/>
                <a:gd name="T95" fmla="*/ 346 h 514"/>
                <a:gd name="T96" fmla="*/ 192 w 552"/>
                <a:gd name="T97" fmla="*/ 297 h 514"/>
                <a:gd name="T98" fmla="*/ 144 w 552"/>
                <a:gd name="T99" fmla="*/ 288 h 514"/>
                <a:gd name="T100" fmla="*/ 285 w 552"/>
                <a:gd name="T101" fmla="*/ 302 h 514"/>
                <a:gd name="T102" fmla="*/ 269 w 552"/>
                <a:gd name="T103" fmla="*/ 229 h 514"/>
                <a:gd name="T104" fmla="*/ 278 w 552"/>
                <a:gd name="T105" fmla="*/ 268 h 514"/>
                <a:gd name="T106" fmla="*/ 273 w 552"/>
                <a:gd name="T107" fmla="*/ 169 h 514"/>
                <a:gd name="T108" fmla="*/ 273 w 552"/>
                <a:gd name="T109" fmla="*/ 169 h 514"/>
                <a:gd name="T110" fmla="*/ 269 w 552"/>
                <a:gd name="T111" fmla="*/ 120 h 514"/>
                <a:gd name="T112" fmla="*/ 281 w 552"/>
                <a:gd name="T113" fmla="*/ 132 h 514"/>
                <a:gd name="T114" fmla="*/ 552 w 552"/>
                <a:gd name="T115" fmla="*/ 258 h 514"/>
                <a:gd name="T116" fmla="*/ 0 w 552"/>
                <a:gd name="T117" fmla="*/ 258 h 514"/>
                <a:gd name="T118" fmla="*/ 383 w 552"/>
                <a:gd name="T119" fmla="*/ 403 h 514"/>
                <a:gd name="T120" fmla="*/ 169 w 552"/>
                <a:gd name="T121" fmla="*/ 112 h 514"/>
                <a:gd name="T122" fmla="*/ 383 w 552"/>
                <a:gd name="T123" fmla="*/ 40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2" h="514">
                  <a:moveTo>
                    <a:pt x="270" y="68"/>
                  </a:moveTo>
                  <a:cubicBezTo>
                    <a:pt x="276" y="68"/>
                    <a:pt x="276" y="68"/>
                    <a:pt x="276" y="68"/>
                  </a:cubicBezTo>
                  <a:cubicBezTo>
                    <a:pt x="276" y="89"/>
                    <a:pt x="276" y="89"/>
                    <a:pt x="276" y="89"/>
                  </a:cubicBezTo>
                  <a:cubicBezTo>
                    <a:pt x="288" y="100"/>
                    <a:pt x="289" y="111"/>
                    <a:pt x="289" y="111"/>
                  </a:cubicBezTo>
                  <a:cubicBezTo>
                    <a:pt x="286" y="111"/>
                    <a:pt x="286" y="111"/>
                    <a:pt x="286" y="111"/>
                  </a:cubicBezTo>
                  <a:cubicBezTo>
                    <a:pt x="286" y="118"/>
                    <a:pt x="286" y="118"/>
                    <a:pt x="286" y="118"/>
                  </a:cubicBezTo>
                  <a:cubicBezTo>
                    <a:pt x="290" y="118"/>
                    <a:pt x="290" y="118"/>
                    <a:pt x="290" y="118"/>
                  </a:cubicBezTo>
                  <a:cubicBezTo>
                    <a:pt x="290" y="132"/>
                    <a:pt x="290" y="132"/>
                    <a:pt x="290" y="132"/>
                  </a:cubicBezTo>
                  <a:cubicBezTo>
                    <a:pt x="307" y="132"/>
                    <a:pt x="307" y="132"/>
                    <a:pt x="307" y="132"/>
                  </a:cubicBezTo>
                  <a:cubicBezTo>
                    <a:pt x="307" y="144"/>
                    <a:pt x="307" y="144"/>
                    <a:pt x="307" y="144"/>
                  </a:cubicBezTo>
                  <a:cubicBezTo>
                    <a:pt x="315" y="144"/>
                    <a:pt x="315" y="144"/>
                    <a:pt x="315" y="144"/>
                  </a:cubicBezTo>
                  <a:cubicBezTo>
                    <a:pt x="315" y="152"/>
                    <a:pt x="315" y="152"/>
                    <a:pt x="315" y="152"/>
                  </a:cubicBezTo>
                  <a:cubicBezTo>
                    <a:pt x="231" y="152"/>
                    <a:pt x="231" y="152"/>
                    <a:pt x="231" y="152"/>
                  </a:cubicBezTo>
                  <a:cubicBezTo>
                    <a:pt x="231" y="144"/>
                    <a:pt x="231" y="144"/>
                    <a:pt x="231" y="144"/>
                  </a:cubicBezTo>
                  <a:cubicBezTo>
                    <a:pt x="239" y="144"/>
                    <a:pt x="239" y="144"/>
                    <a:pt x="239" y="144"/>
                  </a:cubicBezTo>
                  <a:cubicBezTo>
                    <a:pt x="239" y="132"/>
                    <a:pt x="239" y="132"/>
                    <a:pt x="239" y="132"/>
                  </a:cubicBezTo>
                  <a:cubicBezTo>
                    <a:pt x="256" y="132"/>
                    <a:pt x="256" y="132"/>
                    <a:pt x="256" y="132"/>
                  </a:cubicBezTo>
                  <a:cubicBezTo>
                    <a:pt x="256" y="118"/>
                    <a:pt x="256" y="118"/>
                    <a:pt x="256" y="118"/>
                  </a:cubicBezTo>
                  <a:cubicBezTo>
                    <a:pt x="259" y="118"/>
                    <a:pt x="259" y="118"/>
                    <a:pt x="259" y="118"/>
                  </a:cubicBezTo>
                  <a:cubicBezTo>
                    <a:pt x="259" y="111"/>
                    <a:pt x="259" y="111"/>
                    <a:pt x="259" y="111"/>
                  </a:cubicBezTo>
                  <a:cubicBezTo>
                    <a:pt x="257" y="111"/>
                    <a:pt x="257" y="111"/>
                    <a:pt x="257" y="111"/>
                  </a:cubicBezTo>
                  <a:cubicBezTo>
                    <a:pt x="258" y="101"/>
                    <a:pt x="267" y="93"/>
                    <a:pt x="270" y="90"/>
                  </a:cubicBezTo>
                  <a:cubicBezTo>
                    <a:pt x="270" y="68"/>
                    <a:pt x="270" y="68"/>
                    <a:pt x="270" y="68"/>
                  </a:cubicBezTo>
                  <a:close/>
                  <a:moveTo>
                    <a:pt x="236" y="429"/>
                  </a:moveTo>
                  <a:cubicBezTo>
                    <a:pt x="242" y="429"/>
                    <a:pt x="242" y="429"/>
                    <a:pt x="242" y="429"/>
                  </a:cubicBezTo>
                  <a:cubicBezTo>
                    <a:pt x="234" y="451"/>
                    <a:pt x="234" y="451"/>
                    <a:pt x="234" y="451"/>
                  </a:cubicBezTo>
                  <a:cubicBezTo>
                    <a:pt x="228" y="451"/>
                    <a:pt x="228" y="451"/>
                    <a:pt x="228" y="451"/>
                  </a:cubicBezTo>
                  <a:cubicBezTo>
                    <a:pt x="236" y="429"/>
                    <a:pt x="236" y="429"/>
                    <a:pt x="236" y="429"/>
                  </a:cubicBezTo>
                  <a:close/>
                  <a:moveTo>
                    <a:pt x="312" y="444"/>
                  </a:moveTo>
                  <a:cubicBezTo>
                    <a:pt x="302" y="447"/>
                    <a:pt x="302" y="447"/>
                    <a:pt x="302" y="447"/>
                  </a:cubicBezTo>
                  <a:cubicBezTo>
                    <a:pt x="301" y="442"/>
                    <a:pt x="301" y="442"/>
                    <a:pt x="301" y="442"/>
                  </a:cubicBezTo>
                  <a:cubicBezTo>
                    <a:pt x="308" y="425"/>
                    <a:pt x="308" y="425"/>
                    <a:pt x="308" y="425"/>
                  </a:cubicBezTo>
                  <a:cubicBezTo>
                    <a:pt x="313" y="423"/>
                    <a:pt x="313" y="423"/>
                    <a:pt x="313" y="423"/>
                  </a:cubicBezTo>
                  <a:cubicBezTo>
                    <a:pt x="316" y="438"/>
                    <a:pt x="316" y="438"/>
                    <a:pt x="316" y="438"/>
                  </a:cubicBezTo>
                  <a:cubicBezTo>
                    <a:pt x="319" y="437"/>
                    <a:pt x="319" y="437"/>
                    <a:pt x="319" y="437"/>
                  </a:cubicBezTo>
                  <a:cubicBezTo>
                    <a:pt x="320" y="442"/>
                    <a:pt x="320" y="442"/>
                    <a:pt x="320" y="442"/>
                  </a:cubicBezTo>
                  <a:cubicBezTo>
                    <a:pt x="317" y="443"/>
                    <a:pt x="317" y="443"/>
                    <a:pt x="317" y="443"/>
                  </a:cubicBezTo>
                  <a:cubicBezTo>
                    <a:pt x="318" y="447"/>
                    <a:pt x="318" y="447"/>
                    <a:pt x="318" y="447"/>
                  </a:cubicBezTo>
                  <a:cubicBezTo>
                    <a:pt x="313" y="448"/>
                    <a:pt x="313" y="448"/>
                    <a:pt x="313" y="448"/>
                  </a:cubicBezTo>
                  <a:cubicBezTo>
                    <a:pt x="312" y="444"/>
                    <a:pt x="312" y="444"/>
                    <a:pt x="312" y="444"/>
                  </a:cubicBezTo>
                  <a:close/>
                  <a:moveTo>
                    <a:pt x="311" y="439"/>
                  </a:moveTo>
                  <a:cubicBezTo>
                    <a:pt x="310" y="432"/>
                    <a:pt x="310" y="432"/>
                    <a:pt x="310" y="432"/>
                  </a:cubicBezTo>
                  <a:cubicBezTo>
                    <a:pt x="306" y="441"/>
                    <a:pt x="306" y="441"/>
                    <a:pt x="306" y="441"/>
                  </a:cubicBezTo>
                  <a:cubicBezTo>
                    <a:pt x="311" y="439"/>
                    <a:pt x="311" y="439"/>
                    <a:pt x="311" y="439"/>
                  </a:cubicBezTo>
                  <a:close/>
                  <a:moveTo>
                    <a:pt x="259" y="440"/>
                  </a:moveTo>
                  <a:cubicBezTo>
                    <a:pt x="257" y="439"/>
                    <a:pt x="256" y="438"/>
                    <a:pt x="257" y="436"/>
                  </a:cubicBezTo>
                  <a:cubicBezTo>
                    <a:pt x="257" y="434"/>
                    <a:pt x="258" y="433"/>
                    <a:pt x="259" y="433"/>
                  </a:cubicBezTo>
                  <a:cubicBezTo>
                    <a:pt x="261" y="434"/>
                    <a:pt x="262" y="435"/>
                    <a:pt x="262" y="436"/>
                  </a:cubicBezTo>
                  <a:cubicBezTo>
                    <a:pt x="262" y="439"/>
                    <a:pt x="261" y="440"/>
                    <a:pt x="259" y="440"/>
                  </a:cubicBezTo>
                  <a:close/>
                  <a:moveTo>
                    <a:pt x="250" y="445"/>
                  </a:moveTo>
                  <a:cubicBezTo>
                    <a:pt x="250" y="450"/>
                    <a:pt x="253" y="452"/>
                    <a:pt x="258" y="452"/>
                  </a:cubicBezTo>
                  <a:cubicBezTo>
                    <a:pt x="263" y="453"/>
                    <a:pt x="267" y="449"/>
                    <a:pt x="268" y="441"/>
                  </a:cubicBezTo>
                  <a:cubicBezTo>
                    <a:pt x="269" y="433"/>
                    <a:pt x="266" y="429"/>
                    <a:pt x="259" y="428"/>
                  </a:cubicBezTo>
                  <a:cubicBezTo>
                    <a:pt x="254" y="428"/>
                    <a:pt x="251" y="430"/>
                    <a:pt x="250" y="436"/>
                  </a:cubicBezTo>
                  <a:cubicBezTo>
                    <a:pt x="250" y="440"/>
                    <a:pt x="252" y="443"/>
                    <a:pt x="257" y="444"/>
                  </a:cubicBezTo>
                  <a:cubicBezTo>
                    <a:pt x="258" y="444"/>
                    <a:pt x="260" y="444"/>
                    <a:pt x="262" y="443"/>
                  </a:cubicBezTo>
                  <a:cubicBezTo>
                    <a:pt x="261" y="446"/>
                    <a:pt x="260" y="448"/>
                    <a:pt x="258" y="448"/>
                  </a:cubicBezTo>
                  <a:cubicBezTo>
                    <a:pt x="257" y="448"/>
                    <a:pt x="256" y="447"/>
                    <a:pt x="256" y="446"/>
                  </a:cubicBezTo>
                  <a:cubicBezTo>
                    <a:pt x="250" y="445"/>
                    <a:pt x="250" y="445"/>
                    <a:pt x="250" y="445"/>
                  </a:cubicBezTo>
                  <a:close/>
                  <a:moveTo>
                    <a:pt x="294" y="449"/>
                  </a:moveTo>
                  <a:cubicBezTo>
                    <a:pt x="276" y="452"/>
                    <a:pt x="276" y="452"/>
                    <a:pt x="276" y="452"/>
                  </a:cubicBezTo>
                  <a:cubicBezTo>
                    <a:pt x="276" y="450"/>
                    <a:pt x="276" y="448"/>
                    <a:pt x="277" y="446"/>
                  </a:cubicBezTo>
                  <a:cubicBezTo>
                    <a:pt x="278" y="444"/>
                    <a:pt x="279" y="442"/>
                    <a:pt x="282" y="439"/>
                  </a:cubicBezTo>
                  <a:cubicBezTo>
                    <a:pt x="284" y="437"/>
                    <a:pt x="285" y="436"/>
                    <a:pt x="285" y="435"/>
                  </a:cubicBezTo>
                  <a:cubicBezTo>
                    <a:pt x="285" y="434"/>
                    <a:pt x="285" y="433"/>
                    <a:pt x="285" y="433"/>
                  </a:cubicBezTo>
                  <a:cubicBezTo>
                    <a:pt x="285" y="432"/>
                    <a:pt x="285" y="431"/>
                    <a:pt x="284" y="431"/>
                  </a:cubicBezTo>
                  <a:cubicBezTo>
                    <a:pt x="284" y="431"/>
                    <a:pt x="283" y="430"/>
                    <a:pt x="282" y="431"/>
                  </a:cubicBezTo>
                  <a:cubicBezTo>
                    <a:pt x="282" y="431"/>
                    <a:pt x="281" y="431"/>
                    <a:pt x="281" y="432"/>
                  </a:cubicBezTo>
                  <a:cubicBezTo>
                    <a:pt x="280" y="432"/>
                    <a:pt x="280" y="433"/>
                    <a:pt x="280" y="435"/>
                  </a:cubicBezTo>
                  <a:cubicBezTo>
                    <a:pt x="274" y="435"/>
                    <a:pt x="274" y="435"/>
                    <a:pt x="274" y="435"/>
                  </a:cubicBezTo>
                  <a:cubicBezTo>
                    <a:pt x="274" y="433"/>
                    <a:pt x="274" y="432"/>
                    <a:pt x="275" y="430"/>
                  </a:cubicBezTo>
                  <a:cubicBezTo>
                    <a:pt x="275" y="429"/>
                    <a:pt x="276" y="428"/>
                    <a:pt x="277" y="428"/>
                  </a:cubicBezTo>
                  <a:cubicBezTo>
                    <a:pt x="278" y="427"/>
                    <a:pt x="280" y="426"/>
                    <a:pt x="282" y="426"/>
                  </a:cubicBezTo>
                  <a:cubicBezTo>
                    <a:pt x="284" y="426"/>
                    <a:pt x="285" y="426"/>
                    <a:pt x="287" y="426"/>
                  </a:cubicBezTo>
                  <a:cubicBezTo>
                    <a:pt x="288" y="426"/>
                    <a:pt x="289" y="427"/>
                    <a:pt x="290" y="428"/>
                  </a:cubicBezTo>
                  <a:cubicBezTo>
                    <a:pt x="291" y="429"/>
                    <a:pt x="291" y="430"/>
                    <a:pt x="291" y="432"/>
                  </a:cubicBezTo>
                  <a:cubicBezTo>
                    <a:pt x="292" y="433"/>
                    <a:pt x="291" y="435"/>
                    <a:pt x="291" y="436"/>
                  </a:cubicBezTo>
                  <a:cubicBezTo>
                    <a:pt x="290" y="437"/>
                    <a:pt x="289" y="439"/>
                    <a:pt x="287" y="441"/>
                  </a:cubicBezTo>
                  <a:cubicBezTo>
                    <a:pt x="286" y="442"/>
                    <a:pt x="285" y="443"/>
                    <a:pt x="285" y="443"/>
                  </a:cubicBezTo>
                  <a:cubicBezTo>
                    <a:pt x="285" y="444"/>
                    <a:pt x="284" y="444"/>
                    <a:pt x="284" y="445"/>
                  </a:cubicBezTo>
                  <a:cubicBezTo>
                    <a:pt x="293" y="444"/>
                    <a:pt x="293" y="444"/>
                    <a:pt x="293" y="444"/>
                  </a:cubicBezTo>
                  <a:cubicBezTo>
                    <a:pt x="294" y="449"/>
                    <a:pt x="294" y="449"/>
                    <a:pt x="294" y="449"/>
                  </a:cubicBezTo>
                  <a:close/>
                  <a:moveTo>
                    <a:pt x="285" y="157"/>
                  </a:moveTo>
                  <a:cubicBezTo>
                    <a:pt x="307" y="157"/>
                    <a:pt x="307" y="157"/>
                    <a:pt x="307" y="157"/>
                  </a:cubicBezTo>
                  <a:cubicBezTo>
                    <a:pt x="307" y="302"/>
                    <a:pt x="307" y="302"/>
                    <a:pt x="307" y="302"/>
                  </a:cubicBezTo>
                  <a:cubicBezTo>
                    <a:pt x="316" y="302"/>
                    <a:pt x="316" y="302"/>
                    <a:pt x="316" y="302"/>
                  </a:cubicBezTo>
                  <a:cubicBezTo>
                    <a:pt x="316" y="322"/>
                    <a:pt x="316" y="322"/>
                    <a:pt x="316" y="322"/>
                  </a:cubicBezTo>
                  <a:cubicBezTo>
                    <a:pt x="231" y="322"/>
                    <a:pt x="231" y="322"/>
                    <a:pt x="231" y="322"/>
                  </a:cubicBezTo>
                  <a:cubicBezTo>
                    <a:pt x="231" y="302"/>
                    <a:pt x="231" y="302"/>
                    <a:pt x="231" y="302"/>
                  </a:cubicBezTo>
                  <a:cubicBezTo>
                    <a:pt x="239" y="302"/>
                    <a:pt x="239" y="302"/>
                    <a:pt x="239" y="302"/>
                  </a:cubicBezTo>
                  <a:cubicBezTo>
                    <a:pt x="239" y="157"/>
                    <a:pt x="239" y="157"/>
                    <a:pt x="239" y="157"/>
                  </a:cubicBezTo>
                  <a:cubicBezTo>
                    <a:pt x="261" y="157"/>
                    <a:pt x="261" y="157"/>
                    <a:pt x="261" y="157"/>
                  </a:cubicBezTo>
                  <a:cubicBezTo>
                    <a:pt x="261" y="209"/>
                    <a:pt x="261" y="209"/>
                    <a:pt x="261" y="209"/>
                  </a:cubicBezTo>
                  <a:cubicBezTo>
                    <a:pt x="262" y="208"/>
                    <a:pt x="262" y="208"/>
                    <a:pt x="262" y="208"/>
                  </a:cubicBezTo>
                  <a:cubicBezTo>
                    <a:pt x="262" y="208"/>
                    <a:pt x="272" y="196"/>
                    <a:pt x="285" y="207"/>
                  </a:cubicBezTo>
                  <a:cubicBezTo>
                    <a:pt x="285" y="157"/>
                    <a:pt x="285" y="157"/>
                    <a:pt x="285" y="157"/>
                  </a:cubicBezTo>
                  <a:close/>
                  <a:moveTo>
                    <a:pt x="232" y="327"/>
                  </a:moveTo>
                  <a:cubicBezTo>
                    <a:pt x="224" y="327"/>
                    <a:pt x="224" y="327"/>
                    <a:pt x="224" y="327"/>
                  </a:cubicBezTo>
                  <a:cubicBezTo>
                    <a:pt x="224" y="336"/>
                    <a:pt x="224" y="336"/>
                    <a:pt x="224" y="336"/>
                  </a:cubicBezTo>
                  <a:cubicBezTo>
                    <a:pt x="232" y="336"/>
                    <a:pt x="232" y="336"/>
                    <a:pt x="232" y="336"/>
                  </a:cubicBezTo>
                  <a:cubicBezTo>
                    <a:pt x="232" y="407"/>
                    <a:pt x="232" y="407"/>
                    <a:pt x="232" y="407"/>
                  </a:cubicBezTo>
                  <a:cubicBezTo>
                    <a:pt x="221" y="407"/>
                    <a:pt x="221" y="407"/>
                    <a:pt x="221" y="407"/>
                  </a:cubicBezTo>
                  <a:cubicBezTo>
                    <a:pt x="221" y="332"/>
                    <a:pt x="221" y="332"/>
                    <a:pt x="221" y="332"/>
                  </a:cubicBezTo>
                  <a:cubicBezTo>
                    <a:pt x="221" y="323"/>
                    <a:pt x="221" y="316"/>
                    <a:pt x="221" y="313"/>
                  </a:cubicBezTo>
                  <a:cubicBezTo>
                    <a:pt x="221" y="299"/>
                    <a:pt x="203" y="287"/>
                    <a:pt x="202" y="288"/>
                  </a:cubicBezTo>
                  <a:cubicBezTo>
                    <a:pt x="236" y="288"/>
                    <a:pt x="236" y="288"/>
                    <a:pt x="236" y="288"/>
                  </a:cubicBezTo>
                  <a:cubicBezTo>
                    <a:pt x="236" y="280"/>
                    <a:pt x="236" y="280"/>
                    <a:pt x="236" y="280"/>
                  </a:cubicBezTo>
                  <a:cubicBezTo>
                    <a:pt x="127" y="280"/>
                    <a:pt x="127" y="280"/>
                    <a:pt x="127" y="280"/>
                  </a:cubicBezTo>
                  <a:cubicBezTo>
                    <a:pt x="127" y="272"/>
                    <a:pt x="127" y="272"/>
                    <a:pt x="127" y="272"/>
                  </a:cubicBezTo>
                  <a:cubicBezTo>
                    <a:pt x="236" y="272"/>
                    <a:pt x="236" y="272"/>
                    <a:pt x="236" y="272"/>
                  </a:cubicBezTo>
                  <a:cubicBezTo>
                    <a:pt x="236" y="264"/>
                    <a:pt x="236" y="264"/>
                    <a:pt x="236" y="264"/>
                  </a:cubicBezTo>
                  <a:cubicBezTo>
                    <a:pt x="127" y="264"/>
                    <a:pt x="127" y="264"/>
                    <a:pt x="127" y="264"/>
                  </a:cubicBezTo>
                  <a:cubicBezTo>
                    <a:pt x="127" y="263"/>
                    <a:pt x="127" y="263"/>
                    <a:pt x="127" y="263"/>
                  </a:cubicBezTo>
                  <a:cubicBezTo>
                    <a:pt x="103" y="204"/>
                    <a:pt x="54" y="217"/>
                    <a:pt x="54" y="217"/>
                  </a:cubicBezTo>
                  <a:cubicBezTo>
                    <a:pt x="53" y="218"/>
                    <a:pt x="45" y="214"/>
                    <a:pt x="45" y="215"/>
                  </a:cubicBezTo>
                  <a:cubicBezTo>
                    <a:pt x="39" y="229"/>
                    <a:pt x="35" y="245"/>
                    <a:pt x="35" y="260"/>
                  </a:cubicBezTo>
                  <a:cubicBezTo>
                    <a:pt x="35" y="330"/>
                    <a:pt x="92" y="388"/>
                    <a:pt x="161" y="388"/>
                  </a:cubicBezTo>
                  <a:cubicBezTo>
                    <a:pt x="168" y="388"/>
                    <a:pt x="174" y="387"/>
                    <a:pt x="180" y="386"/>
                  </a:cubicBezTo>
                  <a:cubicBezTo>
                    <a:pt x="181" y="386"/>
                    <a:pt x="181" y="386"/>
                    <a:pt x="181" y="386"/>
                  </a:cubicBezTo>
                  <a:cubicBezTo>
                    <a:pt x="183" y="399"/>
                    <a:pt x="183" y="399"/>
                    <a:pt x="183" y="399"/>
                  </a:cubicBezTo>
                  <a:cubicBezTo>
                    <a:pt x="184" y="411"/>
                    <a:pt x="187" y="416"/>
                    <a:pt x="187" y="416"/>
                  </a:cubicBezTo>
                  <a:cubicBezTo>
                    <a:pt x="360" y="416"/>
                    <a:pt x="360" y="416"/>
                    <a:pt x="360" y="416"/>
                  </a:cubicBezTo>
                  <a:cubicBezTo>
                    <a:pt x="360" y="416"/>
                    <a:pt x="363" y="411"/>
                    <a:pt x="364" y="399"/>
                  </a:cubicBezTo>
                  <a:cubicBezTo>
                    <a:pt x="366" y="386"/>
                    <a:pt x="366" y="386"/>
                    <a:pt x="366" y="386"/>
                  </a:cubicBezTo>
                  <a:cubicBezTo>
                    <a:pt x="366" y="386"/>
                    <a:pt x="367" y="393"/>
                    <a:pt x="367" y="393"/>
                  </a:cubicBezTo>
                  <a:cubicBezTo>
                    <a:pt x="373" y="394"/>
                    <a:pt x="380" y="389"/>
                    <a:pt x="386" y="389"/>
                  </a:cubicBezTo>
                  <a:cubicBezTo>
                    <a:pt x="456" y="389"/>
                    <a:pt x="513" y="330"/>
                    <a:pt x="513" y="260"/>
                  </a:cubicBezTo>
                  <a:cubicBezTo>
                    <a:pt x="513" y="245"/>
                    <a:pt x="508" y="228"/>
                    <a:pt x="503" y="214"/>
                  </a:cubicBezTo>
                  <a:cubicBezTo>
                    <a:pt x="503" y="214"/>
                    <a:pt x="494" y="218"/>
                    <a:pt x="494" y="217"/>
                  </a:cubicBezTo>
                  <a:cubicBezTo>
                    <a:pt x="494" y="217"/>
                    <a:pt x="444" y="204"/>
                    <a:pt x="420" y="263"/>
                  </a:cubicBezTo>
                  <a:cubicBezTo>
                    <a:pt x="420" y="264"/>
                    <a:pt x="420" y="264"/>
                    <a:pt x="420" y="264"/>
                  </a:cubicBezTo>
                  <a:cubicBezTo>
                    <a:pt x="311" y="264"/>
                    <a:pt x="311" y="264"/>
                    <a:pt x="311" y="264"/>
                  </a:cubicBezTo>
                  <a:cubicBezTo>
                    <a:pt x="311" y="272"/>
                    <a:pt x="311" y="272"/>
                    <a:pt x="311" y="272"/>
                  </a:cubicBezTo>
                  <a:cubicBezTo>
                    <a:pt x="420" y="272"/>
                    <a:pt x="420" y="272"/>
                    <a:pt x="420" y="272"/>
                  </a:cubicBezTo>
                  <a:cubicBezTo>
                    <a:pt x="420" y="280"/>
                    <a:pt x="420" y="280"/>
                    <a:pt x="420" y="280"/>
                  </a:cubicBezTo>
                  <a:cubicBezTo>
                    <a:pt x="311" y="280"/>
                    <a:pt x="311" y="280"/>
                    <a:pt x="311" y="280"/>
                  </a:cubicBezTo>
                  <a:cubicBezTo>
                    <a:pt x="311" y="288"/>
                    <a:pt x="311" y="288"/>
                    <a:pt x="311" y="288"/>
                  </a:cubicBezTo>
                  <a:cubicBezTo>
                    <a:pt x="346" y="288"/>
                    <a:pt x="346" y="288"/>
                    <a:pt x="346" y="288"/>
                  </a:cubicBezTo>
                  <a:cubicBezTo>
                    <a:pt x="346" y="288"/>
                    <a:pt x="326" y="301"/>
                    <a:pt x="326" y="313"/>
                  </a:cubicBezTo>
                  <a:cubicBezTo>
                    <a:pt x="326" y="316"/>
                    <a:pt x="326" y="323"/>
                    <a:pt x="326" y="332"/>
                  </a:cubicBezTo>
                  <a:cubicBezTo>
                    <a:pt x="326" y="407"/>
                    <a:pt x="326" y="407"/>
                    <a:pt x="326" y="407"/>
                  </a:cubicBezTo>
                  <a:cubicBezTo>
                    <a:pt x="314" y="407"/>
                    <a:pt x="314" y="407"/>
                    <a:pt x="314" y="407"/>
                  </a:cubicBezTo>
                  <a:cubicBezTo>
                    <a:pt x="314" y="336"/>
                    <a:pt x="314" y="336"/>
                    <a:pt x="314" y="336"/>
                  </a:cubicBezTo>
                  <a:cubicBezTo>
                    <a:pt x="323" y="336"/>
                    <a:pt x="323" y="336"/>
                    <a:pt x="323" y="336"/>
                  </a:cubicBezTo>
                  <a:cubicBezTo>
                    <a:pt x="323" y="327"/>
                    <a:pt x="323" y="327"/>
                    <a:pt x="323" y="327"/>
                  </a:cubicBezTo>
                  <a:cubicBezTo>
                    <a:pt x="314" y="327"/>
                    <a:pt x="314" y="327"/>
                    <a:pt x="314" y="327"/>
                  </a:cubicBezTo>
                  <a:cubicBezTo>
                    <a:pt x="310" y="327"/>
                    <a:pt x="310" y="327"/>
                    <a:pt x="310" y="327"/>
                  </a:cubicBezTo>
                  <a:cubicBezTo>
                    <a:pt x="295" y="327"/>
                    <a:pt x="295" y="327"/>
                    <a:pt x="295" y="327"/>
                  </a:cubicBezTo>
                  <a:cubicBezTo>
                    <a:pt x="295" y="343"/>
                    <a:pt x="295" y="343"/>
                    <a:pt x="295" y="343"/>
                  </a:cubicBezTo>
                  <a:cubicBezTo>
                    <a:pt x="292" y="339"/>
                    <a:pt x="287" y="337"/>
                    <a:pt x="283" y="335"/>
                  </a:cubicBezTo>
                  <a:cubicBezTo>
                    <a:pt x="283" y="328"/>
                    <a:pt x="283" y="328"/>
                    <a:pt x="283" y="328"/>
                  </a:cubicBezTo>
                  <a:cubicBezTo>
                    <a:pt x="266" y="328"/>
                    <a:pt x="266" y="328"/>
                    <a:pt x="266" y="328"/>
                  </a:cubicBezTo>
                  <a:cubicBezTo>
                    <a:pt x="266" y="335"/>
                    <a:pt x="266" y="335"/>
                    <a:pt x="266" y="335"/>
                  </a:cubicBezTo>
                  <a:cubicBezTo>
                    <a:pt x="260" y="336"/>
                    <a:pt x="256" y="339"/>
                    <a:pt x="252" y="343"/>
                  </a:cubicBezTo>
                  <a:cubicBezTo>
                    <a:pt x="252" y="327"/>
                    <a:pt x="252" y="327"/>
                    <a:pt x="252" y="327"/>
                  </a:cubicBezTo>
                  <a:cubicBezTo>
                    <a:pt x="237" y="327"/>
                    <a:pt x="237" y="327"/>
                    <a:pt x="237" y="327"/>
                  </a:cubicBezTo>
                  <a:cubicBezTo>
                    <a:pt x="232" y="327"/>
                    <a:pt x="232" y="327"/>
                    <a:pt x="232" y="327"/>
                  </a:cubicBezTo>
                  <a:close/>
                  <a:moveTo>
                    <a:pt x="295" y="407"/>
                  </a:moveTo>
                  <a:cubicBezTo>
                    <a:pt x="252" y="407"/>
                    <a:pt x="252" y="407"/>
                    <a:pt x="252" y="407"/>
                  </a:cubicBezTo>
                  <a:cubicBezTo>
                    <a:pt x="252" y="366"/>
                    <a:pt x="252" y="366"/>
                    <a:pt x="252" y="366"/>
                  </a:cubicBezTo>
                  <a:cubicBezTo>
                    <a:pt x="253" y="366"/>
                    <a:pt x="253" y="366"/>
                    <a:pt x="253" y="366"/>
                  </a:cubicBezTo>
                  <a:cubicBezTo>
                    <a:pt x="253" y="366"/>
                    <a:pt x="253" y="366"/>
                    <a:pt x="253" y="366"/>
                  </a:cubicBezTo>
                  <a:cubicBezTo>
                    <a:pt x="253" y="354"/>
                    <a:pt x="262" y="345"/>
                    <a:pt x="274" y="345"/>
                  </a:cubicBezTo>
                  <a:cubicBezTo>
                    <a:pt x="285" y="345"/>
                    <a:pt x="294" y="354"/>
                    <a:pt x="294" y="366"/>
                  </a:cubicBezTo>
                  <a:cubicBezTo>
                    <a:pt x="294" y="366"/>
                    <a:pt x="294" y="366"/>
                    <a:pt x="294" y="366"/>
                  </a:cubicBezTo>
                  <a:cubicBezTo>
                    <a:pt x="295" y="366"/>
                    <a:pt x="295" y="366"/>
                    <a:pt x="295" y="366"/>
                  </a:cubicBezTo>
                  <a:cubicBezTo>
                    <a:pt x="295" y="407"/>
                    <a:pt x="295" y="407"/>
                    <a:pt x="295" y="407"/>
                  </a:cubicBezTo>
                  <a:close/>
                  <a:moveTo>
                    <a:pt x="199" y="407"/>
                  </a:moveTo>
                  <a:cubicBezTo>
                    <a:pt x="198" y="368"/>
                    <a:pt x="198" y="368"/>
                    <a:pt x="198" y="368"/>
                  </a:cubicBezTo>
                  <a:cubicBezTo>
                    <a:pt x="198" y="368"/>
                    <a:pt x="196" y="358"/>
                    <a:pt x="193" y="354"/>
                  </a:cubicBezTo>
                  <a:cubicBezTo>
                    <a:pt x="211" y="354"/>
                    <a:pt x="211" y="354"/>
                    <a:pt x="211" y="354"/>
                  </a:cubicBezTo>
                  <a:cubicBezTo>
                    <a:pt x="211" y="407"/>
                    <a:pt x="211" y="407"/>
                    <a:pt x="211" y="407"/>
                  </a:cubicBezTo>
                  <a:cubicBezTo>
                    <a:pt x="199" y="407"/>
                    <a:pt x="199" y="407"/>
                    <a:pt x="199" y="407"/>
                  </a:cubicBezTo>
                  <a:close/>
                  <a:moveTo>
                    <a:pt x="336" y="314"/>
                  </a:moveTo>
                  <a:cubicBezTo>
                    <a:pt x="338" y="309"/>
                    <a:pt x="345" y="296"/>
                    <a:pt x="355" y="297"/>
                  </a:cubicBezTo>
                  <a:cubicBezTo>
                    <a:pt x="368" y="298"/>
                    <a:pt x="374" y="303"/>
                    <a:pt x="376" y="311"/>
                  </a:cubicBezTo>
                  <a:cubicBezTo>
                    <a:pt x="376" y="311"/>
                    <a:pt x="368" y="319"/>
                    <a:pt x="368" y="327"/>
                  </a:cubicBezTo>
                  <a:cubicBezTo>
                    <a:pt x="368" y="335"/>
                    <a:pt x="366" y="345"/>
                    <a:pt x="366" y="346"/>
                  </a:cubicBezTo>
                  <a:cubicBezTo>
                    <a:pt x="336" y="346"/>
                    <a:pt x="336" y="346"/>
                    <a:pt x="336" y="346"/>
                  </a:cubicBezTo>
                  <a:cubicBezTo>
                    <a:pt x="336" y="314"/>
                    <a:pt x="336" y="314"/>
                    <a:pt x="336" y="314"/>
                  </a:cubicBezTo>
                  <a:close/>
                  <a:moveTo>
                    <a:pt x="348" y="407"/>
                  </a:moveTo>
                  <a:cubicBezTo>
                    <a:pt x="336" y="407"/>
                    <a:pt x="336" y="407"/>
                    <a:pt x="336" y="407"/>
                  </a:cubicBezTo>
                  <a:cubicBezTo>
                    <a:pt x="336" y="354"/>
                    <a:pt x="336" y="354"/>
                    <a:pt x="336" y="354"/>
                  </a:cubicBezTo>
                  <a:cubicBezTo>
                    <a:pt x="354" y="354"/>
                    <a:pt x="354" y="354"/>
                    <a:pt x="354" y="354"/>
                  </a:cubicBezTo>
                  <a:cubicBezTo>
                    <a:pt x="351" y="358"/>
                    <a:pt x="350" y="368"/>
                    <a:pt x="350" y="368"/>
                  </a:cubicBezTo>
                  <a:cubicBezTo>
                    <a:pt x="348" y="407"/>
                    <a:pt x="348" y="407"/>
                    <a:pt x="348" y="407"/>
                  </a:cubicBezTo>
                  <a:close/>
                  <a:moveTo>
                    <a:pt x="367" y="288"/>
                  </a:moveTo>
                  <a:cubicBezTo>
                    <a:pt x="403" y="288"/>
                    <a:pt x="403" y="288"/>
                    <a:pt x="403" y="288"/>
                  </a:cubicBezTo>
                  <a:cubicBezTo>
                    <a:pt x="392" y="295"/>
                    <a:pt x="383" y="303"/>
                    <a:pt x="383" y="303"/>
                  </a:cubicBezTo>
                  <a:cubicBezTo>
                    <a:pt x="381" y="300"/>
                    <a:pt x="371" y="290"/>
                    <a:pt x="367" y="288"/>
                  </a:cubicBezTo>
                  <a:close/>
                  <a:moveTo>
                    <a:pt x="211" y="314"/>
                  </a:moveTo>
                  <a:cubicBezTo>
                    <a:pt x="211" y="346"/>
                    <a:pt x="211" y="346"/>
                    <a:pt x="211" y="346"/>
                  </a:cubicBezTo>
                  <a:cubicBezTo>
                    <a:pt x="181" y="346"/>
                    <a:pt x="181" y="346"/>
                    <a:pt x="181" y="346"/>
                  </a:cubicBezTo>
                  <a:cubicBezTo>
                    <a:pt x="181" y="345"/>
                    <a:pt x="179" y="335"/>
                    <a:pt x="179" y="327"/>
                  </a:cubicBezTo>
                  <a:cubicBezTo>
                    <a:pt x="179" y="319"/>
                    <a:pt x="171" y="311"/>
                    <a:pt x="171" y="311"/>
                  </a:cubicBezTo>
                  <a:cubicBezTo>
                    <a:pt x="173" y="303"/>
                    <a:pt x="179" y="298"/>
                    <a:pt x="192" y="297"/>
                  </a:cubicBezTo>
                  <a:cubicBezTo>
                    <a:pt x="202" y="296"/>
                    <a:pt x="209" y="309"/>
                    <a:pt x="211" y="314"/>
                  </a:cubicBezTo>
                  <a:close/>
                  <a:moveTo>
                    <a:pt x="179" y="288"/>
                  </a:moveTo>
                  <a:cubicBezTo>
                    <a:pt x="176" y="291"/>
                    <a:pt x="166" y="300"/>
                    <a:pt x="164" y="303"/>
                  </a:cubicBezTo>
                  <a:cubicBezTo>
                    <a:pt x="164" y="303"/>
                    <a:pt x="155" y="295"/>
                    <a:pt x="144" y="288"/>
                  </a:cubicBezTo>
                  <a:cubicBezTo>
                    <a:pt x="179" y="288"/>
                    <a:pt x="179" y="288"/>
                    <a:pt x="179" y="288"/>
                  </a:cubicBezTo>
                  <a:close/>
                  <a:moveTo>
                    <a:pt x="261" y="219"/>
                  </a:moveTo>
                  <a:cubicBezTo>
                    <a:pt x="261" y="302"/>
                    <a:pt x="261" y="302"/>
                    <a:pt x="261" y="302"/>
                  </a:cubicBezTo>
                  <a:cubicBezTo>
                    <a:pt x="285" y="302"/>
                    <a:pt x="285" y="302"/>
                    <a:pt x="285" y="302"/>
                  </a:cubicBezTo>
                  <a:cubicBezTo>
                    <a:pt x="285" y="219"/>
                    <a:pt x="285" y="219"/>
                    <a:pt x="285" y="219"/>
                  </a:cubicBezTo>
                  <a:cubicBezTo>
                    <a:pt x="281" y="215"/>
                    <a:pt x="272" y="208"/>
                    <a:pt x="261" y="219"/>
                  </a:cubicBezTo>
                  <a:close/>
                  <a:moveTo>
                    <a:pt x="272" y="227"/>
                  </a:moveTo>
                  <a:cubicBezTo>
                    <a:pt x="270" y="227"/>
                    <a:pt x="269" y="228"/>
                    <a:pt x="269" y="229"/>
                  </a:cubicBezTo>
                  <a:cubicBezTo>
                    <a:pt x="269" y="268"/>
                    <a:pt x="269" y="268"/>
                    <a:pt x="269" y="268"/>
                  </a:cubicBezTo>
                  <a:cubicBezTo>
                    <a:pt x="269" y="269"/>
                    <a:pt x="270" y="270"/>
                    <a:pt x="272" y="270"/>
                  </a:cubicBezTo>
                  <a:cubicBezTo>
                    <a:pt x="275" y="270"/>
                    <a:pt x="275" y="270"/>
                    <a:pt x="275" y="270"/>
                  </a:cubicBezTo>
                  <a:cubicBezTo>
                    <a:pt x="276" y="270"/>
                    <a:pt x="278" y="269"/>
                    <a:pt x="278" y="268"/>
                  </a:cubicBezTo>
                  <a:cubicBezTo>
                    <a:pt x="278" y="229"/>
                    <a:pt x="278" y="229"/>
                    <a:pt x="278" y="229"/>
                  </a:cubicBezTo>
                  <a:cubicBezTo>
                    <a:pt x="278" y="228"/>
                    <a:pt x="276" y="227"/>
                    <a:pt x="275" y="227"/>
                  </a:cubicBezTo>
                  <a:cubicBezTo>
                    <a:pt x="272" y="227"/>
                    <a:pt x="272" y="227"/>
                    <a:pt x="272" y="227"/>
                  </a:cubicBezTo>
                  <a:close/>
                  <a:moveTo>
                    <a:pt x="273" y="169"/>
                  </a:moveTo>
                  <a:cubicBezTo>
                    <a:pt x="269" y="169"/>
                    <a:pt x="266" y="172"/>
                    <a:pt x="266" y="176"/>
                  </a:cubicBezTo>
                  <a:cubicBezTo>
                    <a:pt x="266" y="181"/>
                    <a:pt x="269" y="184"/>
                    <a:pt x="273" y="184"/>
                  </a:cubicBezTo>
                  <a:cubicBezTo>
                    <a:pt x="278" y="184"/>
                    <a:pt x="281" y="181"/>
                    <a:pt x="281" y="176"/>
                  </a:cubicBezTo>
                  <a:cubicBezTo>
                    <a:pt x="281" y="172"/>
                    <a:pt x="278" y="169"/>
                    <a:pt x="273" y="169"/>
                  </a:cubicBezTo>
                  <a:close/>
                  <a:moveTo>
                    <a:pt x="266" y="120"/>
                  </a:moveTo>
                  <a:cubicBezTo>
                    <a:pt x="266" y="132"/>
                    <a:pt x="266" y="132"/>
                    <a:pt x="266" y="132"/>
                  </a:cubicBezTo>
                  <a:cubicBezTo>
                    <a:pt x="269" y="132"/>
                    <a:pt x="269" y="132"/>
                    <a:pt x="269" y="132"/>
                  </a:cubicBezTo>
                  <a:cubicBezTo>
                    <a:pt x="269" y="120"/>
                    <a:pt x="269" y="120"/>
                    <a:pt x="269" y="120"/>
                  </a:cubicBezTo>
                  <a:cubicBezTo>
                    <a:pt x="266" y="120"/>
                    <a:pt x="266" y="120"/>
                    <a:pt x="266" y="120"/>
                  </a:cubicBezTo>
                  <a:close/>
                  <a:moveTo>
                    <a:pt x="278" y="120"/>
                  </a:moveTo>
                  <a:cubicBezTo>
                    <a:pt x="278" y="132"/>
                    <a:pt x="278" y="132"/>
                    <a:pt x="278" y="132"/>
                  </a:cubicBezTo>
                  <a:cubicBezTo>
                    <a:pt x="281" y="132"/>
                    <a:pt x="281" y="132"/>
                    <a:pt x="281" y="132"/>
                  </a:cubicBezTo>
                  <a:cubicBezTo>
                    <a:pt x="281" y="120"/>
                    <a:pt x="281" y="120"/>
                    <a:pt x="281" y="120"/>
                  </a:cubicBezTo>
                  <a:cubicBezTo>
                    <a:pt x="278" y="120"/>
                    <a:pt x="278" y="120"/>
                    <a:pt x="278" y="120"/>
                  </a:cubicBezTo>
                  <a:close/>
                  <a:moveTo>
                    <a:pt x="395" y="419"/>
                  </a:moveTo>
                  <a:cubicBezTo>
                    <a:pt x="482" y="417"/>
                    <a:pt x="552" y="345"/>
                    <a:pt x="552" y="258"/>
                  </a:cubicBezTo>
                  <a:cubicBezTo>
                    <a:pt x="552" y="170"/>
                    <a:pt x="482" y="99"/>
                    <a:pt x="395" y="96"/>
                  </a:cubicBezTo>
                  <a:cubicBezTo>
                    <a:pt x="383" y="42"/>
                    <a:pt x="334" y="0"/>
                    <a:pt x="276" y="0"/>
                  </a:cubicBezTo>
                  <a:cubicBezTo>
                    <a:pt x="218" y="0"/>
                    <a:pt x="169" y="42"/>
                    <a:pt x="158" y="96"/>
                  </a:cubicBezTo>
                  <a:cubicBezTo>
                    <a:pt x="70" y="98"/>
                    <a:pt x="0" y="170"/>
                    <a:pt x="0" y="258"/>
                  </a:cubicBezTo>
                  <a:cubicBezTo>
                    <a:pt x="0" y="346"/>
                    <a:pt x="70" y="418"/>
                    <a:pt x="158" y="419"/>
                  </a:cubicBezTo>
                  <a:cubicBezTo>
                    <a:pt x="170" y="473"/>
                    <a:pt x="218" y="514"/>
                    <a:pt x="276" y="514"/>
                  </a:cubicBezTo>
                  <a:cubicBezTo>
                    <a:pt x="334" y="514"/>
                    <a:pt x="382" y="473"/>
                    <a:pt x="395" y="419"/>
                  </a:cubicBezTo>
                  <a:close/>
                  <a:moveTo>
                    <a:pt x="383" y="403"/>
                  </a:moveTo>
                  <a:cubicBezTo>
                    <a:pt x="461" y="401"/>
                    <a:pt x="525" y="337"/>
                    <a:pt x="525" y="258"/>
                  </a:cubicBezTo>
                  <a:cubicBezTo>
                    <a:pt x="525" y="179"/>
                    <a:pt x="461" y="114"/>
                    <a:pt x="383" y="112"/>
                  </a:cubicBezTo>
                  <a:cubicBezTo>
                    <a:pt x="373" y="63"/>
                    <a:pt x="329" y="26"/>
                    <a:pt x="276" y="26"/>
                  </a:cubicBezTo>
                  <a:cubicBezTo>
                    <a:pt x="224" y="26"/>
                    <a:pt x="180" y="63"/>
                    <a:pt x="169" y="112"/>
                  </a:cubicBezTo>
                  <a:cubicBezTo>
                    <a:pt x="90" y="114"/>
                    <a:pt x="27" y="178"/>
                    <a:pt x="27" y="258"/>
                  </a:cubicBezTo>
                  <a:cubicBezTo>
                    <a:pt x="27" y="337"/>
                    <a:pt x="91" y="402"/>
                    <a:pt x="170" y="403"/>
                  </a:cubicBezTo>
                  <a:cubicBezTo>
                    <a:pt x="180" y="452"/>
                    <a:pt x="224" y="489"/>
                    <a:pt x="276" y="489"/>
                  </a:cubicBezTo>
                  <a:cubicBezTo>
                    <a:pt x="328" y="489"/>
                    <a:pt x="372" y="452"/>
                    <a:pt x="383" y="4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şḻíḓé"/>
            <p:cNvSpPr/>
            <p:nvPr userDrawn="1">
              <p:custDataLst>
                <p:tags r:id="rId12"/>
              </p:custDataLst>
            </p:nvPr>
          </p:nvSpPr>
          <p:spPr bwMode="auto">
            <a:xfrm>
              <a:off x="9954667" y="550991"/>
              <a:ext cx="249843" cy="228117"/>
            </a:xfrm>
            <a:custGeom>
              <a:avLst/>
              <a:gdLst>
                <a:gd name="T0" fmla="*/ 241 w 481"/>
                <a:gd name="T1" fmla="*/ 0 h 438"/>
                <a:gd name="T2" fmla="*/ 335 w 481"/>
                <a:gd name="T3" fmla="*/ 94 h 438"/>
                <a:gd name="T4" fmla="*/ 341 w 481"/>
                <a:gd name="T5" fmla="*/ 94 h 438"/>
                <a:gd name="T6" fmla="*/ 350 w 481"/>
                <a:gd name="T7" fmla="*/ 93 h 438"/>
                <a:gd name="T8" fmla="*/ 481 w 481"/>
                <a:gd name="T9" fmla="*/ 225 h 438"/>
                <a:gd name="T10" fmla="*/ 350 w 481"/>
                <a:gd name="T11" fmla="*/ 356 h 438"/>
                <a:gd name="T12" fmla="*/ 341 w 481"/>
                <a:gd name="T13" fmla="*/ 356 h 438"/>
                <a:gd name="T14" fmla="*/ 335 w 481"/>
                <a:gd name="T15" fmla="*/ 355 h 438"/>
                <a:gd name="T16" fmla="*/ 304 w 481"/>
                <a:gd name="T17" fmla="*/ 413 h 438"/>
                <a:gd name="T18" fmla="*/ 241 w 481"/>
                <a:gd name="T19" fmla="*/ 438 h 438"/>
                <a:gd name="T20" fmla="*/ 176 w 481"/>
                <a:gd name="T21" fmla="*/ 413 h 438"/>
                <a:gd name="T22" fmla="*/ 146 w 481"/>
                <a:gd name="T23" fmla="*/ 354 h 438"/>
                <a:gd name="T24" fmla="*/ 140 w 481"/>
                <a:gd name="T25" fmla="*/ 354 h 438"/>
                <a:gd name="T26" fmla="*/ 131 w 481"/>
                <a:gd name="T27" fmla="*/ 355 h 438"/>
                <a:gd name="T28" fmla="*/ 0 w 481"/>
                <a:gd name="T29" fmla="*/ 223 h 438"/>
                <a:gd name="T30" fmla="*/ 131 w 481"/>
                <a:gd name="T31" fmla="*/ 92 h 438"/>
                <a:gd name="T32" fmla="*/ 140 w 481"/>
                <a:gd name="T33" fmla="*/ 92 h 438"/>
                <a:gd name="T34" fmla="*/ 146 w 481"/>
                <a:gd name="T35" fmla="*/ 93 h 438"/>
                <a:gd name="T36" fmla="*/ 241 w 481"/>
                <a:gd name="T37" fmla="*/ 0 h 438"/>
                <a:gd name="T38" fmla="*/ 241 w 481"/>
                <a:gd name="T39" fmla="*/ 6 h 438"/>
                <a:gd name="T40" fmla="*/ 152 w 481"/>
                <a:gd name="T41" fmla="*/ 95 h 438"/>
                <a:gd name="T42" fmla="*/ 152 w 481"/>
                <a:gd name="T43" fmla="*/ 96 h 438"/>
                <a:gd name="T44" fmla="*/ 152 w 481"/>
                <a:gd name="T45" fmla="*/ 96 h 438"/>
                <a:gd name="T46" fmla="*/ 152 w 481"/>
                <a:gd name="T47" fmla="*/ 99 h 438"/>
                <a:gd name="T48" fmla="*/ 148 w 481"/>
                <a:gd name="T49" fmla="*/ 99 h 438"/>
                <a:gd name="T50" fmla="*/ 140 w 481"/>
                <a:gd name="T51" fmla="*/ 98 h 438"/>
                <a:gd name="T52" fmla="*/ 131 w 481"/>
                <a:gd name="T53" fmla="*/ 98 h 438"/>
                <a:gd name="T54" fmla="*/ 5 w 481"/>
                <a:gd name="T55" fmla="*/ 223 h 438"/>
                <a:gd name="T56" fmla="*/ 131 w 481"/>
                <a:gd name="T57" fmla="*/ 349 h 438"/>
                <a:gd name="T58" fmla="*/ 140 w 481"/>
                <a:gd name="T59" fmla="*/ 349 h 438"/>
                <a:gd name="T60" fmla="*/ 149 w 481"/>
                <a:gd name="T61" fmla="*/ 348 h 438"/>
                <a:gd name="T62" fmla="*/ 152 w 481"/>
                <a:gd name="T63" fmla="*/ 347 h 438"/>
                <a:gd name="T64" fmla="*/ 152 w 481"/>
                <a:gd name="T65" fmla="*/ 350 h 438"/>
                <a:gd name="T66" fmla="*/ 180 w 481"/>
                <a:gd name="T67" fmla="*/ 409 h 438"/>
                <a:gd name="T68" fmla="*/ 241 w 481"/>
                <a:gd name="T69" fmla="*/ 433 h 438"/>
                <a:gd name="T70" fmla="*/ 301 w 481"/>
                <a:gd name="T71" fmla="*/ 409 h 438"/>
                <a:gd name="T72" fmla="*/ 329 w 481"/>
                <a:gd name="T73" fmla="*/ 351 h 438"/>
                <a:gd name="T74" fmla="*/ 330 w 481"/>
                <a:gd name="T75" fmla="*/ 348 h 438"/>
                <a:gd name="T76" fmla="*/ 332 w 481"/>
                <a:gd name="T77" fmla="*/ 349 h 438"/>
                <a:gd name="T78" fmla="*/ 341 w 481"/>
                <a:gd name="T79" fmla="*/ 350 h 438"/>
                <a:gd name="T80" fmla="*/ 350 w 481"/>
                <a:gd name="T81" fmla="*/ 350 h 438"/>
                <a:gd name="T82" fmla="*/ 476 w 481"/>
                <a:gd name="T83" fmla="*/ 225 h 438"/>
                <a:gd name="T84" fmla="*/ 350 w 481"/>
                <a:gd name="T85" fmla="*/ 99 h 438"/>
                <a:gd name="T86" fmla="*/ 341 w 481"/>
                <a:gd name="T87" fmla="*/ 99 h 438"/>
                <a:gd name="T88" fmla="*/ 333 w 481"/>
                <a:gd name="T89" fmla="*/ 100 h 438"/>
                <a:gd name="T90" fmla="*/ 329 w 481"/>
                <a:gd name="T91" fmla="*/ 101 h 438"/>
                <a:gd name="T92" fmla="*/ 330 w 481"/>
                <a:gd name="T93" fmla="*/ 97 h 438"/>
                <a:gd name="T94" fmla="*/ 330 w 481"/>
                <a:gd name="T95" fmla="*/ 96 h 438"/>
                <a:gd name="T96" fmla="*/ 330 w 481"/>
                <a:gd name="T97" fmla="*/ 95 h 438"/>
                <a:gd name="T98" fmla="*/ 241 w 481"/>
                <a:gd name="T99" fmla="*/ 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438">
                  <a:moveTo>
                    <a:pt x="241" y="0"/>
                  </a:moveTo>
                  <a:cubicBezTo>
                    <a:pt x="292" y="0"/>
                    <a:pt x="335" y="42"/>
                    <a:pt x="335" y="94"/>
                  </a:cubicBezTo>
                  <a:cubicBezTo>
                    <a:pt x="337" y="94"/>
                    <a:pt x="339" y="94"/>
                    <a:pt x="341" y="94"/>
                  </a:cubicBezTo>
                  <a:cubicBezTo>
                    <a:pt x="344" y="93"/>
                    <a:pt x="347" y="93"/>
                    <a:pt x="350" y="93"/>
                  </a:cubicBezTo>
                  <a:cubicBezTo>
                    <a:pt x="422" y="93"/>
                    <a:pt x="481" y="152"/>
                    <a:pt x="481" y="225"/>
                  </a:cubicBezTo>
                  <a:cubicBezTo>
                    <a:pt x="481" y="297"/>
                    <a:pt x="422" y="356"/>
                    <a:pt x="350" y="356"/>
                  </a:cubicBezTo>
                  <a:cubicBezTo>
                    <a:pt x="347" y="356"/>
                    <a:pt x="344" y="356"/>
                    <a:pt x="341" y="356"/>
                  </a:cubicBezTo>
                  <a:cubicBezTo>
                    <a:pt x="339" y="355"/>
                    <a:pt x="337" y="355"/>
                    <a:pt x="335" y="355"/>
                  </a:cubicBezTo>
                  <a:cubicBezTo>
                    <a:pt x="332" y="378"/>
                    <a:pt x="321" y="399"/>
                    <a:pt x="304" y="413"/>
                  </a:cubicBezTo>
                  <a:cubicBezTo>
                    <a:pt x="288" y="429"/>
                    <a:pt x="265" y="438"/>
                    <a:pt x="241" y="438"/>
                  </a:cubicBezTo>
                  <a:cubicBezTo>
                    <a:pt x="216" y="438"/>
                    <a:pt x="193" y="429"/>
                    <a:pt x="176" y="413"/>
                  </a:cubicBezTo>
                  <a:cubicBezTo>
                    <a:pt x="160" y="398"/>
                    <a:pt x="149" y="377"/>
                    <a:pt x="146" y="354"/>
                  </a:cubicBezTo>
                  <a:cubicBezTo>
                    <a:pt x="144" y="354"/>
                    <a:pt x="142" y="354"/>
                    <a:pt x="140" y="354"/>
                  </a:cubicBezTo>
                  <a:cubicBezTo>
                    <a:pt x="137" y="355"/>
                    <a:pt x="134" y="355"/>
                    <a:pt x="131" y="355"/>
                  </a:cubicBezTo>
                  <a:cubicBezTo>
                    <a:pt x="59" y="355"/>
                    <a:pt x="0" y="296"/>
                    <a:pt x="0" y="223"/>
                  </a:cubicBezTo>
                  <a:cubicBezTo>
                    <a:pt x="0" y="151"/>
                    <a:pt x="59" y="92"/>
                    <a:pt x="131" y="92"/>
                  </a:cubicBezTo>
                  <a:cubicBezTo>
                    <a:pt x="134" y="92"/>
                    <a:pt x="137" y="92"/>
                    <a:pt x="140" y="92"/>
                  </a:cubicBezTo>
                  <a:cubicBezTo>
                    <a:pt x="142" y="93"/>
                    <a:pt x="144" y="93"/>
                    <a:pt x="146" y="93"/>
                  </a:cubicBezTo>
                  <a:cubicBezTo>
                    <a:pt x="147" y="42"/>
                    <a:pt x="189" y="0"/>
                    <a:pt x="241" y="0"/>
                  </a:cubicBezTo>
                  <a:close/>
                  <a:moveTo>
                    <a:pt x="241" y="6"/>
                  </a:moveTo>
                  <a:cubicBezTo>
                    <a:pt x="192" y="6"/>
                    <a:pt x="152" y="46"/>
                    <a:pt x="152" y="95"/>
                  </a:cubicBezTo>
                  <a:cubicBezTo>
                    <a:pt x="152" y="95"/>
                    <a:pt x="152" y="95"/>
                    <a:pt x="152" y="96"/>
                  </a:cubicBezTo>
                  <a:cubicBezTo>
                    <a:pt x="152" y="96"/>
                    <a:pt x="152" y="96"/>
                    <a:pt x="152" y="96"/>
                  </a:cubicBezTo>
                  <a:cubicBezTo>
                    <a:pt x="152" y="99"/>
                    <a:pt x="152" y="99"/>
                    <a:pt x="152" y="99"/>
                  </a:cubicBezTo>
                  <a:cubicBezTo>
                    <a:pt x="148" y="99"/>
                    <a:pt x="148" y="99"/>
                    <a:pt x="148" y="99"/>
                  </a:cubicBezTo>
                  <a:cubicBezTo>
                    <a:pt x="146" y="99"/>
                    <a:pt x="143" y="98"/>
                    <a:pt x="140" y="98"/>
                  </a:cubicBezTo>
                  <a:cubicBezTo>
                    <a:pt x="137" y="98"/>
                    <a:pt x="134" y="98"/>
                    <a:pt x="131" y="98"/>
                  </a:cubicBezTo>
                  <a:cubicBezTo>
                    <a:pt x="62" y="98"/>
                    <a:pt x="5" y="154"/>
                    <a:pt x="5" y="223"/>
                  </a:cubicBezTo>
                  <a:cubicBezTo>
                    <a:pt x="5" y="293"/>
                    <a:pt x="62" y="349"/>
                    <a:pt x="131" y="349"/>
                  </a:cubicBezTo>
                  <a:cubicBezTo>
                    <a:pt x="134" y="349"/>
                    <a:pt x="137" y="349"/>
                    <a:pt x="140" y="349"/>
                  </a:cubicBezTo>
                  <a:cubicBezTo>
                    <a:pt x="143" y="348"/>
                    <a:pt x="146" y="348"/>
                    <a:pt x="149" y="348"/>
                  </a:cubicBezTo>
                  <a:cubicBezTo>
                    <a:pt x="152" y="347"/>
                    <a:pt x="152" y="347"/>
                    <a:pt x="152" y="347"/>
                  </a:cubicBezTo>
                  <a:cubicBezTo>
                    <a:pt x="152" y="350"/>
                    <a:pt x="152" y="350"/>
                    <a:pt x="152" y="350"/>
                  </a:cubicBezTo>
                  <a:cubicBezTo>
                    <a:pt x="154" y="373"/>
                    <a:pt x="164" y="394"/>
                    <a:pt x="180" y="409"/>
                  </a:cubicBezTo>
                  <a:cubicBezTo>
                    <a:pt x="196" y="424"/>
                    <a:pt x="217" y="433"/>
                    <a:pt x="241" y="433"/>
                  </a:cubicBezTo>
                  <a:cubicBezTo>
                    <a:pt x="264" y="433"/>
                    <a:pt x="285" y="424"/>
                    <a:pt x="301" y="409"/>
                  </a:cubicBezTo>
                  <a:cubicBezTo>
                    <a:pt x="317" y="395"/>
                    <a:pt x="327" y="374"/>
                    <a:pt x="329" y="351"/>
                  </a:cubicBezTo>
                  <a:cubicBezTo>
                    <a:pt x="330" y="348"/>
                    <a:pt x="330" y="348"/>
                    <a:pt x="330" y="348"/>
                  </a:cubicBezTo>
                  <a:cubicBezTo>
                    <a:pt x="332" y="349"/>
                    <a:pt x="332" y="349"/>
                    <a:pt x="332" y="349"/>
                  </a:cubicBezTo>
                  <a:cubicBezTo>
                    <a:pt x="335" y="349"/>
                    <a:pt x="338" y="350"/>
                    <a:pt x="341" y="350"/>
                  </a:cubicBezTo>
                  <a:cubicBezTo>
                    <a:pt x="344" y="350"/>
                    <a:pt x="347" y="350"/>
                    <a:pt x="350" y="350"/>
                  </a:cubicBezTo>
                  <a:cubicBezTo>
                    <a:pt x="419" y="350"/>
                    <a:pt x="476" y="294"/>
                    <a:pt x="476" y="225"/>
                  </a:cubicBezTo>
                  <a:cubicBezTo>
                    <a:pt x="476" y="155"/>
                    <a:pt x="419" y="99"/>
                    <a:pt x="350" y="99"/>
                  </a:cubicBezTo>
                  <a:cubicBezTo>
                    <a:pt x="347" y="99"/>
                    <a:pt x="344" y="99"/>
                    <a:pt x="341" y="99"/>
                  </a:cubicBezTo>
                  <a:cubicBezTo>
                    <a:pt x="338" y="100"/>
                    <a:pt x="336" y="100"/>
                    <a:pt x="333" y="100"/>
                  </a:cubicBezTo>
                  <a:cubicBezTo>
                    <a:pt x="329" y="101"/>
                    <a:pt x="329" y="101"/>
                    <a:pt x="329" y="101"/>
                  </a:cubicBezTo>
                  <a:cubicBezTo>
                    <a:pt x="330" y="97"/>
                    <a:pt x="330" y="97"/>
                    <a:pt x="330" y="97"/>
                  </a:cubicBezTo>
                  <a:cubicBezTo>
                    <a:pt x="330" y="97"/>
                    <a:pt x="330" y="96"/>
                    <a:pt x="330" y="96"/>
                  </a:cubicBezTo>
                  <a:cubicBezTo>
                    <a:pt x="330" y="96"/>
                    <a:pt x="330" y="95"/>
                    <a:pt x="330" y="95"/>
                  </a:cubicBezTo>
                  <a:cubicBezTo>
                    <a:pt x="330" y="46"/>
                    <a:pt x="290" y="6"/>
                    <a:pt x="24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îšḻîďê"/>
            <p:cNvSpPr/>
            <p:nvPr userDrawn="1">
              <p:custDataLst>
                <p:tags r:id="rId13"/>
              </p:custDataLst>
            </p:nvPr>
          </p:nvSpPr>
          <p:spPr bwMode="auto">
            <a:xfrm>
              <a:off x="9866284" y="576173"/>
              <a:ext cx="45920" cy="32588"/>
            </a:xfrm>
            <a:custGeom>
              <a:avLst/>
              <a:gdLst>
                <a:gd name="T0" fmla="*/ 38 w 89"/>
                <a:gd name="T1" fmla="*/ 56 h 63"/>
                <a:gd name="T2" fmla="*/ 32 w 89"/>
                <a:gd name="T3" fmla="*/ 59 h 63"/>
                <a:gd name="T4" fmla="*/ 23 w 89"/>
                <a:gd name="T5" fmla="*/ 59 h 63"/>
                <a:gd name="T6" fmla="*/ 6 w 89"/>
                <a:gd name="T7" fmla="*/ 49 h 63"/>
                <a:gd name="T8" fmla="*/ 1 w 89"/>
                <a:gd name="T9" fmla="*/ 28 h 63"/>
                <a:gd name="T10" fmla="*/ 4 w 89"/>
                <a:gd name="T11" fmla="*/ 17 h 63"/>
                <a:gd name="T12" fmla="*/ 10 w 89"/>
                <a:gd name="T13" fmla="*/ 8 h 63"/>
                <a:gd name="T14" fmla="*/ 6 w 89"/>
                <a:gd name="T15" fmla="*/ 5 h 63"/>
                <a:gd name="T16" fmla="*/ 6 w 89"/>
                <a:gd name="T17" fmla="*/ 0 h 63"/>
                <a:gd name="T18" fmla="*/ 35 w 89"/>
                <a:gd name="T19" fmla="*/ 3 h 63"/>
                <a:gd name="T20" fmla="*/ 34 w 89"/>
                <a:gd name="T21" fmla="*/ 7 h 63"/>
                <a:gd name="T22" fmla="*/ 24 w 89"/>
                <a:gd name="T23" fmla="*/ 10 h 63"/>
                <a:gd name="T24" fmla="*/ 16 w 89"/>
                <a:gd name="T25" fmla="*/ 14 h 63"/>
                <a:gd name="T26" fmla="*/ 9 w 89"/>
                <a:gd name="T27" fmla="*/ 20 h 63"/>
                <a:gd name="T28" fmla="*/ 6 w 89"/>
                <a:gd name="T29" fmla="*/ 30 h 63"/>
                <a:gd name="T30" fmla="*/ 6 w 89"/>
                <a:gd name="T31" fmla="*/ 37 h 63"/>
                <a:gd name="T32" fmla="*/ 9 w 89"/>
                <a:gd name="T33" fmla="*/ 42 h 63"/>
                <a:gd name="T34" fmla="*/ 13 w 89"/>
                <a:gd name="T35" fmla="*/ 46 h 63"/>
                <a:gd name="T36" fmla="*/ 19 w 89"/>
                <a:gd name="T37" fmla="*/ 47 h 63"/>
                <a:gd name="T38" fmla="*/ 29 w 89"/>
                <a:gd name="T39" fmla="*/ 45 h 63"/>
                <a:gd name="T40" fmla="*/ 36 w 89"/>
                <a:gd name="T41" fmla="*/ 38 h 63"/>
                <a:gd name="T42" fmla="*/ 41 w 89"/>
                <a:gd name="T43" fmla="*/ 29 h 63"/>
                <a:gd name="T44" fmla="*/ 45 w 89"/>
                <a:gd name="T45" fmla="*/ 21 h 63"/>
                <a:gd name="T46" fmla="*/ 55 w 89"/>
                <a:gd name="T47" fmla="*/ 11 h 63"/>
                <a:gd name="T48" fmla="*/ 69 w 89"/>
                <a:gd name="T49" fmla="*/ 9 h 63"/>
                <a:gd name="T50" fmla="*/ 77 w 89"/>
                <a:gd name="T51" fmla="*/ 12 h 63"/>
                <a:gd name="T52" fmla="*/ 84 w 89"/>
                <a:gd name="T53" fmla="*/ 18 h 63"/>
                <a:gd name="T54" fmla="*/ 88 w 89"/>
                <a:gd name="T55" fmla="*/ 27 h 63"/>
                <a:gd name="T56" fmla="*/ 89 w 89"/>
                <a:gd name="T57" fmla="*/ 37 h 63"/>
                <a:gd name="T58" fmla="*/ 86 w 89"/>
                <a:gd name="T59" fmla="*/ 47 h 63"/>
                <a:gd name="T60" fmla="*/ 80 w 89"/>
                <a:gd name="T61" fmla="*/ 55 h 63"/>
                <a:gd name="T62" fmla="*/ 84 w 89"/>
                <a:gd name="T63" fmla="*/ 58 h 63"/>
                <a:gd name="T64" fmla="*/ 84 w 89"/>
                <a:gd name="T65" fmla="*/ 63 h 63"/>
                <a:gd name="T66" fmla="*/ 56 w 89"/>
                <a:gd name="T67" fmla="*/ 60 h 63"/>
                <a:gd name="T68" fmla="*/ 56 w 89"/>
                <a:gd name="T69" fmla="*/ 55 h 63"/>
                <a:gd name="T70" fmla="*/ 66 w 89"/>
                <a:gd name="T71" fmla="*/ 53 h 63"/>
                <a:gd name="T72" fmla="*/ 74 w 89"/>
                <a:gd name="T73" fmla="*/ 50 h 63"/>
                <a:gd name="T74" fmla="*/ 80 w 89"/>
                <a:gd name="T75" fmla="*/ 44 h 63"/>
                <a:gd name="T76" fmla="*/ 83 w 89"/>
                <a:gd name="T77" fmla="*/ 36 h 63"/>
                <a:gd name="T78" fmla="*/ 81 w 89"/>
                <a:gd name="T79" fmla="*/ 26 h 63"/>
                <a:gd name="T80" fmla="*/ 73 w 89"/>
                <a:gd name="T81" fmla="*/ 21 h 63"/>
                <a:gd name="T82" fmla="*/ 63 w 89"/>
                <a:gd name="T83" fmla="*/ 22 h 63"/>
                <a:gd name="T84" fmla="*/ 57 w 89"/>
                <a:gd name="T85" fmla="*/ 29 h 63"/>
                <a:gd name="T86" fmla="*/ 52 w 89"/>
                <a:gd name="T87" fmla="*/ 37 h 63"/>
                <a:gd name="T88" fmla="*/ 48 w 89"/>
                <a:gd name="T89" fmla="*/ 44 h 63"/>
                <a:gd name="T90" fmla="*/ 44 w 89"/>
                <a:gd name="T91" fmla="*/ 51 h 63"/>
                <a:gd name="T92" fmla="*/ 38 w 89"/>
                <a:gd name="T93" fmla="*/ 5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3">
                  <a:moveTo>
                    <a:pt x="38" y="56"/>
                  </a:moveTo>
                  <a:cubicBezTo>
                    <a:pt x="36" y="58"/>
                    <a:pt x="34" y="59"/>
                    <a:pt x="32" y="59"/>
                  </a:cubicBezTo>
                  <a:cubicBezTo>
                    <a:pt x="29" y="60"/>
                    <a:pt x="26" y="60"/>
                    <a:pt x="23" y="59"/>
                  </a:cubicBezTo>
                  <a:cubicBezTo>
                    <a:pt x="16" y="59"/>
                    <a:pt x="10" y="55"/>
                    <a:pt x="6" y="49"/>
                  </a:cubicBezTo>
                  <a:cubicBezTo>
                    <a:pt x="2" y="43"/>
                    <a:pt x="0" y="36"/>
                    <a:pt x="1" y="28"/>
                  </a:cubicBezTo>
                  <a:cubicBezTo>
                    <a:pt x="2" y="24"/>
                    <a:pt x="3" y="21"/>
                    <a:pt x="4" y="17"/>
                  </a:cubicBezTo>
                  <a:cubicBezTo>
                    <a:pt x="6" y="13"/>
                    <a:pt x="8" y="10"/>
                    <a:pt x="10" y="8"/>
                  </a:cubicBezTo>
                  <a:cubicBezTo>
                    <a:pt x="6" y="5"/>
                    <a:pt x="6" y="5"/>
                    <a:pt x="6" y="5"/>
                  </a:cubicBezTo>
                  <a:cubicBezTo>
                    <a:pt x="6" y="0"/>
                    <a:pt x="6" y="0"/>
                    <a:pt x="6" y="0"/>
                  </a:cubicBezTo>
                  <a:cubicBezTo>
                    <a:pt x="35" y="3"/>
                    <a:pt x="35" y="3"/>
                    <a:pt x="35" y="3"/>
                  </a:cubicBezTo>
                  <a:cubicBezTo>
                    <a:pt x="34" y="7"/>
                    <a:pt x="34" y="7"/>
                    <a:pt x="34" y="7"/>
                  </a:cubicBezTo>
                  <a:cubicBezTo>
                    <a:pt x="31" y="8"/>
                    <a:pt x="27" y="9"/>
                    <a:pt x="24" y="10"/>
                  </a:cubicBezTo>
                  <a:cubicBezTo>
                    <a:pt x="21" y="11"/>
                    <a:pt x="18" y="12"/>
                    <a:pt x="16" y="14"/>
                  </a:cubicBezTo>
                  <a:cubicBezTo>
                    <a:pt x="13" y="16"/>
                    <a:pt x="11" y="18"/>
                    <a:pt x="9" y="20"/>
                  </a:cubicBezTo>
                  <a:cubicBezTo>
                    <a:pt x="8" y="23"/>
                    <a:pt x="7" y="26"/>
                    <a:pt x="6" y="30"/>
                  </a:cubicBezTo>
                  <a:cubicBezTo>
                    <a:pt x="6" y="32"/>
                    <a:pt x="6" y="35"/>
                    <a:pt x="6" y="37"/>
                  </a:cubicBezTo>
                  <a:cubicBezTo>
                    <a:pt x="7" y="39"/>
                    <a:pt x="8" y="41"/>
                    <a:pt x="9" y="42"/>
                  </a:cubicBezTo>
                  <a:cubicBezTo>
                    <a:pt x="10" y="44"/>
                    <a:pt x="11" y="45"/>
                    <a:pt x="13" y="46"/>
                  </a:cubicBezTo>
                  <a:cubicBezTo>
                    <a:pt x="15" y="46"/>
                    <a:pt x="17" y="47"/>
                    <a:pt x="19" y="47"/>
                  </a:cubicBezTo>
                  <a:cubicBezTo>
                    <a:pt x="22" y="48"/>
                    <a:pt x="25" y="47"/>
                    <a:pt x="29" y="45"/>
                  </a:cubicBezTo>
                  <a:cubicBezTo>
                    <a:pt x="32" y="44"/>
                    <a:pt x="34" y="41"/>
                    <a:pt x="36" y="38"/>
                  </a:cubicBezTo>
                  <a:cubicBezTo>
                    <a:pt x="38" y="35"/>
                    <a:pt x="39" y="33"/>
                    <a:pt x="41" y="29"/>
                  </a:cubicBezTo>
                  <a:cubicBezTo>
                    <a:pt x="42" y="26"/>
                    <a:pt x="44" y="24"/>
                    <a:pt x="45" y="21"/>
                  </a:cubicBezTo>
                  <a:cubicBezTo>
                    <a:pt x="48" y="17"/>
                    <a:pt x="51" y="14"/>
                    <a:pt x="55" y="11"/>
                  </a:cubicBezTo>
                  <a:cubicBezTo>
                    <a:pt x="58" y="9"/>
                    <a:pt x="63" y="8"/>
                    <a:pt x="69" y="9"/>
                  </a:cubicBezTo>
                  <a:cubicBezTo>
                    <a:pt x="72" y="9"/>
                    <a:pt x="75" y="10"/>
                    <a:pt x="77" y="12"/>
                  </a:cubicBezTo>
                  <a:cubicBezTo>
                    <a:pt x="80" y="14"/>
                    <a:pt x="82" y="16"/>
                    <a:pt x="84" y="18"/>
                  </a:cubicBezTo>
                  <a:cubicBezTo>
                    <a:pt x="86" y="21"/>
                    <a:pt x="87" y="24"/>
                    <a:pt x="88" y="27"/>
                  </a:cubicBezTo>
                  <a:cubicBezTo>
                    <a:pt x="89" y="30"/>
                    <a:pt x="89" y="34"/>
                    <a:pt x="89" y="37"/>
                  </a:cubicBezTo>
                  <a:cubicBezTo>
                    <a:pt x="88" y="41"/>
                    <a:pt x="87" y="44"/>
                    <a:pt x="86" y="47"/>
                  </a:cubicBezTo>
                  <a:cubicBezTo>
                    <a:pt x="84" y="50"/>
                    <a:pt x="82" y="53"/>
                    <a:pt x="80" y="55"/>
                  </a:cubicBezTo>
                  <a:cubicBezTo>
                    <a:pt x="84" y="58"/>
                    <a:pt x="84" y="58"/>
                    <a:pt x="84" y="58"/>
                  </a:cubicBezTo>
                  <a:cubicBezTo>
                    <a:pt x="84" y="63"/>
                    <a:pt x="84" y="63"/>
                    <a:pt x="84" y="63"/>
                  </a:cubicBezTo>
                  <a:cubicBezTo>
                    <a:pt x="56" y="60"/>
                    <a:pt x="56" y="60"/>
                    <a:pt x="56" y="60"/>
                  </a:cubicBezTo>
                  <a:cubicBezTo>
                    <a:pt x="56" y="55"/>
                    <a:pt x="56" y="55"/>
                    <a:pt x="56" y="55"/>
                  </a:cubicBezTo>
                  <a:cubicBezTo>
                    <a:pt x="60" y="54"/>
                    <a:pt x="63" y="54"/>
                    <a:pt x="66" y="53"/>
                  </a:cubicBezTo>
                  <a:cubicBezTo>
                    <a:pt x="69" y="52"/>
                    <a:pt x="72" y="51"/>
                    <a:pt x="74" y="50"/>
                  </a:cubicBezTo>
                  <a:cubicBezTo>
                    <a:pt x="77" y="48"/>
                    <a:pt x="79" y="47"/>
                    <a:pt x="80" y="44"/>
                  </a:cubicBezTo>
                  <a:cubicBezTo>
                    <a:pt x="82" y="42"/>
                    <a:pt x="83" y="39"/>
                    <a:pt x="83" y="36"/>
                  </a:cubicBezTo>
                  <a:cubicBezTo>
                    <a:pt x="84" y="32"/>
                    <a:pt x="83" y="29"/>
                    <a:pt x="81" y="26"/>
                  </a:cubicBezTo>
                  <a:cubicBezTo>
                    <a:pt x="79" y="23"/>
                    <a:pt x="76" y="21"/>
                    <a:pt x="73" y="21"/>
                  </a:cubicBezTo>
                  <a:cubicBezTo>
                    <a:pt x="69" y="20"/>
                    <a:pt x="66" y="21"/>
                    <a:pt x="63" y="22"/>
                  </a:cubicBezTo>
                  <a:cubicBezTo>
                    <a:pt x="61" y="24"/>
                    <a:pt x="59" y="26"/>
                    <a:pt x="57" y="29"/>
                  </a:cubicBezTo>
                  <a:cubicBezTo>
                    <a:pt x="55" y="31"/>
                    <a:pt x="53" y="34"/>
                    <a:pt x="52" y="37"/>
                  </a:cubicBezTo>
                  <a:cubicBezTo>
                    <a:pt x="51" y="39"/>
                    <a:pt x="49" y="42"/>
                    <a:pt x="48" y="44"/>
                  </a:cubicBezTo>
                  <a:cubicBezTo>
                    <a:pt x="47" y="47"/>
                    <a:pt x="45" y="49"/>
                    <a:pt x="44" y="51"/>
                  </a:cubicBezTo>
                  <a:cubicBezTo>
                    <a:pt x="42" y="53"/>
                    <a:pt x="40" y="55"/>
                    <a:pt x="38"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ľíḑè"/>
            <p:cNvSpPr/>
            <p:nvPr userDrawn="1">
              <p:custDataLst>
                <p:tags r:id="rId14"/>
              </p:custDataLst>
            </p:nvPr>
          </p:nvSpPr>
          <p:spPr bwMode="auto">
            <a:xfrm>
              <a:off x="9857396" y="609255"/>
              <a:ext cx="45920" cy="41476"/>
            </a:xfrm>
            <a:custGeom>
              <a:avLst/>
              <a:gdLst>
                <a:gd name="T0" fmla="*/ 80 w 89"/>
                <a:gd name="T1" fmla="*/ 79 h 79"/>
                <a:gd name="T2" fmla="*/ 80 w 89"/>
                <a:gd name="T3" fmla="*/ 74 h 79"/>
                <a:gd name="T4" fmla="*/ 78 w 89"/>
                <a:gd name="T5" fmla="*/ 70 h 79"/>
                <a:gd name="T6" fmla="*/ 72 w 89"/>
                <a:gd name="T7" fmla="*/ 67 h 79"/>
                <a:gd name="T8" fmla="*/ 62 w 89"/>
                <a:gd name="T9" fmla="*/ 66 h 79"/>
                <a:gd name="T10" fmla="*/ 25 w 89"/>
                <a:gd name="T11" fmla="*/ 64 h 79"/>
                <a:gd name="T12" fmla="*/ 13 w 89"/>
                <a:gd name="T13" fmla="*/ 61 h 79"/>
                <a:gd name="T14" fmla="*/ 5 w 89"/>
                <a:gd name="T15" fmla="*/ 53 h 79"/>
                <a:gd name="T16" fmla="*/ 1 w 89"/>
                <a:gd name="T17" fmla="*/ 44 h 79"/>
                <a:gd name="T18" fmla="*/ 0 w 89"/>
                <a:gd name="T19" fmla="*/ 35 h 79"/>
                <a:gd name="T20" fmla="*/ 3 w 89"/>
                <a:gd name="T21" fmla="*/ 23 h 79"/>
                <a:gd name="T22" fmla="*/ 9 w 89"/>
                <a:gd name="T23" fmla="*/ 14 h 79"/>
                <a:gd name="T24" fmla="*/ 17 w 89"/>
                <a:gd name="T25" fmla="*/ 9 h 79"/>
                <a:gd name="T26" fmla="*/ 26 w 89"/>
                <a:gd name="T27" fmla="*/ 7 h 79"/>
                <a:gd name="T28" fmla="*/ 76 w 89"/>
                <a:gd name="T29" fmla="*/ 9 h 79"/>
                <a:gd name="T30" fmla="*/ 79 w 89"/>
                <a:gd name="T31" fmla="*/ 9 h 79"/>
                <a:gd name="T32" fmla="*/ 82 w 89"/>
                <a:gd name="T33" fmla="*/ 6 h 79"/>
                <a:gd name="T34" fmla="*/ 83 w 89"/>
                <a:gd name="T35" fmla="*/ 3 h 79"/>
                <a:gd name="T36" fmla="*/ 84 w 89"/>
                <a:gd name="T37" fmla="*/ 0 h 79"/>
                <a:gd name="T38" fmla="*/ 89 w 89"/>
                <a:gd name="T39" fmla="*/ 0 h 79"/>
                <a:gd name="T40" fmla="*/ 87 w 89"/>
                <a:gd name="T41" fmla="*/ 32 h 79"/>
                <a:gd name="T42" fmla="*/ 83 w 89"/>
                <a:gd name="T43" fmla="*/ 32 h 79"/>
                <a:gd name="T44" fmla="*/ 82 w 89"/>
                <a:gd name="T45" fmla="*/ 28 h 79"/>
                <a:gd name="T46" fmla="*/ 82 w 89"/>
                <a:gd name="T47" fmla="*/ 24 h 79"/>
                <a:gd name="T48" fmla="*/ 79 w 89"/>
                <a:gd name="T49" fmla="*/ 22 h 79"/>
                <a:gd name="T50" fmla="*/ 76 w 89"/>
                <a:gd name="T51" fmla="*/ 21 h 79"/>
                <a:gd name="T52" fmla="*/ 29 w 89"/>
                <a:gd name="T53" fmla="*/ 19 h 79"/>
                <a:gd name="T54" fmla="*/ 22 w 89"/>
                <a:gd name="T55" fmla="*/ 19 h 79"/>
                <a:gd name="T56" fmla="*/ 15 w 89"/>
                <a:gd name="T57" fmla="*/ 22 h 79"/>
                <a:gd name="T58" fmla="*/ 9 w 89"/>
                <a:gd name="T59" fmla="*/ 27 h 79"/>
                <a:gd name="T60" fmla="*/ 7 w 89"/>
                <a:gd name="T61" fmla="*/ 37 h 79"/>
                <a:gd name="T62" fmla="*/ 8 w 89"/>
                <a:gd name="T63" fmla="*/ 47 h 79"/>
                <a:gd name="T64" fmla="*/ 13 w 89"/>
                <a:gd name="T65" fmla="*/ 54 h 79"/>
                <a:gd name="T66" fmla="*/ 20 w 89"/>
                <a:gd name="T67" fmla="*/ 58 h 79"/>
                <a:gd name="T68" fmla="*/ 27 w 89"/>
                <a:gd name="T69" fmla="*/ 59 h 79"/>
                <a:gd name="T70" fmla="*/ 61 w 89"/>
                <a:gd name="T71" fmla="*/ 60 h 79"/>
                <a:gd name="T72" fmla="*/ 72 w 89"/>
                <a:gd name="T73" fmla="*/ 60 h 79"/>
                <a:gd name="T74" fmla="*/ 78 w 89"/>
                <a:gd name="T75" fmla="*/ 58 h 79"/>
                <a:gd name="T76" fmla="*/ 81 w 89"/>
                <a:gd name="T77" fmla="*/ 52 h 79"/>
                <a:gd name="T78" fmla="*/ 82 w 89"/>
                <a:gd name="T79" fmla="*/ 47 h 79"/>
                <a:gd name="T80" fmla="*/ 86 w 89"/>
                <a:gd name="T81" fmla="*/ 48 h 79"/>
                <a:gd name="T82" fmla="*/ 84 w 89"/>
                <a:gd name="T83" fmla="*/ 79 h 79"/>
                <a:gd name="T84" fmla="*/ 80 w 89"/>
                <a:gd name="T8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9" h="79">
                  <a:moveTo>
                    <a:pt x="80" y="79"/>
                  </a:moveTo>
                  <a:cubicBezTo>
                    <a:pt x="80" y="78"/>
                    <a:pt x="80" y="76"/>
                    <a:pt x="80" y="74"/>
                  </a:cubicBezTo>
                  <a:cubicBezTo>
                    <a:pt x="79" y="72"/>
                    <a:pt x="79" y="71"/>
                    <a:pt x="78" y="70"/>
                  </a:cubicBezTo>
                  <a:cubicBezTo>
                    <a:pt x="77" y="68"/>
                    <a:pt x="75" y="67"/>
                    <a:pt x="72" y="67"/>
                  </a:cubicBezTo>
                  <a:cubicBezTo>
                    <a:pt x="70" y="66"/>
                    <a:pt x="66" y="66"/>
                    <a:pt x="62" y="66"/>
                  </a:cubicBezTo>
                  <a:cubicBezTo>
                    <a:pt x="25" y="64"/>
                    <a:pt x="25" y="64"/>
                    <a:pt x="25" y="64"/>
                  </a:cubicBezTo>
                  <a:cubicBezTo>
                    <a:pt x="21" y="64"/>
                    <a:pt x="17" y="63"/>
                    <a:pt x="13" y="61"/>
                  </a:cubicBezTo>
                  <a:cubicBezTo>
                    <a:pt x="10" y="59"/>
                    <a:pt x="7" y="56"/>
                    <a:pt x="5" y="53"/>
                  </a:cubicBezTo>
                  <a:cubicBezTo>
                    <a:pt x="3" y="50"/>
                    <a:pt x="2" y="47"/>
                    <a:pt x="1" y="44"/>
                  </a:cubicBezTo>
                  <a:cubicBezTo>
                    <a:pt x="0" y="41"/>
                    <a:pt x="0" y="38"/>
                    <a:pt x="0" y="35"/>
                  </a:cubicBezTo>
                  <a:cubicBezTo>
                    <a:pt x="0" y="30"/>
                    <a:pt x="1" y="26"/>
                    <a:pt x="3" y="23"/>
                  </a:cubicBezTo>
                  <a:cubicBezTo>
                    <a:pt x="4" y="19"/>
                    <a:pt x="6" y="16"/>
                    <a:pt x="9" y="14"/>
                  </a:cubicBezTo>
                  <a:cubicBezTo>
                    <a:pt x="11" y="11"/>
                    <a:pt x="14" y="10"/>
                    <a:pt x="17" y="9"/>
                  </a:cubicBezTo>
                  <a:cubicBezTo>
                    <a:pt x="20" y="8"/>
                    <a:pt x="23" y="7"/>
                    <a:pt x="26" y="7"/>
                  </a:cubicBezTo>
                  <a:cubicBezTo>
                    <a:pt x="76" y="9"/>
                    <a:pt x="76" y="9"/>
                    <a:pt x="76" y="9"/>
                  </a:cubicBezTo>
                  <a:cubicBezTo>
                    <a:pt x="77" y="9"/>
                    <a:pt x="78" y="9"/>
                    <a:pt x="79" y="9"/>
                  </a:cubicBezTo>
                  <a:cubicBezTo>
                    <a:pt x="80" y="9"/>
                    <a:pt x="81" y="8"/>
                    <a:pt x="82" y="6"/>
                  </a:cubicBezTo>
                  <a:cubicBezTo>
                    <a:pt x="83" y="6"/>
                    <a:pt x="83" y="4"/>
                    <a:pt x="83" y="3"/>
                  </a:cubicBezTo>
                  <a:cubicBezTo>
                    <a:pt x="84" y="2"/>
                    <a:pt x="84" y="0"/>
                    <a:pt x="84" y="0"/>
                  </a:cubicBezTo>
                  <a:cubicBezTo>
                    <a:pt x="89" y="0"/>
                    <a:pt x="89" y="0"/>
                    <a:pt x="89" y="0"/>
                  </a:cubicBezTo>
                  <a:cubicBezTo>
                    <a:pt x="87" y="32"/>
                    <a:pt x="87" y="32"/>
                    <a:pt x="87" y="32"/>
                  </a:cubicBezTo>
                  <a:cubicBezTo>
                    <a:pt x="83" y="32"/>
                    <a:pt x="83" y="32"/>
                    <a:pt x="83" y="32"/>
                  </a:cubicBezTo>
                  <a:cubicBezTo>
                    <a:pt x="83" y="31"/>
                    <a:pt x="82" y="29"/>
                    <a:pt x="82" y="28"/>
                  </a:cubicBezTo>
                  <a:cubicBezTo>
                    <a:pt x="82" y="26"/>
                    <a:pt x="82" y="25"/>
                    <a:pt x="82" y="24"/>
                  </a:cubicBezTo>
                  <a:cubicBezTo>
                    <a:pt x="81" y="23"/>
                    <a:pt x="80" y="22"/>
                    <a:pt x="79" y="22"/>
                  </a:cubicBezTo>
                  <a:cubicBezTo>
                    <a:pt x="78" y="21"/>
                    <a:pt x="77" y="21"/>
                    <a:pt x="76" y="21"/>
                  </a:cubicBezTo>
                  <a:cubicBezTo>
                    <a:pt x="29" y="19"/>
                    <a:pt x="29" y="19"/>
                    <a:pt x="29" y="19"/>
                  </a:cubicBezTo>
                  <a:cubicBezTo>
                    <a:pt x="27" y="19"/>
                    <a:pt x="25" y="19"/>
                    <a:pt x="22" y="19"/>
                  </a:cubicBezTo>
                  <a:cubicBezTo>
                    <a:pt x="20" y="20"/>
                    <a:pt x="17" y="20"/>
                    <a:pt x="15" y="22"/>
                  </a:cubicBezTo>
                  <a:cubicBezTo>
                    <a:pt x="13" y="23"/>
                    <a:pt x="11" y="25"/>
                    <a:pt x="9" y="27"/>
                  </a:cubicBezTo>
                  <a:cubicBezTo>
                    <a:pt x="8" y="30"/>
                    <a:pt x="7" y="33"/>
                    <a:pt x="7" y="37"/>
                  </a:cubicBezTo>
                  <a:cubicBezTo>
                    <a:pt x="7" y="41"/>
                    <a:pt x="7" y="45"/>
                    <a:pt x="8" y="47"/>
                  </a:cubicBezTo>
                  <a:cubicBezTo>
                    <a:pt x="10" y="50"/>
                    <a:pt x="11" y="52"/>
                    <a:pt x="13" y="54"/>
                  </a:cubicBezTo>
                  <a:cubicBezTo>
                    <a:pt x="15" y="56"/>
                    <a:pt x="18" y="57"/>
                    <a:pt x="20" y="58"/>
                  </a:cubicBezTo>
                  <a:cubicBezTo>
                    <a:pt x="22" y="58"/>
                    <a:pt x="25" y="59"/>
                    <a:pt x="27" y="59"/>
                  </a:cubicBezTo>
                  <a:cubicBezTo>
                    <a:pt x="61" y="60"/>
                    <a:pt x="61" y="60"/>
                    <a:pt x="61" y="60"/>
                  </a:cubicBezTo>
                  <a:cubicBezTo>
                    <a:pt x="66" y="60"/>
                    <a:pt x="69" y="60"/>
                    <a:pt x="72" y="60"/>
                  </a:cubicBezTo>
                  <a:cubicBezTo>
                    <a:pt x="75" y="59"/>
                    <a:pt x="77" y="59"/>
                    <a:pt x="78" y="58"/>
                  </a:cubicBezTo>
                  <a:cubicBezTo>
                    <a:pt x="79" y="56"/>
                    <a:pt x="80" y="55"/>
                    <a:pt x="81" y="52"/>
                  </a:cubicBezTo>
                  <a:cubicBezTo>
                    <a:pt x="81" y="50"/>
                    <a:pt x="82" y="49"/>
                    <a:pt x="82" y="47"/>
                  </a:cubicBezTo>
                  <a:cubicBezTo>
                    <a:pt x="86" y="48"/>
                    <a:pt x="86" y="48"/>
                    <a:pt x="86" y="48"/>
                  </a:cubicBezTo>
                  <a:cubicBezTo>
                    <a:pt x="84" y="79"/>
                    <a:pt x="84" y="79"/>
                    <a:pt x="84" y="79"/>
                  </a:cubicBezTo>
                  <a:lnTo>
                    <a:pt x="80"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ís1îḍê"/>
            <p:cNvSpPr/>
            <p:nvPr userDrawn="1">
              <p:custDataLst>
                <p:tags r:id="rId15"/>
              </p:custDataLst>
            </p:nvPr>
          </p:nvSpPr>
          <p:spPr bwMode="auto">
            <a:xfrm>
              <a:off x="9856902" y="654187"/>
              <a:ext cx="45920" cy="45920"/>
            </a:xfrm>
            <a:custGeom>
              <a:avLst/>
              <a:gdLst>
                <a:gd name="T0" fmla="*/ 85 w 89"/>
                <a:gd name="T1" fmla="*/ 88 h 88"/>
                <a:gd name="T2" fmla="*/ 83 w 89"/>
                <a:gd name="T3" fmla="*/ 83 h 88"/>
                <a:gd name="T4" fmla="*/ 81 w 89"/>
                <a:gd name="T5" fmla="*/ 78 h 88"/>
                <a:gd name="T6" fmla="*/ 75 w 89"/>
                <a:gd name="T7" fmla="*/ 76 h 88"/>
                <a:gd name="T8" fmla="*/ 65 w 89"/>
                <a:gd name="T9" fmla="*/ 75 h 88"/>
                <a:gd name="T10" fmla="*/ 3 w 89"/>
                <a:gd name="T11" fmla="*/ 78 h 88"/>
                <a:gd name="T12" fmla="*/ 3 w 89"/>
                <a:gd name="T13" fmla="*/ 73 h 88"/>
                <a:gd name="T14" fmla="*/ 69 w 89"/>
                <a:gd name="T15" fmla="*/ 21 h 88"/>
                <a:gd name="T16" fmla="*/ 26 w 89"/>
                <a:gd name="T17" fmla="*/ 23 h 88"/>
                <a:gd name="T18" fmla="*/ 15 w 89"/>
                <a:gd name="T19" fmla="*/ 24 h 88"/>
                <a:gd name="T20" fmla="*/ 9 w 89"/>
                <a:gd name="T21" fmla="*/ 27 h 88"/>
                <a:gd name="T22" fmla="*/ 7 w 89"/>
                <a:gd name="T23" fmla="*/ 33 h 88"/>
                <a:gd name="T24" fmla="*/ 6 w 89"/>
                <a:gd name="T25" fmla="*/ 39 h 88"/>
                <a:gd name="T26" fmla="*/ 2 w 89"/>
                <a:gd name="T27" fmla="*/ 39 h 88"/>
                <a:gd name="T28" fmla="*/ 0 w 89"/>
                <a:gd name="T29" fmla="*/ 5 h 88"/>
                <a:gd name="T30" fmla="*/ 5 w 89"/>
                <a:gd name="T31" fmla="*/ 5 h 88"/>
                <a:gd name="T32" fmla="*/ 6 w 89"/>
                <a:gd name="T33" fmla="*/ 10 h 88"/>
                <a:gd name="T34" fmla="*/ 8 w 89"/>
                <a:gd name="T35" fmla="*/ 15 h 88"/>
                <a:gd name="T36" fmla="*/ 13 w 89"/>
                <a:gd name="T37" fmla="*/ 17 h 88"/>
                <a:gd name="T38" fmla="*/ 25 w 89"/>
                <a:gd name="T39" fmla="*/ 18 h 88"/>
                <a:gd name="T40" fmla="*/ 66 w 89"/>
                <a:gd name="T41" fmla="*/ 16 h 88"/>
                <a:gd name="T42" fmla="*/ 72 w 89"/>
                <a:gd name="T43" fmla="*/ 14 h 88"/>
                <a:gd name="T44" fmla="*/ 76 w 89"/>
                <a:gd name="T45" fmla="*/ 12 h 88"/>
                <a:gd name="T46" fmla="*/ 79 w 89"/>
                <a:gd name="T47" fmla="*/ 6 h 88"/>
                <a:gd name="T48" fmla="*/ 80 w 89"/>
                <a:gd name="T49" fmla="*/ 0 h 88"/>
                <a:gd name="T50" fmla="*/ 84 w 89"/>
                <a:gd name="T51" fmla="*/ 0 h 88"/>
                <a:gd name="T52" fmla="*/ 86 w 89"/>
                <a:gd name="T53" fmla="*/ 23 h 88"/>
                <a:gd name="T54" fmla="*/ 24 w 89"/>
                <a:gd name="T55" fmla="*/ 72 h 88"/>
                <a:gd name="T56" fmla="*/ 64 w 89"/>
                <a:gd name="T57" fmla="*/ 70 h 88"/>
                <a:gd name="T58" fmla="*/ 75 w 89"/>
                <a:gd name="T59" fmla="*/ 69 h 88"/>
                <a:gd name="T60" fmla="*/ 80 w 89"/>
                <a:gd name="T61" fmla="*/ 66 h 88"/>
                <a:gd name="T62" fmla="*/ 82 w 89"/>
                <a:gd name="T63" fmla="*/ 60 h 88"/>
                <a:gd name="T64" fmla="*/ 83 w 89"/>
                <a:gd name="T65" fmla="*/ 55 h 88"/>
                <a:gd name="T66" fmla="*/ 87 w 89"/>
                <a:gd name="T67" fmla="*/ 55 h 88"/>
                <a:gd name="T68" fmla="*/ 89 w 89"/>
                <a:gd name="T69" fmla="*/ 88 h 88"/>
                <a:gd name="T70" fmla="*/ 85 w 89"/>
                <a:gd name="T71"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 h="88">
                  <a:moveTo>
                    <a:pt x="85" y="88"/>
                  </a:moveTo>
                  <a:cubicBezTo>
                    <a:pt x="84" y="87"/>
                    <a:pt x="84" y="85"/>
                    <a:pt x="83" y="83"/>
                  </a:cubicBezTo>
                  <a:cubicBezTo>
                    <a:pt x="83" y="81"/>
                    <a:pt x="82" y="79"/>
                    <a:pt x="81" y="78"/>
                  </a:cubicBezTo>
                  <a:cubicBezTo>
                    <a:pt x="80" y="77"/>
                    <a:pt x="78" y="76"/>
                    <a:pt x="75" y="76"/>
                  </a:cubicBezTo>
                  <a:cubicBezTo>
                    <a:pt x="73" y="75"/>
                    <a:pt x="69" y="75"/>
                    <a:pt x="65" y="75"/>
                  </a:cubicBezTo>
                  <a:cubicBezTo>
                    <a:pt x="3" y="78"/>
                    <a:pt x="3" y="78"/>
                    <a:pt x="3" y="78"/>
                  </a:cubicBezTo>
                  <a:cubicBezTo>
                    <a:pt x="3" y="73"/>
                    <a:pt x="3" y="73"/>
                    <a:pt x="3" y="73"/>
                  </a:cubicBezTo>
                  <a:cubicBezTo>
                    <a:pt x="69" y="21"/>
                    <a:pt x="69" y="21"/>
                    <a:pt x="69" y="21"/>
                  </a:cubicBezTo>
                  <a:cubicBezTo>
                    <a:pt x="26" y="23"/>
                    <a:pt x="26" y="23"/>
                    <a:pt x="26" y="23"/>
                  </a:cubicBezTo>
                  <a:cubicBezTo>
                    <a:pt x="21" y="23"/>
                    <a:pt x="17" y="24"/>
                    <a:pt x="15" y="24"/>
                  </a:cubicBezTo>
                  <a:cubicBezTo>
                    <a:pt x="12" y="25"/>
                    <a:pt x="10" y="26"/>
                    <a:pt x="9" y="27"/>
                  </a:cubicBezTo>
                  <a:cubicBezTo>
                    <a:pt x="8" y="28"/>
                    <a:pt x="8" y="30"/>
                    <a:pt x="7" y="33"/>
                  </a:cubicBezTo>
                  <a:cubicBezTo>
                    <a:pt x="7" y="36"/>
                    <a:pt x="6" y="38"/>
                    <a:pt x="6" y="39"/>
                  </a:cubicBezTo>
                  <a:cubicBezTo>
                    <a:pt x="2" y="39"/>
                    <a:pt x="2" y="39"/>
                    <a:pt x="2" y="39"/>
                  </a:cubicBezTo>
                  <a:cubicBezTo>
                    <a:pt x="0" y="5"/>
                    <a:pt x="0" y="5"/>
                    <a:pt x="0" y="5"/>
                  </a:cubicBezTo>
                  <a:cubicBezTo>
                    <a:pt x="5" y="5"/>
                    <a:pt x="5" y="5"/>
                    <a:pt x="5" y="5"/>
                  </a:cubicBezTo>
                  <a:cubicBezTo>
                    <a:pt x="5" y="6"/>
                    <a:pt x="5" y="8"/>
                    <a:pt x="6" y="10"/>
                  </a:cubicBezTo>
                  <a:cubicBezTo>
                    <a:pt x="7" y="13"/>
                    <a:pt x="7" y="14"/>
                    <a:pt x="8" y="15"/>
                  </a:cubicBezTo>
                  <a:cubicBezTo>
                    <a:pt x="9" y="16"/>
                    <a:pt x="11" y="17"/>
                    <a:pt x="13" y="17"/>
                  </a:cubicBezTo>
                  <a:cubicBezTo>
                    <a:pt x="16" y="18"/>
                    <a:pt x="19" y="18"/>
                    <a:pt x="25" y="18"/>
                  </a:cubicBezTo>
                  <a:cubicBezTo>
                    <a:pt x="66" y="16"/>
                    <a:pt x="66" y="16"/>
                    <a:pt x="66" y="16"/>
                  </a:cubicBezTo>
                  <a:cubicBezTo>
                    <a:pt x="68" y="16"/>
                    <a:pt x="70" y="15"/>
                    <a:pt x="72" y="14"/>
                  </a:cubicBezTo>
                  <a:cubicBezTo>
                    <a:pt x="74" y="14"/>
                    <a:pt x="75" y="13"/>
                    <a:pt x="76" y="12"/>
                  </a:cubicBezTo>
                  <a:cubicBezTo>
                    <a:pt x="77" y="10"/>
                    <a:pt x="78" y="8"/>
                    <a:pt x="79" y="6"/>
                  </a:cubicBezTo>
                  <a:cubicBezTo>
                    <a:pt x="80" y="4"/>
                    <a:pt x="80" y="2"/>
                    <a:pt x="80" y="0"/>
                  </a:cubicBezTo>
                  <a:cubicBezTo>
                    <a:pt x="84" y="0"/>
                    <a:pt x="84" y="0"/>
                    <a:pt x="84" y="0"/>
                  </a:cubicBezTo>
                  <a:cubicBezTo>
                    <a:pt x="86" y="23"/>
                    <a:pt x="86" y="23"/>
                    <a:pt x="86" y="23"/>
                  </a:cubicBezTo>
                  <a:cubicBezTo>
                    <a:pt x="24" y="72"/>
                    <a:pt x="24" y="72"/>
                    <a:pt x="24" y="72"/>
                  </a:cubicBezTo>
                  <a:cubicBezTo>
                    <a:pt x="64" y="70"/>
                    <a:pt x="64" y="70"/>
                    <a:pt x="64" y="70"/>
                  </a:cubicBezTo>
                  <a:cubicBezTo>
                    <a:pt x="69" y="70"/>
                    <a:pt x="72" y="69"/>
                    <a:pt x="75" y="69"/>
                  </a:cubicBezTo>
                  <a:cubicBezTo>
                    <a:pt x="78" y="68"/>
                    <a:pt x="79" y="67"/>
                    <a:pt x="80" y="66"/>
                  </a:cubicBezTo>
                  <a:cubicBezTo>
                    <a:pt x="81" y="65"/>
                    <a:pt x="81" y="63"/>
                    <a:pt x="82" y="60"/>
                  </a:cubicBezTo>
                  <a:cubicBezTo>
                    <a:pt x="83" y="58"/>
                    <a:pt x="83" y="56"/>
                    <a:pt x="83" y="55"/>
                  </a:cubicBezTo>
                  <a:cubicBezTo>
                    <a:pt x="87" y="55"/>
                    <a:pt x="87" y="55"/>
                    <a:pt x="87" y="55"/>
                  </a:cubicBezTo>
                  <a:cubicBezTo>
                    <a:pt x="89" y="88"/>
                    <a:pt x="89" y="88"/>
                    <a:pt x="89" y="88"/>
                  </a:cubicBezTo>
                  <a:lnTo>
                    <a:pt x="85" y="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śḻîďe"/>
            <p:cNvSpPr/>
            <p:nvPr userDrawn="1">
              <p:custDataLst>
                <p:tags r:id="rId16"/>
              </p:custDataLst>
            </p:nvPr>
          </p:nvSpPr>
          <p:spPr bwMode="auto">
            <a:xfrm>
              <a:off x="9867765" y="708501"/>
              <a:ext cx="52832" cy="45920"/>
            </a:xfrm>
            <a:custGeom>
              <a:avLst/>
              <a:gdLst>
                <a:gd name="T0" fmla="*/ 98 w 102"/>
                <a:gd name="T1" fmla="*/ 76 h 88"/>
                <a:gd name="T2" fmla="*/ 96 w 102"/>
                <a:gd name="T3" fmla="*/ 73 h 88"/>
                <a:gd name="T4" fmla="*/ 93 w 102"/>
                <a:gd name="T5" fmla="*/ 71 h 88"/>
                <a:gd name="T6" fmla="*/ 90 w 102"/>
                <a:gd name="T7" fmla="*/ 69 h 88"/>
                <a:gd name="T8" fmla="*/ 85 w 102"/>
                <a:gd name="T9" fmla="*/ 67 h 88"/>
                <a:gd name="T10" fmla="*/ 70 w 102"/>
                <a:gd name="T11" fmla="*/ 65 h 88"/>
                <a:gd name="T12" fmla="*/ 50 w 102"/>
                <a:gd name="T13" fmla="*/ 63 h 88"/>
                <a:gd name="T14" fmla="*/ 43 w 102"/>
                <a:gd name="T15" fmla="*/ 62 h 88"/>
                <a:gd name="T16" fmla="*/ 37 w 102"/>
                <a:gd name="T17" fmla="*/ 64 h 88"/>
                <a:gd name="T18" fmla="*/ 22 w 102"/>
                <a:gd name="T19" fmla="*/ 71 h 88"/>
                <a:gd name="T20" fmla="*/ 19 w 102"/>
                <a:gd name="T21" fmla="*/ 73 h 88"/>
                <a:gd name="T22" fmla="*/ 18 w 102"/>
                <a:gd name="T23" fmla="*/ 77 h 88"/>
                <a:gd name="T24" fmla="*/ 19 w 102"/>
                <a:gd name="T25" fmla="*/ 81 h 88"/>
                <a:gd name="T26" fmla="*/ 20 w 102"/>
                <a:gd name="T27" fmla="*/ 86 h 88"/>
                <a:gd name="T28" fmla="*/ 16 w 102"/>
                <a:gd name="T29" fmla="*/ 88 h 88"/>
                <a:gd name="T30" fmla="*/ 0 w 102"/>
                <a:gd name="T31" fmla="*/ 52 h 88"/>
                <a:gd name="T32" fmla="*/ 4 w 102"/>
                <a:gd name="T33" fmla="*/ 50 h 88"/>
                <a:gd name="T34" fmla="*/ 7 w 102"/>
                <a:gd name="T35" fmla="*/ 54 h 88"/>
                <a:gd name="T36" fmla="*/ 9 w 102"/>
                <a:gd name="T37" fmla="*/ 58 h 88"/>
                <a:gd name="T38" fmla="*/ 13 w 102"/>
                <a:gd name="T39" fmla="*/ 60 h 88"/>
                <a:gd name="T40" fmla="*/ 17 w 102"/>
                <a:gd name="T41" fmla="*/ 59 h 88"/>
                <a:gd name="T42" fmla="*/ 35 w 102"/>
                <a:gd name="T43" fmla="*/ 51 h 88"/>
                <a:gd name="T44" fmla="*/ 38 w 102"/>
                <a:gd name="T45" fmla="*/ 49 h 88"/>
                <a:gd name="T46" fmla="*/ 42 w 102"/>
                <a:gd name="T47" fmla="*/ 44 h 88"/>
                <a:gd name="T48" fmla="*/ 53 w 102"/>
                <a:gd name="T49" fmla="*/ 31 h 88"/>
                <a:gd name="T50" fmla="*/ 62 w 102"/>
                <a:gd name="T51" fmla="*/ 19 h 88"/>
                <a:gd name="T52" fmla="*/ 66 w 102"/>
                <a:gd name="T53" fmla="*/ 13 h 88"/>
                <a:gd name="T54" fmla="*/ 67 w 102"/>
                <a:gd name="T55" fmla="*/ 9 h 88"/>
                <a:gd name="T56" fmla="*/ 67 w 102"/>
                <a:gd name="T57" fmla="*/ 5 h 88"/>
                <a:gd name="T58" fmla="*/ 66 w 102"/>
                <a:gd name="T59" fmla="*/ 2 h 88"/>
                <a:gd name="T60" fmla="*/ 70 w 102"/>
                <a:gd name="T61" fmla="*/ 0 h 88"/>
                <a:gd name="T62" fmla="*/ 84 w 102"/>
                <a:gd name="T63" fmla="*/ 33 h 88"/>
                <a:gd name="T64" fmla="*/ 80 w 102"/>
                <a:gd name="T65" fmla="*/ 35 h 88"/>
                <a:gd name="T66" fmla="*/ 76 w 102"/>
                <a:gd name="T67" fmla="*/ 27 h 88"/>
                <a:gd name="T68" fmla="*/ 73 w 102"/>
                <a:gd name="T69" fmla="*/ 26 h 88"/>
                <a:gd name="T70" fmla="*/ 72 w 102"/>
                <a:gd name="T71" fmla="*/ 27 h 88"/>
                <a:gd name="T72" fmla="*/ 71 w 102"/>
                <a:gd name="T73" fmla="*/ 28 h 88"/>
                <a:gd name="T74" fmla="*/ 68 w 102"/>
                <a:gd name="T75" fmla="*/ 31 h 88"/>
                <a:gd name="T76" fmla="*/ 65 w 102"/>
                <a:gd name="T77" fmla="*/ 35 h 88"/>
                <a:gd name="T78" fmla="*/ 58 w 102"/>
                <a:gd name="T79" fmla="*/ 44 h 88"/>
                <a:gd name="T80" fmla="*/ 48 w 102"/>
                <a:gd name="T81" fmla="*/ 57 h 88"/>
                <a:gd name="T82" fmla="*/ 75 w 102"/>
                <a:gd name="T83" fmla="*/ 60 h 88"/>
                <a:gd name="T84" fmla="*/ 87 w 102"/>
                <a:gd name="T85" fmla="*/ 61 h 88"/>
                <a:gd name="T86" fmla="*/ 88 w 102"/>
                <a:gd name="T87" fmla="*/ 59 h 88"/>
                <a:gd name="T88" fmla="*/ 88 w 102"/>
                <a:gd name="T89" fmla="*/ 56 h 88"/>
                <a:gd name="T90" fmla="*/ 88 w 102"/>
                <a:gd name="T91" fmla="*/ 52 h 88"/>
                <a:gd name="T92" fmla="*/ 86 w 102"/>
                <a:gd name="T93" fmla="*/ 49 h 88"/>
                <a:gd name="T94" fmla="*/ 90 w 102"/>
                <a:gd name="T95" fmla="*/ 47 h 88"/>
                <a:gd name="T96" fmla="*/ 102 w 102"/>
                <a:gd name="T97" fmla="*/ 74 h 88"/>
                <a:gd name="T98" fmla="*/ 98 w 102"/>
                <a:gd name="T9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88">
                  <a:moveTo>
                    <a:pt x="98" y="76"/>
                  </a:moveTo>
                  <a:cubicBezTo>
                    <a:pt x="98" y="75"/>
                    <a:pt x="97" y="74"/>
                    <a:pt x="96" y="73"/>
                  </a:cubicBezTo>
                  <a:cubicBezTo>
                    <a:pt x="95" y="72"/>
                    <a:pt x="94" y="71"/>
                    <a:pt x="93" y="71"/>
                  </a:cubicBezTo>
                  <a:cubicBezTo>
                    <a:pt x="92" y="70"/>
                    <a:pt x="91" y="69"/>
                    <a:pt x="90" y="69"/>
                  </a:cubicBezTo>
                  <a:cubicBezTo>
                    <a:pt x="89" y="69"/>
                    <a:pt x="88" y="68"/>
                    <a:pt x="85" y="67"/>
                  </a:cubicBezTo>
                  <a:cubicBezTo>
                    <a:pt x="80" y="66"/>
                    <a:pt x="75" y="65"/>
                    <a:pt x="70" y="65"/>
                  </a:cubicBezTo>
                  <a:cubicBezTo>
                    <a:pt x="64" y="64"/>
                    <a:pt x="58" y="63"/>
                    <a:pt x="50" y="63"/>
                  </a:cubicBezTo>
                  <a:cubicBezTo>
                    <a:pt x="47" y="62"/>
                    <a:pt x="45" y="62"/>
                    <a:pt x="43" y="62"/>
                  </a:cubicBezTo>
                  <a:cubicBezTo>
                    <a:pt x="42" y="63"/>
                    <a:pt x="40" y="63"/>
                    <a:pt x="37" y="64"/>
                  </a:cubicBezTo>
                  <a:cubicBezTo>
                    <a:pt x="22" y="71"/>
                    <a:pt x="22" y="71"/>
                    <a:pt x="22" y="71"/>
                  </a:cubicBezTo>
                  <a:cubicBezTo>
                    <a:pt x="21" y="71"/>
                    <a:pt x="20" y="72"/>
                    <a:pt x="19" y="73"/>
                  </a:cubicBezTo>
                  <a:cubicBezTo>
                    <a:pt x="18" y="74"/>
                    <a:pt x="18" y="75"/>
                    <a:pt x="18" y="77"/>
                  </a:cubicBezTo>
                  <a:cubicBezTo>
                    <a:pt x="18" y="78"/>
                    <a:pt x="18" y="79"/>
                    <a:pt x="19" y="81"/>
                  </a:cubicBezTo>
                  <a:cubicBezTo>
                    <a:pt x="19" y="83"/>
                    <a:pt x="19" y="85"/>
                    <a:pt x="20" y="86"/>
                  </a:cubicBezTo>
                  <a:cubicBezTo>
                    <a:pt x="16" y="88"/>
                    <a:pt x="16" y="88"/>
                    <a:pt x="16" y="88"/>
                  </a:cubicBezTo>
                  <a:cubicBezTo>
                    <a:pt x="0" y="52"/>
                    <a:pt x="0" y="52"/>
                    <a:pt x="0" y="52"/>
                  </a:cubicBezTo>
                  <a:cubicBezTo>
                    <a:pt x="4" y="50"/>
                    <a:pt x="4" y="50"/>
                    <a:pt x="4" y="50"/>
                  </a:cubicBezTo>
                  <a:cubicBezTo>
                    <a:pt x="5" y="51"/>
                    <a:pt x="6" y="52"/>
                    <a:pt x="7" y="54"/>
                  </a:cubicBezTo>
                  <a:cubicBezTo>
                    <a:pt x="8" y="56"/>
                    <a:pt x="9" y="58"/>
                    <a:pt x="9" y="58"/>
                  </a:cubicBezTo>
                  <a:cubicBezTo>
                    <a:pt x="10" y="59"/>
                    <a:pt x="12" y="60"/>
                    <a:pt x="13" y="60"/>
                  </a:cubicBezTo>
                  <a:cubicBezTo>
                    <a:pt x="14" y="60"/>
                    <a:pt x="15" y="60"/>
                    <a:pt x="17" y="59"/>
                  </a:cubicBezTo>
                  <a:cubicBezTo>
                    <a:pt x="35" y="51"/>
                    <a:pt x="35" y="51"/>
                    <a:pt x="35" y="51"/>
                  </a:cubicBezTo>
                  <a:cubicBezTo>
                    <a:pt x="36" y="51"/>
                    <a:pt x="37" y="50"/>
                    <a:pt x="38" y="49"/>
                  </a:cubicBezTo>
                  <a:cubicBezTo>
                    <a:pt x="39" y="47"/>
                    <a:pt x="41" y="46"/>
                    <a:pt x="42" y="44"/>
                  </a:cubicBezTo>
                  <a:cubicBezTo>
                    <a:pt x="45" y="40"/>
                    <a:pt x="49" y="36"/>
                    <a:pt x="53" y="31"/>
                  </a:cubicBezTo>
                  <a:cubicBezTo>
                    <a:pt x="56" y="26"/>
                    <a:pt x="60" y="22"/>
                    <a:pt x="62" y="19"/>
                  </a:cubicBezTo>
                  <a:cubicBezTo>
                    <a:pt x="64" y="16"/>
                    <a:pt x="65" y="15"/>
                    <a:pt x="66" y="13"/>
                  </a:cubicBezTo>
                  <a:cubicBezTo>
                    <a:pt x="66" y="12"/>
                    <a:pt x="67" y="11"/>
                    <a:pt x="67" y="9"/>
                  </a:cubicBezTo>
                  <a:cubicBezTo>
                    <a:pt x="67" y="8"/>
                    <a:pt x="67" y="7"/>
                    <a:pt x="67" y="5"/>
                  </a:cubicBezTo>
                  <a:cubicBezTo>
                    <a:pt x="67" y="4"/>
                    <a:pt x="66" y="3"/>
                    <a:pt x="66" y="2"/>
                  </a:cubicBezTo>
                  <a:cubicBezTo>
                    <a:pt x="70" y="0"/>
                    <a:pt x="70" y="0"/>
                    <a:pt x="70" y="0"/>
                  </a:cubicBezTo>
                  <a:cubicBezTo>
                    <a:pt x="84" y="33"/>
                    <a:pt x="84" y="33"/>
                    <a:pt x="84" y="33"/>
                  </a:cubicBezTo>
                  <a:cubicBezTo>
                    <a:pt x="80" y="35"/>
                    <a:pt x="80" y="35"/>
                    <a:pt x="80" y="35"/>
                  </a:cubicBezTo>
                  <a:cubicBezTo>
                    <a:pt x="79" y="31"/>
                    <a:pt x="77" y="29"/>
                    <a:pt x="76" y="27"/>
                  </a:cubicBezTo>
                  <a:cubicBezTo>
                    <a:pt x="75" y="26"/>
                    <a:pt x="74" y="25"/>
                    <a:pt x="73" y="26"/>
                  </a:cubicBezTo>
                  <a:cubicBezTo>
                    <a:pt x="73" y="26"/>
                    <a:pt x="73" y="26"/>
                    <a:pt x="72" y="27"/>
                  </a:cubicBezTo>
                  <a:cubicBezTo>
                    <a:pt x="72" y="27"/>
                    <a:pt x="71" y="28"/>
                    <a:pt x="71" y="28"/>
                  </a:cubicBezTo>
                  <a:cubicBezTo>
                    <a:pt x="70" y="29"/>
                    <a:pt x="69" y="30"/>
                    <a:pt x="68" y="31"/>
                  </a:cubicBezTo>
                  <a:cubicBezTo>
                    <a:pt x="67" y="33"/>
                    <a:pt x="66" y="34"/>
                    <a:pt x="65" y="35"/>
                  </a:cubicBezTo>
                  <a:cubicBezTo>
                    <a:pt x="63" y="38"/>
                    <a:pt x="60" y="41"/>
                    <a:pt x="58" y="44"/>
                  </a:cubicBezTo>
                  <a:cubicBezTo>
                    <a:pt x="55" y="47"/>
                    <a:pt x="52" y="52"/>
                    <a:pt x="48" y="57"/>
                  </a:cubicBezTo>
                  <a:cubicBezTo>
                    <a:pt x="60" y="58"/>
                    <a:pt x="69" y="60"/>
                    <a:pt x="75" y="60"/>
                  </a:cubicBezTo>
                  <a:cubicBezTo>
                    <a:pt x="82" y="61"/>
                    <a:pt x="86" y="61"/>
                    <a:pt x="87" y="61"/>
                  </a:cubicBezTo>
                  <a:cubicBezTo>
                    <a:pt x="87" y="61"/>
                    <a:pt x="88" y="60"/>
                    <a:pt x="88" y="59"/>
                  </a:cubicBezTo>
                  <a:cubicBezTo>
                    <a:pt x="89" y="58"/>
                    <a:pt x="89" y="57"/>
                    <a:pt x="88" y="56"/>
                  </a:cubicBezTo>
                  <a:cubicBezTo>
                    <a:pt x="88" y="55"/>
                    <a:pt x="88" y="54"/>
                    <a:pt x="88" y="52"/>
                  </a:cubicBezTo>
                  <a:cubicBezTo>
                    <a:pt x="87" y="51"/>
                    <a:pt x="87" y="50"/>
                    <a:pt x="86" y="49"/>
                  </a:cubicBezTo>
                  <a:cubicBezTo>
                    <a:pt x="90" y="47"/>
                    <a:pt x="90" y="47"/>
                    <a:pt x="90" y="47"/>
                  </a:cubicBezTo>
                  <a:cubicBezTo>
                    <a:pt x="102" y="74"/>
                    <a:pt x="102" y="74"/>
                    <a:pt x="102" y="74"/>
                  </a:cubicBezTo>
                  <a:lnTo>
                    <a:pt x="98" y="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ṥlîḍè"/>
            <p:cNvSpPr/>
            <p:nvPr userDrawn="1">
              <p:custDataLst>
                <p:tags r:id="rId17"/>
              </p:custDataLst>
            </p:nvPr>
          </p:nvSpPr>
          <p:spPr bwMode="auto">
            <a:xfrm>
              <a:off x="9878134" y="753926"/>
              <a:ext cx="50364" cy="43451"/>
            </a:xfrm>
            <a:custGeom>
              <a:avLst/>
              <a:gdLst>
                <a:gd name="T0" fmla="*/ 46 w 97"/>
                <a:gd name="T1" fmla="*/ 84 h 84"/>
                <a:gd name="T2" fmla="*/ 28 w 97"/>
                <a:gd name="T3" fmla="*/ 55 h 84"/>
                <a:gd name="T4" fmla="*/ 31 w 97"/>
                <a:gd name="T5" fmla="*/ 53 h 84"/>
                <a:gd name="T6" fmla="*/ 36 w 97"/>
                <a:gd name="T7" fmla="*/ 58 h 84"/>
                <a:gd name="T8" fmla="*/ 40 w 97"/>
                <a:gd name="T9" fmla="*/ 60 h 84"/>
                <a:gd name="T10" fmla="*/ 41 w 97"/>
                <a:gd name="T11" fmla="*/ 59 h 84"/>
                <a:gd name="T12" fmla="*/ 42 w 97"/>
                <a:gd name="T13" fmla="*/ 58 h 84"/>
                <a:gd name="T14" fmla="*/ 54 w 97"/>
                <a:gd name="T15" fmla="*/ 42 h 84"/>
                <a:gd name="T16" fmla="*/ 38 w 97"/>
                <a:gd name="T17" fmla="*/ 17 h 84"/>
                <a:gd name="T18" fmla="*/ 30 w 97"/>
                <a:gd name="T19" fmla="*/ 19 h 84"/>
                <a:gd name="T20" fmla="*/ 25 w 97"/>
                <a:gd name="T21" fmla="*/ 20 h 84"/>
                <a:gd name="T22" fmla="*/ 20 w 97"/>
                <a:gd name="T23" fmla="*/ 22 h 84"/>
                <a:gd name="T24" fmla="*/ 18 w 97"/>
                <a:gd name="T25" fmla="*/ 23 h 84"/>
                <a:gd name="T26" fmla="*/ 17 w 97"/>
                <a:gd name="T27" fmla="*/ 28 h 84"/>
                <a:gd name="T28" fmla="*/ 20 w 97"/>
                <a:gd name="T29" fmla="*/ 36 h 84"/>
                <a:gd name="T30" fmla="*/ 17 w 97"/>
                <a:gd name="T31" fmla="*/ 38 h 84"/>
                <a:gd name="T32" fmla="*/ 0 w 97"/>
                <a:gd name="T33" fmla="*/ 11 h 84"/>
                <a:gd name="T34" fmla="*/ 3 w 97"/>
                <a:gd name="T35" fmla="*/ 9 h 84"/>
                <a:gd name="T36" fmla="*/ 6 w 97"/>
                <a:gd name="T37" fmla="*/ 12 h 84"/>
                <a:gd name="T38" fmla="*/ 9 w 97"/>
                <a:gd name="T39" fmla="*/ 14 h 84"/>
                <a:gd name="T40" fmla="*/ 14 w 97"/>
                <a:gd name="T41" fmla="*/ 16 h 84"/>
                <a:gd name="T42" fmla="*/ 19 w 97"/>
                <a:gd name="T43" fmla="*/ 15 h 84"/>
                <a:gd name="T44" fmla="*/ 57 w 97"/>
                <a:gd name="T45" fmla="*/ 8 h 84"/>
                <a:gd name="T46" fmla="*/ 94 w 97"/>
                <a:gd name="T47" fmla="*/ 0 h 84"/>
                <a:gd name="T48" fmla="*/ 97 w 97"/>
                <a:gd name="T49" fmla="*/ 4 h 84"/>
                <a:gd name="T50" fmla="*/ 50 w 97"/>
                <a:gd name="T51" fmla="*/ 67 h 84"/>
                <a:gd name="T52" fmla="*/ 48 w 97"/>
                <a:gd name="T53" fmla="*/ 71 h 84"/>
                <a:gd name="T54" fmla="*/ 48 w 97"/>
                <a:gd name="T55" fmla="*/ 75 h 84"/>
                <a:gd name="T56" fmla="*/ 49 w 97"/>
                <a:gd name="T57" fmla="*/ 79 h 84"/>
                <a:gd name="T58" fmla="*/ 50 w 97"/>
                <a:gd name="T59" fmla="*/ 82 h 84"/>
                <a:gd name="T60" fmla="*/ 46 w 97"/>
                <a:gd name="T61" fmla="*/ 84 h 84"/>
                <a:gd name="T62" fmla="*/ 57 w 97"/>
                <a:gd name="T63" fmla="*/ 37 h 84"/>
                <a:gd name="T64" fmla="*/ 78 w 97"/>
                <a:gd name="T65" fmla="*/ 9 h 84"/>
                <a:gd name="T66" fmla="*/ 43 w 97"/>
                <a:gd name="T67" fmla="*/ 16 h 84"/>
                <a:gd name="T68" fmla="*/ 57 w 97"/>
                <a:gd name="T69" fmla="*/ 3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84">
                  <a:moveTo>
                    <a:pt x="46" y="84"/>
                  </a:moveTo>
                  <a:cubicBezTo>
                    <a:pt x="28" y="55"/>
                    <a:pt x="28" y="55"/>
                    <a:pt x="28" y="55"/>
                  </a:cubicBezTo>
                  <a:cubicBezTo>
                    <a:pt x="31" y="53"/>
                    <a:pt x="31" y="53"/>
                    <a:pt x="31" y="53"/>
                  </a:cubicBezTo>
                  <a:cubicBezTo>
                    <a:pt x="33" y="55"/>
                    <a:pt x="35" y="57"/>
                    <a:pt x="36" y="58"/>
                  </a:cubicBezTo>
                  <a:cubicBezTo>
                    <a:pt x="38" y="60"/>
                    <a:pt x="39" y="60"/>
                    <a:pt x="40" y="60"/>
                  </a:cubicBezTo>
                  <a:cubicBezTo>
                    <a:pt x="40" y="60"/>
                    <a:pt x="40" y="59"/>
                    <a:pt x="41" y="59"/>
                  </a:cubicBezTo>
                  <a:cubicBezTo>
                    <a:pt x="41" y="59"/>
                    <a:pt x="41" y="58"/>
                    <a:pt x="42" y="58"/>
                  </a:cubicBezTo>
                  <a:cubicBezTo>
                    <a:pt x="54" y="42"/>
                    <a:pt x="54" y="42"/>
                    <a:pt x="54" y="42"/>
                  </a:cubicBezTo>
                  <a:cubicBezTo>
                    <a:pt x="38" y="17"/>
                    <a:pt x="38" y="17"/>
                    <a:pt x="38" y="17"/>
                  </a:cubicBezTo>
                  <a:cubicBezTo>
                    <a:pt x="35" y="18"/>
                    <a:pt x="32" y="18"/>
                    <a:pt x="30" y="19"/>
                  </a:cubicBezTo>
                  <a:cubicBezTo>
                    <a:pt x="28" y="19"/>
                    <a:pt x="26" y="20"/>
                    <a:pt x="25" y="20"/>
                  </a:cubicBezTo>
                  <a:cubicBezTo>
                    <a:pt x="23" y="21"/>
                    <a:pt x="21" y="21"/>
                    <a:pt x="20" y="22"/>
                  </a:cubicBezTo>
                  <a:cubicBezTo>
                    <a:pt x="19" y="22"/>
                    <a:pt x="19" y="22"/>
                    <a:pt x="18" y="23"/>
                  </a:cubicBezTo>
                  <a:cubicBezTo>
                    <a:pt x="17" y="24"/>
                    <a:pt x="16" y="25"/>
                    <a:pt x="17" y="28"/>
                  </a:cubicBezTo>
                  <a:cubicBezTo>
                    <a:pt x="18" y="30"/>
                    <a:pt x="19" y="33"/>
                    <a:pt x="20" y="36"/>
                  </a:cubicBezTo>
                  <a:cubicBezTo>
                    <a:pt x="17" y="38"/>
                    <a:pt x="17" y="38"/>
                    <a:pt x="17" y="38"/>
                  </a:cubicBezTo>
                  <a:cubicBezTo>
                    <a:pt x="0" y="11"/>
                    <a:pt x="0" y="11"/>
                    <a:pt x="0" y="11"/>
                  </a:cubicBezTo>
                  <a:cubicBezTo>
                    <a:pt x="3" y="9"/>
                    <a:pt x="3" y="9"/>
                    <a:pt x="3" y="9"/>
                  </a:cubicBezTo>
                  <a:cubicBezTo>
                    <a:pt x="4" y="10"/>
                    <a:pt x="5" y="11"/>
                    <a:pt x="6" y="12"/>
                  </a:cubicBezTo>
                  <a:cubicBezTo>
                    <a:pt x="7" y="13"/>
                    <a:pt x="8" y="14"/>
                    <a:pt x="9" y="14"/>
                  </a:cubicBezTo>
                  <a:cubicBezTo>
                    <a:pt x="11" y="15"/>
                    <a:pt x="12" y="15"/>
                    <a:pt x="14" y="16"/>
                  </a:cubicBezTo>
                  <a:cubicBezTo>
                    <a:pt x="15" y="16"/>
                    <a:pt x="17" y="16"/>
                    <a:pt x="19" y="15"/>
                  </a:cubicBezTo>
                  <a:cubicBezTo>
                    <a:pt x="31" y="13"/>
                    <a:pt x="43" y="11"/>
                    <a:pt x="57" y="8"/>
                  </a:cubicBezTo>
                  <a:cubicBezTo>
                    <a:pt x="71" y="5"/>
                    <a:pt x="83" y="2"/>
                    <a:pt x="94" y="0"/>
                  </a:cubicBezTo>
                  <a:cubicBezTo>
                    <a:pt x="97" y="4"/>
                    <a:pt x="97" y="4"/>
                    <a:pt x="97" y="4"/>
                  </a:cubicBezTo>
                  <a:cubicBezTo>
                    <a:pt x="50" y="67"/>
                    <a:pt x="50" y="67"/>
                    <a:pt x="50" y="67"/>
                  </a:cubicBezTo>
                  <a:cubicBezTo>
                    <a:pt x="50" y="68"/>
                    <a:pt x="49" y="70"/>
                    <a:pt x="48" y="71"/>
                  </a:cubicBezTo>
                  <a:cubicBezTo>
                    <a:pt x="48" y="72"/>
                    <a:pt x="48" y="73"/>
                    <a:pt x="48" y="75"/>
                  </a:cubicBezTo>
                  <a:cubicBezTo>
                    <a:pt x="48" y="76"/>
                    <a:pt x="48" y="77"/>
                    <a:pt x="49" y="79"/>
                  </a:cubicBezTo>
                  <a:cubicBezTo>
                    <a:pt x="49" y="80"/>
                    <a:pt x="50" y="81"/>
                    <a:pt x="50" y="82"/>
                  </a:cubicBezTo>
                  <a:cubicBezTo>
                    <a:pt x="46" y="84"/>
                    <a:pt x="46" y="84"/>
                    <a:pt x="46" y="84"/>
                  </a:cubicBezTo>
                  <a:close/>
                  <a:moveTo>
                    <a:pt x="57" y="37"/>
                  </a:moveTo>
                  <a:cubicBezTo>
                    <a:pt x="78" y="9"/>
                    <a:pt x="78" y="9"/>
                    <a:pt x="78" y="9"/>
                  </a:cubicBezTo>
                  <a:cubicBezTo>
                    <a:pt x="43" y="16"/>
                    <a:pt x="43" y="16"/>
                    <a:pt x="43" y="16"/>
                  </a:cubicBezTo>
                  <a:lnTo>
                    <a:pt x="57"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ṩļîďè"/>
            <p:cNvSpPr/>
            <p:nvPr userDrawn="1">
              <p:custDataLst>
                <p:tags r:id="rId18"/>
              </p:custDataLst>
            </p:nvPr>
          </p:nvSpPr>
          <p:spPr bwMode="auto">
            <a:xfrm>
              <a:off x="9906772" y="766271"/>
              <a:ext cx="51351" cy="51845"/>
            </a:xfrm>
            <a:custGeom>
              <a:avLst/>
              <a:gdLst>
                <a:gd name="T0" fmla="*/ 83 w 99"/>
                <a:gd name="T1" fmla="*/ 68 h 100"/>
                <a:gd name="T2" fmla="*/ 80 w 99"/>
                <a:gd name="T3" fmla="*/ 66 h 100"/>
                <a:gd name="T4" fmla="*/ 82 w 99"/>
                <a:gd name="T5" fmla="*/ 61 h 100"/>
                <a:gd name="T6" fmla="*/ 84 w 99"/>
                <a:gd name="T7" fmla="*/ 54 h 100"/>
                <a:gd name="T8" fmla="*/ 85 w 99"/>
                <a:gd name="T9" fmla="*/ 48 h 100"/>
                <a:gd name="T10" fmla="*/ 83 w 99"/>
                <a:gd name="T11" fmla="*/ 44 h 100"/>
                <a:gd name="T12" fmla="*/ 80 w 99"/>
                <a:gd name="T13" fmla="*/ 40 h 100"/>
                <a:gd name="T14" fmla="*/ 77 w 99"/>
                <a:gd name="T15" fmla="*/ 37 h 100"/>
                <a:gd name="T16" fmla="*/ 74 w 99"/>
                <a:gd name="T17" fmla="*/ 34 h 100"/>
                <a:gd name="T18" fmla="*/ 27 w 99"/>
                <a:gd name="T19" fmla="*/ 82 h 100"/>
                <a:gd name="T20" fmla="*/ 25 w 99"/>
                <a:gd name="T21" fmla="*/ 85 h 100"/>
                <a:gd name="T22" fmla="*/ 25 w 99"/>
                <a:gd name="T23" fmla="*/ 89 h 100"/>
                <a:gd name="T24" fmla="*/ 27 w 99"/>
                <a:gd name="T25" fmla="*/ 93 h 100"/>
                <a:gd name="T26" fmla="*/ 31 w 99"/>
                <a:gd name="T27" fmla="*/ 97 h 100"/>
                <a:gd name="T28" fmla="*/ 28 w 99"/>
                <a:gd name="T29" fmla="*/ 100 h 100"/>
                <a:gd name="T30" fmla="*/ 0 w 99"/>
                <a:gd name="T31" fmla="*/ 72 h 100"/>
                <a:gd name="T32" fmla="*/ 3 w 99"/>
                <a:gd name="T33" fmla="*/ 69 h 100"/>
                <a:gd name="T34" fmla="*/ 6 w 99"/>
                <a:gd name="T35" fmla="*/ 72 h 100"/>
                <a:gd name="T36" fmla="*/ 10 w 99"/>
                <a:gd name="T37" fmla="*/ 75 h 100"/>
                <a:gd name="T38" fmla="*/ 14 w 99"/>
                <a:gd name="T39" fmla="*/ 75 h 100"/>
                <a:gd name="T40" fmla="*/ 17 w 99"/>
                <a:gd name="T41" fmla="*/ 73 h 100"/>
                <a:gd name="T42" fmla="*/ 65 w 99"/>
                <a:gd name="T43" fmla="*/ 25 h 100"/>
                <a:gd name="T44" fmla="*/ 63 w 99"/>
                <a:gd name="T45" fmla="*/ 23 h 100"/>
                <a:gd name="T46" fmla="*/ 60 w 99"/>
                <a:gd name="T47" fmla="*/ 20 h 100"/>
                <a:gd name="T48" fmla="*/ 56 w 99"/>
                <a:gd name="T49" fmla="*/ 16 h 100"/>
                <a:gd name="T50" fmla="*/ 51 w 99"/>
                <a:gd name="T51" fmla="*/ 15 h 100"/>
                <a:gd name="T52" fmla="*/ 45 w 99"/>
                <a:gd name="T53" fmla="*/ 16 h 100"/>
                <a:gd name="T54" fmla="*/ 39 w 99"/>
                <a:gd name="T55" fmla="*/ 17 h 100"/>
                <a:gd name="T56" fmla="*/ 34 w 99"/>
                <a:gd name="T57" fmla="*/ 19 h 100"/>
                <a:gd name="T58" fmla="*/ 31 w 99"/>
                <a:gd name="T59" fmla="*/ 17 h 100"/>
                <a:gd name="T60" fmla="*/ 47 w 99"/>
                <a:gd name="T61" fmla="*/ 0 h 100"/>
                <a:gd name="T62" fmla="*/ 99 w 99"/>
                <a:gd name="T63" fmla="*/ 52 h 100"/>
                <a:gd name="T64" fmla="*/ 83 w 99"/>
                <a:gd name="T65" fmla="*/ 6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100">
                  <a:moveTo>
                    <a:pt x="83" y="68"/>
                  </a:moveTo>
                  <a:cubicBezTo>
                    <a:pt x="80" y="66"/>
                    <a:pt x="80" y="66"/>
                    <a:pt x="80" y="66"/>
                  </a:cubicBezTo>
                  <a:cubicBezTo>
                    <a:pt x="81" y="64"/>
                    <a:pt x="82" y="63"/>
                    <a:pt x="82" y="61"/>
                  </a:cubicBezTo>
                  <a:cubicBezTo>
                    <a:pt x="83" y="59"/>
                    <a:pt x="84" y="57"/>
                    <a:pt x="84" y="54"/>
                  </a:cubicBezTo>
                  <a:cubicBezTo>
                    <a:pt x="84" y="52"/>
                    <a:pt x="85" y="50"/>
                    <a:pt x="85" y="48"/>
                  </a:cubicBezTo>
                  <a:cubicBezTo>
                    <a:pt x="85" y="46"/>
                    <a:pt x="84" y="45"/>
                    <a:pt x="83" y="44"/>
                  </a:cubicBezTo>
                  <a:cubicBezTo>
                    <a:pt x="83" y="43"/>
                    <a:pt x="82" y="42"/>
                    <a:pt x="80" y="40"/>
                  </a:cubicBezTo>
                  <a:cubicBezTo>
                    <a:pt x="79" y="39"/>
                    <a:pt x="78" y="38"/>
                    <a:pt x="77" y="37"/>
                  </a:cubicBezTo>
                  <a:cubicBezTo>
                    <a:pt x="74" y="34"/>
                    <a:pt x="74" y="34"/>
                    <a:pt x="74" y="34"/>
                  </a:cubicBezTo>
                  <a:cubicBezTo>
                    <a:pt x="27" y="82"/>
                    <a:pt x="27" y="82"/>
                    <a:pt x="27" y="82"/>
                  </a:cubicBezTo>
                  <a:cubicBezTo>
                    <a:pt x="26" y="83"/>
                    <a:pt x="25" y="84"/>
                    <a:pt x="25" y="85"/>
                  </a:cubicBezTo>
                  <a:cubicBezTo>
                    <a:pt x="24" y="86"/>
                    <a:pt x="25" y="87"/>
                    <a:pt x="25" y="89"/>
                  </a:cubicBezTo>
                  <a:cubicBezTo>
                    <a:pt x="25" y="89"/>
                    <a:pt x="26" y="91"/>
                    <a:pt x="27" y="93"/>
                  </a:cubicBezTo>
                  <a:cubicBezTo>
                    <a:pt x="29" y="95"/>
                    <a:pt x="30" y="96"/>
                    <a:pt x="31" y="97"/>
                  </a:cubicBezTo>
                  <a:cubicBezTo>
                    <a:pt x="28" y="100"/>
                    <a:pt x="28" y="100"/>
                    <a:pt x="28" y="100"/>
                  </a:cubicBezTo>
                  <a:cubicBezTo>
                    <a:pt x="0" y="72"/>
                    <a:pt x="0" y="72"/>
                    <a:pt x="0" y="72"/>
                  </a:cubicBezTo>
                  <a:cubicBezTo>
                    <a:pt x="3" y="69"/>
                    <a:pt x="3" y="69"/>
                    <a:pt x="3" y="69"/>
                  </a:cubicBezTo>
                  <a:cubicBezTo>
                    <a:pt x="3" y="70"/>
                    <a:pt x="5" y="71"/>
                    <a:pt x="6" y="72"/>
                  </a:cubicBezTo>
                  <a:cubicBezTo>
                    <a:pt x="8" y="74"/>
                    <a:pt x="10" y="74"/>
                    <a:pt x="10" y="75"/>
                  </a:cubicBezTo>
                  <a:cubicBezTo>
                    <a:pt x="12" y="75"/>
                    <a:pt x="13" y="76"/>
                    <a:pt x="14" y="75"/>
                  </a:cubicBezTo>
                  <a:cubicBezTo>
                    <a:pt x="15" y="75"/>
                    <a:pt x="16" y="74"/>
                    <a:pt x="17" y="73"/>
                  </a:cubicBezTo>
                  <a:cubicBezTo>
                    <a:pt x="65" y="25"/>
                    <a:pt x="65" y="25"/>
                    <a:pt x="65" y="25"/>
                  </a:cubicBezTo>
                  <a:cubicBezTo>
                    <a:pt x="63" y="23"/>
                    <a:pt x="63" y="23"/>
                    <a:pt x="63" y="23"/>
                  </a:cubicBezTo>
                  <a:cubicBezTo>
                    <a:pt x="62" y="22"/>
                    <a:pt x="61" y="21"/>
                    <a:pt x="60" y="20"/>
                  </a:cubicBezTo>
                  <a:cubicBezTo>
                    <a:pt x="58" y="18"/>
                    <a:pt x="57" y="17"/>
                    <a:pt x="56" y="16"/>
                  </a:cubicBezTo>
                  <a:cubicBezTo>
                    <a:pt x="55" y="15"/>
                    <a:pt x="53" y="15"/>
                    <a:pt x="51" y="15"/>
                  </a:cubicBezTo>
                  <a:cubicBezTo>
                    <a:pt x="49" y="15"/>
                    <a:pt x="47" y="15"/>
                    <a:pt x="45" y="16"/>
                  </a:cubicBezTo>
                  <a:cubicBezTo>
                    <a:pt x="43" y="16"/>
                    <a:pt x="41" y="17"/>
                    <a:pt x="39" y="17"/>
                  </a:cubicBezTo>
                  <a:cubicBezTo>
                    <a:pt x="37" y="18"/>
                    <a:pt x="35" y="19"/>
                    <a:pt x="34" y="19"/>
                  </a:cubicBezTo>
                  <a:cubicBezTo>
                    <a:pt x="31" y="17"/>
                    <a:pt x="31" y="17"/>
                    <a:pt x="31" y="17"/>
                  </a:cubicBezTo>
                  <a:cubicBezTo>
                    <a:pt x="47" y="0"/>
                    <a:pt x="47" y="0"/>
                    <a:pt x="47" y="0"/>
                  </a:cubicBezTo>
                  <a:cubicBezTo>
                    <a:pt x="99" y="52"/>
                    <a:pt x="99" y="52"/>
                    <a:pt x="99" y="52"/>
                  </a:cubicBezTo>
                  <a:lnTo>
                    <a:pt x="83" y="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ṧ1îḑè"/>
            <p:cNvSpPr/>
            <p:nvPr userDrawn="1">
              <p:custDataLst>
                <p:tags r:id="rId19"/>
              </p:custDataLst>
            </p:nvPr>
          </p:nvSpPr>
          <p:spPr bwMode="auto">
            <a:xfrm>
              <a:off x="9938866" y="809722"/>
              <a:ext cx="17775" cy="14319"/>
            </a:xfrm>
            <a:custGeom>
              <a:avLst/>
              <a:gdLst>
                <a:gd name="T0" fmla="*/ 30 w 36"/>
                <a:gd name="T1" fmla="*/ 29 h 29"/>
                <a:gd name="T2" fmla="*/ 0 w 36"/>
                <a:gd name="T3" fmla="*/ 8 h 29"/>
                <a:gd name="T4" fmla="*/ 5 w 36"/>
                <a:gd name="T5" fmla="*/ 0 h 29"/>
                <a:gd name="T6" fmla="*/ 36 w 36"/>
                <a:gd name="T7" fmla="*/ 21 h 29"/>
                <a:gd name="T8" fmla="*/ 30 w 36"/>
                <a:gd name="T9" fmla="*/ 29 h 29"/>
              </a:gdLst>
              <a:ahLst/>
              <a:cxnLst>
                <a:cxn ang="0">
                  <a:pos x="T0" y="T1"/>
                </a:cxn>
                <a:cxn ang="0">
                  <a:pos x="T2" y="T3"/>
                </a:cxn>
                <a:cxn ang="0">
                  <a:pos x="T4" y="T5"/>
                </a:cxn>
                <a:cxn ang="0">
                  <a:pos x="T6" y="T7"/>
                </a:cxn>
                <a:cxn ang="0">
                  <a:pos x="T8" y="T9"/>
                </a:cxn>
              </a:cxnLst>
              <a:rect l="0" t="0" r="r" b="b"/>
              <a:pathLst>
                <a:path w="36" h="29">
                  <a:moveTo>
                    <a:pt x="30" y="29"/>
                  </a:moveTo>
                  <a:lnTo>
                    <a:pt x="0" y="8"/>
                  </a:lnTo>
                  <a:lnTo>
                    <a:pt x="5" y="0"/>
                  </a:lnTo>
                  <a:lnTo>
                    <a:pt x="36" y="21"/>
                  </a:lnTo>
                  <a:lnTo>
                    <a:pt x="30" y="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íṣ1íḋê"/>
            <p:cNvSpPr/>
            <p:nvPr userDrawn="1">
              <p:custDataLst>
                <p:tags r:id="rId20"/>
              </p:custDataLst>
            </p:nvPr>
          </p:nvSpPr>
          <p:spPr bwMode="auto">
            <a:xfrm>
              <a:off x="9942817" y="806265"/>
              <a:ext cx="46907" cy="44438"/>
            </a:xfrm>
            <a:custGeom>
              <a:avLst/>
              <a:gdLst>
                <a:gd name="T0" fmla="*/ 64 w 90"/>
                <a:gd name="T1" fmla="*/ 58 h 85"/>
                <a:gd name="T2" fmla="*/ 64 w 90"/>
                <a:gd name="T3" fmla="*/ 65 h 85"/>
                <a:gd name="T4" fmla="*/ 61 w 90"/>
                <a:gd name="T5" fmla="*/ 73 h 85"/>
                <a:gd name="T6" fmla="*/ 44 w 90"/>
                <a:gd name="T7" fmla="*/ 84 h 85"/>
                <a:gd name="T8" fmla="*/ 23 w 90"/>
                <a:gd name="T9" fmla="*/ 79 h 85"/>
                <a:gd name="T10" fmla="*/ 14 w 90"/>
                <a:gd name="T11" fmla="*/ 72 h 85"/>
                <a:gd name="T12" fmla="*/ 8 w 90"/>
                <a:gd name="T13" fmla="*/ 63 h 85"/>
                <a:gd name="T14" fmla="*/ 4 w 90"/>
                <a:gd name="T15" fmla="*/ 65 h 85"/>
                <a:gd name="T16" fmla="*/ 0 w 90"/>
                <a:gd name="T17" fmla="*/ 63 h 85"/>
                <a:gd name="T18" fmla="*/ 14 w 90"/>
                <a:gd name="T19" fmla="*/ 38 h 85"/>
                <a:gd name="T20" fmla="*/ 19 w 90"/>
                <a:gd name="T21" fmla="*/ 40 h 85"/>
                <a:gd name="T22" fmla="*/ 16 w 90"/>
                <a:gd name="T23" fmla="*/ 51 h 85"/>
                <a:gd name="T24" fmla="*/ 16 w 90"/>
                <a:gd name="T25" fmla="*/ 60 h 85"/>
                <a:gd name="T26" fmla="*/ 20 w 90"/>
                <a:gd name="T27" fmla="*/ 69 h 85"/>
                <a:gd name="T28" fmla="*/ 27 w 90"/>
                <a:gd name="T29" fmla="*/ 76 h 85"/>
                <a:gd name="T30" fmla="*/ 33 w 90"/>
                <a:gd name="T31" fmla="*/ 78 h 85"/>
                <a:gd name="T32" fmla="*/ 39 w 90"/>
                <a:gd name="T33" fmla="*/ 79 h 85"/>
                <a:gd name="T34" fmla="*/ 44 w 90"/>
                <a:gd name="T35" fmla="*/ 76 h 85"/>
                <a:gd name="T36" fmla="*/ 48 w 90"/>
                <a:gd name="T37" fmla="*/ 71 h 85"/>
                <a:gd name="T38" fmla="*/ 51 w 90"/>
                <a:gd name="T39" fmla="*/ 62 h 85"/>
                <a:gd name="T40" fmla="*/ 47 w 90"/>
                <a:gd name="T41" fmla="*/ 52 h 85"/>
                <a:gd name="T42" fmla="*/ 41 w 90"/>
                <a:gd name="T43" fmla="*/ 44 h 85"/>
                <a:gd name="T44" fmla="*/ 36 w 90"/>
                <a:gd name="T45" fmla="*/ 37 h 85"/>
                <a:gd name="T46" fmla="*/ 31 w 90"/>
                <a:gd name="T47" fmla="*/ 24 h 85"/>
                <a:gd name="T48" fmla="*/ 35 w 90"/>
                <a:gd name="T49" fmla="*/ 10 h 85"/>
                <a:gd name="T50" fmla="*/ 41 w 90"/>
                <a:gd name="T51" fmla="*/ 4 h 85"/>
                <a:gd name="T52" fmla="*/ 50 w 90"/>
                <a:gd name="T53" fmla="*/ 0 h 85"/>
                <a:gd name="T54" fmla="*/ 59 w 90"/>
                <a:gd name="T55" fmla="*/ 0 h 85"/>
                <a:gd name="T56" fmla="*/ 69 w 90"/>
                <a:gd name="T57" fmla="*/ 4 h 85"/>
                <a:gd name="T58" fmla="*/ 76 w 90"/>
                <a:gd name="T59" fmla="*/ 11 h 85"/>
                <a:gd name="T60" fmla="*/ 81 w 90"/>
                <a:gd name="T61" fmla="*/ 19 h 85"/>
                <a:gd name="T62" fmla="*/ 86 w 90"/>
                <a:gd name="T63" fmla="*/ 17 h 85"/>
                <a:gd name="T64" fmla="*/ 90 w 90"/>
                <a:gd name="T65" fmla="*/ 20 h 85"/>
                <a:gd name="T66" fmla="*/ 75 w 90"/>
                <a:gd name="T67" fmla="*/ 44 h 85"/>
                <a:gd name="T68" fmla="*/ 71 w 90"/>
                <a:gd name="T69" fmla="*/ 41 h 85"/>
                <a:gd name="T70" fmla="*/ 73 w 90"/>
                <a:gd name="T71" fmla="*/ 32 h 85"/>
                <a:gd name="T72" fmla="*/ 74 w 90"/>
                <a:gd name="T73" fmla="*/ 23 h 85"/>
                <a:gd name="T74" fmla="*/ 72 w 90"/>
                <a:gd name="T75" fmla="*/ 15 h 85"/>
                <a:gd name="T76" fmla="*/ 65 w 90"/>
                <a:gd name="T77" fmla="*/ 8 h 85"/>
                <a:gd name="T78" fmla="*/ 55 w 90"/>
                <a:gd name="T79" fmla="*/ 6 h 85"/>
                <a:gd name="T80" fmla="*/ 47 w 90"/>
                <a:gd name="T81" fmla="*/ 11 h 85"/>
                <a:gd name="T82" fmla="*/ 44 w 90"/>
                <a:gd name="T83" fmla="*/ 20 h 85"/>
                <a:gd name="T84" fmla="*/ 47 w 90"/>
                <a:gd name="T85" fmla="*/ 29 h 85"/>
                <a:gd name="T86" fmla="*/ 53 w 90"/>
                <a:gd name="T87" fmla="*/ 37 h 85"/>
                <a:gd name="T88" fmla="*/ 58 w 90"/>
                <a:gd name="T89" fmla="*/ 44 h 85"/>
                <a:gd name="T90" fmla="*/ 62 w 90"/>
                <a:gd name="T91" fmla="*/ 51 h 85"/>
                <a:gd name="T92" fmla="*/ 64 w 90"/>
                <a:gd name="T9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85">
                  <a:moveTo>
                    <a:pt x="64" y="58"/>
                  </a:moveTo>
                  <a:cubicBezTo>
                    <a:pt x="65" y="60"/>
                    <a:pt x="65" y="63"/>
                    <a:pt x="64" y="65"/>
                  </a:cubicBezTo>
                  <a:cubicBezTo>
                    <a:pt x="64" y="68"/>
                    <a:pt x="63" y="70"/>
                    <a:pt x="61" y="73"/>
                  </a:cubicBezTo>
                  <a:cubicBezTo>
                    <a:pt x="57" y="79"/>
                    <a:pt x="51" y="83"/>
                    <a:pt x="44" y="84"/>
                  </a:cubicBezTo>
                  <a:cubicBezTo>
                    <a:pt x="37" y="85"/>
                    <a:pt x="30" y="84"/>
                    <a:pt x="23" y="79"/>
                  </a:cubicBezTo>
                  <a:cubicBezTo>
                    <a:pt x="20" y="77"/>
                    <a:pt x="17" y="75"/>
                    <a:pt x="14" y="72"/>
                  </a:cubicBezTo>
                  <a:cubicBezTo>
                    <a:pt x="12" y="69"/>
                    <a:pt x="10" y="66"/>
                    <a:pt x="8" y="63"/>
                  </a:cubicBezTo>
                  <a:cubicBezTo>
                    <a:pt x="4" y="65"/>
                    <a:pt x="4" y="65"/>
                    <a:pt x="4" y="65"/>
                  </a:cubicBezTo>
                  <a:cubicBezTo>
                    <a:pt x="0" y="63"/>
                    <a:pt x="0" y="63"/>
                    <a:pt x="0" y="63"/>
                  </a:cubicBezTo>
                  <a:cubicBezTo>
                    <a:pt x="14" y="38"/>
                    <a:pt x="14" y="38"/>
                    <a:pt x="14" y="38"/>
                  </a:cubicBezTo>
                  <a:cubicBezTo>
                    <a:pt x="19" y="40"/>
                    <a:pt x="19" y="40"/>
                    <a:pt x="19" y="40"/>
                  </a:cubicBezTo>
                  <a:cubicBezTo>
                    <a:pt x="17" y="44"/>
                    <a:pt x="17" y="47"/>
                    <a:pt x="16" y="51"/>
                  </a:cubicBezTo>
                  <a:cubicBezTo>
                    <a:pt x="16" y="54"/>
                    <a:pt x="16" y="57"/>
                    <a:pt x="16" y="60"/>
                  </a:cubicBezTo>
                  <a:cubicBezTo>
                    <a:pt x="17" y="63"/>
                    <a:pt x="18" y="66"/>
                    <a:pt x="20" y="69"/>
                  </a:cubicBezTo>
                  <a:cubicBezTo>
                    <a:pt x="21" y="71"/>
                    <a:pt x="24" y="74"/>
                    <a:pt x="27" y="76"/>
                  </a:cubicBezTo>
                  <a:cubicBezTo>
                    <a:pt x="29" y="77"/>
                    <a:pt x="31" y="78"/>
                    <a:pt x="33" y="78"/>
                  </a:cubicBezTo>
                  <a:cubicBezTo>
                    <a:pt x="35" y="79"/>
                    <a:pt x="37" y="79"/>
                    <a:pt x="39" y="79"/>
                  </a:cubicBezTo>
                  <a:cubicBezTo>
                    <a:pt x="41" y="78"/>
                    <a:pt x="42" y="77"/>
                    <a:pt x="44" y="76"/>
                  </a:cubicBezTo>
                  <a:cubicBezTo>
                    <a:pt x="45" y="75"/>
                    <a:pt x="47" y="73"/>
                    <a:pt x="48" y="71"/>
                  </a:cubicBezTo>
                  <a:cubicBezTo>
                    <a:pt x="50" y="69"/>
                    <a:pt x="51" y="65"/>
                    <a:pt x="51" y="62"/>
                  </a:cubicBezTo>
                  <a:cubicBezTo>
                    <a:pt x="50" y="58"/>
                    <a:pt x="49" y="55"/>
                    <a:pt x="47" y="52"/>
                  </a:cubicBezTo>
                  <a:cubicBezTo>
                    <a:pt x="45" y="50"/>
                    <a:pt x="43" y="47"/>
                    <a:pt x="41" y="44"/>
                  </a:cubicBezTo>
                  <a:cubicBezTo>
                    <a:pt x="39" y="41"/>
                    <a:pt x="37" y="39"/>
                    <a:pt x="36" y="37"/>
                  </a:cubicBezTo>
                  <a:cubicBezTo>
                    <a:pt x="33" y="32"/>
                    <a:pt x="31" y="28"/>
                    <a:pt x="31" y="24"/>
                  </a:cubicBezTo>
                  <a:cubicBezTo>
                    <a:pt x="30" y="19"/>
                    <a:pt x="32" y="15"/>
                    <a:pt x="35" y="10"/>
                  </a:cubicBezTo>
                  <a:cubicBezTo>
                    <a:pt x="36" y="7"/>
                    <a:pt x="39" y="5"/>
                    <a:pt x="41" y="4"/>
                  </a:cubicBezTo>
                  <a:cubicBezTo>
                    <a:pt x="44" y="2"/>
                    <a:pt x="47" y="1"/>
                    <a:pt x="50" y="0"/>
                  </a:cubicBezTo>
                  <a:cubicBezTo>
                    <a:pt x="53" y="0"/>
                    <a:pt x="56" y="0"/>
                    <a:pt x="59" y="0"/>
                  </a:cubicBezTo>
                  <a:cubicBezTo>
                    <a:pt x="63" y="1"/>
                    <a:pt x="66" y="2"/>
                    <a:pt x="69" y="4"/>
                  </a:cubicBezTo>
                  <a:cubicBezTo>
                    <a:pt x="72" y="6"/>
                    <a:pt x="74" y="9"/>
                    <a:pt x="76" y="11"/>
                  </a:cubicBezTo>
                  <a:cubicBezTo>
                    <a:pt x="78" y="14"/>
                    <a:pt x="80" y="17"/>
                    <a:pt x="81" y="19"/>
                  </a:cubicBezTo>
                  <a:cubicBezTo>
                    <a:pt x="86" y="17"/>
                    <a:pt x="86" y="17"/>
                    <a:pt x="86" y="17"/>
                  </a:cubicBezTo>
                  <a:cubicBezTo>
                    <a:pt x="90" y="20"/>
                    <a:pt x="90" y="20"/>
                    <a:pt x="90" y="20"/>
                  </a:cubicBezTo>
                  <a:cubicBezTo>
                    <a:pt x="75" y="44"/>
                    <a:pt x="75" y="44"/>
                    <a:pt x="75" y="44"/>
                  </a:cubicBezTo>
                  <a:cubicBezTo>
                    <a:pt x="71" y="41"/>
                    <a:pt x="71" y="41"/>
                    <a:pt x="71" y="41"/>
                  </a:cubicBezTo>
                  <a:cubicBezTo>
                    <a:pt x="72" y="38"/>
                    <a:pt x="73" y="35"/>
                    <a:pt x="73" y="32"/>
                  </a:cubicBezTo>
                  <a:cubicBezTo>
                    <a:pt x="74" y="29"/>
                    <a:pt x="74" y="26"/>
                    <a:pt x="74" y="23"/>
                  </a:cubicBezTo>
                  <a:cubicBezTo>
                    <a:pt x="74" y="20"/>
                    <a:pt x="73" y="17"/>
                    <a:pt x="72" y="15"/>
                  </a:cubicBezTo>
                  <a:cubicBezTo>
                    <a:pt x="70" y="12"/>
                    <a:pt x="68" y="10"/>
                    <a:pt x="65" y="8"/>
                  </a:cubicBezTo>
                  <a:cubicBezTo>
                    <a:pt x="62" y="6"/>
                    <a:pt x="59" y="5"/>
                    <a:pt x="55" y="6"/>
                  </a:cubicBezTo>
                  <a:cubicBezTo>
                    <a:pt x="52" y="7"/>
                    <a:pt x="49" y="9"/>
                    <a:pt x="47" y="11"/>
                  </a:cubicBezTo>
                  <a:cubicBezTo>
                    <a:pt x="45" y="15"/>
                    <a:pt x="44" y="18"/>
                    <a:pt x="44" y="20"/>
                  </a:cubicBezTo>
                  <a:cubicBezTo>
                    <a:pt x="45" y="23"/>
                    <a:pt x="46" y="26"/>
                    <a:pt x="47" y="29"/>
                  </a:cubicBezTo>
                  <a:cubicBezTo>
                    <a:pt x="49" y="32"/>
                    <a:pt x="51" y="35"/>
                    <a:pt x="53" y="37"/>
                  </a:cubicBezTo>
                  <a:cubicBezTo>
                    <a:pt x="55" y="39"/>
                    <a:pt x="56" y="42"/>
                    <a:pt x="58" y="44"/>
                  </a:cubicBezTo>
                  <a:cubicBezTo>
                    <a:pt x="59" y="46"/>
                    <a:pt x="61" y="48"/>
                    <a:pt x="62" y="51"/>
                  </a:cubicBezTo>
                  <a:cubicBezTo>
                    <a:pt x="63" y="53"/>
                    <a:pt x="64" y="55"/>
                    <a:pt x="64"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śļiḓé"/>
            <p:cNvSpPr/>
            <p:nvPr userDrawn="1">
              <p:custDataLst>
                <p:tags r:id="rId21"/>
              </p:custDataLst>
            </p:nvPr>
          </p:nvSpPr>
          <p:spPr bwMode="auto">
            <a:xfrm>
              <a:off x="9972936" y="820090"/>
              <a:ext cx="49376" cy="55301"/>
            </a:xfrm>
            <a:custGeom>
              <a:avLst/>
              <a:gdLst>
                <a:gd name="T0" fmla="*/ 76 w 95"/>
                <a:gd name="T1" fmla="*/ 84 h 106"/>
                <a:gd name="T2" fmla="*/ 64 w 95"/>
                <a:gd name="T3" fmla="*/ 106 h 106"/>
                <a:gd name="T4" fmla="*/ 0 w 95"/>
                <a:gd name="T5" fmla="*/ 77 h 106"/>
                <a:gd name="T6" fmla="*/ 2 w 95"/>
                <a:gd name="T7" fmla="*/ 73 h 106"/>
                <a:gd name="T8" fmla="*/ 7 w 95"/>
                <a:gd name="T9" fmla="*/ 75 h 106"/>
                <a:gd name="T10" fmla="*/ 11 w 95"/>
                <a:gd name="T11" fmla="*/ 76 h 106"/>
                <a:gd name="T12" fmla="*/ 14 w 95"/>
                <a:gd name="T13" fmla="*/ 75 h 106"/>
                <a:gd name="T14" fmla="*/ 16 w 95"/>
                <a:gd name="T15" fmla="*/ 72 h 106"/>
                <a:gd name="T16" fmla="*/ 41 w 95"/>
                <a:gd name="T17" fmla="*/ 16 h 106"/>
                <a:gd name="T18" fmla="*/ 42 w 95"/>
                <a:gd name="T19" fmla="*/ 13 h 106"/>
                <a:gd name="T20" fmla="*/ 40 w 95"/>
                <a:gd name="T21" fmla="*/ 10 h 106"/>
                <a:gd name="T22" fmla="*/ 37 w 95"/>
                <a:gd name="T23" fmla="*/ 7 h 106"/>
                <a:gd name="T24" fmla="*/ 33 w 95"/>
                <a:gd name="T25" fmla="*/ 4 h 106"/>
                <a:gd name="T26" fmla="*/ 35 w 95"/>
                <a:gd name="T27" fmla="*/ 0 h 106"/>
                <a:gd name="T28" fmla="*/ 95 w 95"/>
                <a:gd name="T29" fmla="*/ 27 h 106"/>
                <a:gd name="T30" fmla="*/ 86 w 95"/>
                <a:gd name="T31" fmla="*/ 46 h 106"/>
                <a:gd name="T32" fmla="*/ 82 w 95"/>
                <a:gd name="T33" fmla="*/ 44 h 106"/>
                <a:gd name="T34" fmla="*/ 81 w 95"/>
                <a:gd name="T35" fmla="*/ 33 h 106"/>
                <a:gd name="T36" fmla="*/ 77 w 95"/>
                <a:gd name="T37" fmla="*/ 25 h 106"/>
                <a:gd name="T38" fmla="*/ 73 w 95"/>
                <a:gd name="T39" fmla="*/ 23 h 106"/>
                <a:gd name="T40" fmla="*/ 68 w 95"/>
                <a:gd name="T41" fmla="*/ 20 h 106"/>
                <a:gd name="T42" fmla="*/ 56 w 95"/>
                <a:gd name="T43" fmla="*/ 15 h 106"/>
                <a:gd name="T44" fmla="*/ 42 w 95"/>
                <a:gd name="T45" fmla="*/ 45 h 106"/>
                <a:gd name="T46" fmla="*/ 51 w 95"/>
                <a:gd name="T47" fmla="*/ 49 h 106"/>
                <a:gd name="T48" fmla="*/ 57 w 95"/>
                <a:gd name="T49" fmla="*/ 51 h 106"/>
                <a:gd name="T50" fmla="*/ 62 w 95"/>
                <a:gd name="T51" fmla="*/ 50 h 106"/>
                <a:gd name="T52" fmla="*/ 65 w 95"/>
                <a:gd name="T53" fmla="*/ 47 h 106"/>
                <a:gd name="T54" fmla="*/ 69 w 95"/>
                <a:gd name="T55" fmla="*/ 42 h 106"/>
                <a:gd name="T56" fmla="*/ 73 w 95"/>
                <a:gd name="T57" fmla="*/ 44 h 106"/>
                <a:gd name="T58" fmla="*/ 59 w 95"/>
                <a:gd name="T59" fmla="*/ 74 h 106"/>
                <a:gd name="T60" fmla="*/ 55 w 95"/>
                <a:gd name="T61" fmla="*/ 72 h 106"/>
                <a:gd name="T62" fmla="*/ 57 w 95"/>
                <a:gd name="T63" fmla="*/ 66 h 106"/>
                <a:gd name="T64" fmla="*/ 56 w 95"/>
                <a:gd name="T65" fmla="*/ 61 h 106"/>
                <a:gd name="T66" fmla="*/ 54 w 95"/>
                <a:gd name="T67" fmla="*/ 57 h 106"/>
                <a:gd name="T68" fmla="*/ 49 w 95"/>
                <a:gd name="T69" fmla="*/ 54 h 106"/>
                <a:gd name="T70" fmla="*/ 40 w 95"/>
                <a:gd name="T71" fmla="*/ 50 h 106"/>
                <a:gd name="T72" fmla="*/ 29 w 95"/>
                <a:gd name="T73" fmla="*/ 73 h 106"/>
                <a:gd name="T74" fmla="*/ 28 w 95"/>
                <a:gd name="T75" fmla="*/ 78 h 106"/>
                <a:gd name="T76" fmla="*/ 28 w 95"/>
                <a:gd name="T77" fmla="*/ 82 h 106"/>
                <a:gd name="T78" fmla="*/ 31 w 95"/>
                <a:gd name="T79" fmla="*/ 85 h 106"/>
                <a:gd name="T80" fmla="*/ 38 w 95"/>
                <a:gd name="T81" fmla="*/ 89 h 106"/>
                <a:gd name="T82" fmla="*/ 43 w 95"/>
                <a:gd name="T83" fmla="*/ 91 h 106"/>
                <a:gd name="T84" fmla="*/ 48 w 95"/>
                <a:gd name="T85" fmla="*/ 93 h 106"/>
                <a:gd name="T86" fmla="*/ 52 w 95"/>
                <a:gd name="T87" fmla="*/ 94 h 106"/>
                <a:gd name="T88" fmla="*/ 56 w 95"/>
                <a:gd name="T89" fmla="*/ 94 h 106"/>
                <a:gd name="T90" fmla="*/ 65 w 95"/>
                <a:gd name="T91" fmla="*/ 88 h 106"/>
                <a:gd name="T92" fmla="*/ 72 w 95"/>
                <a:gd name="T93" fmla="*/ 82 h 106"/>
                <a:gd name="T94" fmla="*/ 76 w 95"/>
                <a:gd name="T95" fmla="*/ 8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 h="106">
                  <a:moveTo>
                    <a:pt x="76" y="84"/>
                  </a:moveTo>
                  <a:cubicBezTo>
                    <a:pt x="64" y="106"/>
                    <a:pt x="64" y="106"/>
                    <a:pt x="64" y="106"/>
                  </a:cubicBezTo>
                  <a:cubicBezTo>
                    <a:pt x="0" y="77"/>
                    <a:pt x="0" y="77"/>
                    <a:pt x="0" y="77"/>
                  </a:cubicBezTo>
                  <a:cubicBezTo>
                    <a:pt x="2" y="73"/>
                    <a:pt x="2" y="73"/>
                    <a:pt x="2" y="73"/>
                  </a:cubicBezTo>
                  <a:cubicBezTo>
                    <a:pt x="3" y="74"/>
                    <a:pt x="5" y="74"/>
                    <a:pt x="7" y="75"/>
                  </a:cubicBezTo>
                  <a:cubicBezTo>
                    <a:pt x="9" y="75"/>
                    <a:pt x="10" y="76"/>
                    <a:pt x="11" y="76"/>
                  </a:cubicBezTo>
                  <a:cubicBezTo>
                    <a:pt x="12" y="76"/>
                    <a:pt x="13" y="75"/>
                    <a:pt x="14" y="75"/>
                  </a:cubicBezTo>
                  <a:cubicBezTo>
                    <a:pt x="15" y="74"/>
                    <a:pt x="16" y="73"/>
                    <a:pt x="16" y="72"/>
                  </a:cubicBezTo>
                  <a:cubicBezTo>
                    <a:pt x="41" y="16"/>
                    <a:pt x="41" y="16"/>
                    <a:pt x="41" y="16"/>
                  </a:cubicBezTo>
                  <a:cubicBezTo>
                    <a:pt x="42" y="15"/>
                    <a:pt x="42" y="14"/>
                    <a:pt x="42" y="13"/>
                  </a:cubicBezTo>
                  <a:cubicBezTo>
                    <a:pt x="42" y="12"/>
                    <a:pt x="41" y="11"/>
                    <a:pt x="40" y="10"/>
                  </a:cubicBezTo>
                  <a:cubicBezTo>
                    <a:pt x="40" y="9"/>
                    <a:pt x="39" y="8"/>
                    <a:pt x="37" y="7"/>
                  </a:cubicBezTo>
                  <a:cubicBezTo>
                    <a:pt x="36" y="5"/>
                    <a:pt x="34" y="5"/>
                    <a:pt x="33" y="4"/>
                  </a:cubicBezTo>
                  <a:cubicBezTo>
                    <a:pt x="35" y="0"/>
                    <a:pt x="35" y="0"/>
                    <a:pt x="35" y="0"/>
                  </a:cubicBezTo>
                  <a:cubicBezTo>
                    <a:pt x="95" y="27"/>
                    <a:pt x="95" y="27"/>
                    <a:pt x="95" y="27"/>
                  </a:cubicBezTo>
                  <a:cubicBezTo>
                    <a:pt x="86" y="46"/>
                    <a:pt x="86" y="46"/>
                    <a:pt x="86" y="46"/>
                  </a:cubicBezTo>
                  <a:cubicBezTo>
                    <a:pt x="82" y="44"/>
                    <a:pt x="82" y="44"/>
                    <a:pt x="82" y="44"/>
                  </a:cubicBezTo>
                  <a:cubicBezTo>
                    <a:pt x="83" y="41"/>
                    <a:pt x="82" y="37"/>
                    <a:pt x="81" y="33"/>
                  </a:cubicBezTo>
                  <a:cubicBezTo>
                    <a:pt x="80" y="29"/>
                    <a:pt x="79" y="26"/>
                    <a:pt x="77" y="25"/>
                  </a:cubicBezTo>
                  <a:cubicBezTo>
                    <a:pt x="76" y="24"/>
                    <a:pt x="75" y="23"/>
                    <a:pt x="73" y="23"/>
                  </a:cubicBezTo>
                  <a:cubicBezTo>
                    <a:pt x="71" y="22"/>
                    <a:pt x="70" y="21"/>
                    <a:pt x="68" y="20"/>
                  </a:cubicBezTo>
                  <a:cubicBezTo>
                    <a:pt x="56" y="15"/>
                    <a:pt x="56" y="15"/>
                    <a:pt x="56" y="15"/>
                  </a:cubicBezTo>
                  <a:cubicBezTo>
                    <a:pt x="42" y="45"/>
                    <a:pt x="42" y="45"/>
                    <a:pt x="42" y="45"/>
                  </a:cubicBezTo>
                  <a:cubicBezTo>
                    <a:pt x="51" y="49"/>
                    <a:pt x="51" y="49"/>
                    <a:pt x="51" y="49"/>
                  </a:cubicBezTo>
                  <a:cubicBezTo>
                    <a:pt x="53" y="50"/>
                    <a:pt x="55" y="51"/>
                    <a:pt x="57" y="51"/>
                  </a:cubicBezTo>
                  <a:cubicBezTo>
                    <a:pt x="59" y="51"/>
                    <a:pt x="60" y="51"/>
                    <a:pt x="62" y="50"/>
                  </a:cubicBezTo>
                  <a:cubicBezTo>
                    <a:pt x="63" y="49"/>
                    <a:pt x="64" y="48"/>
                    <a:pt x="65" y="47"/>
                  </a:cubicBezTo>
                  <a:cubicBezTo>
                    <a:pt x="67" y="45"/>
                    <a:pt x="68" y="44"/>
                    <a:pt x="69" y="42"/>
                  </a:cubicBezTo>
                  <a:cubicBezTo>
                    <a:pt x="73" y="44"/>
                    <a:pt x="73" y="44"/>
                    <a:pt x="73" y="44"/>
                  </a:cubicBezTo>
                  <a:cubicBezTo>
                    <a:pt x="59" y="74"/>
                    <a:pt x="59" y="74"/>
                    <a:pt x="59" y="74"/>
                  </a:cubicBezTo>
                  <a:cubicBezTo>
                    <a:pt x="55" y="72"/>
                    <a:pt x="55" y="72"/>
                    <a:pt x="55" y="72"/>
                  </a:cubicBezTo>
                  <a:cubicBezTo>
                    <a:pt x="56" y="71"/>
                    <a:pt x="56" y="69"/>
                    <a:pt x="57" y="66"/>
                  </a:cubicBezTo>
                  <a:cubicBezTo>
                    <a:pt x="57" y="64"/>
                    <a:pt x="57" y="62"/>
                    <a:pt x="56" y="61"/>
                  </a:cubicBezTo>
                  <a:cubicBezTo>
                    <a:pt x="56" y="59"/>
                    <a:pt x="55" y="58"/>
                    <a:pt x="54" y="57"/>
                  </a:cubicBezTo>
                  <a:cubicBezTo>
                    <a:pt x="53" y="56"/>
                    <a:pt x="51" y="55"/>
                    <a:pt x="49" y="54"/>
                  </a:cubicBezTo>
                  <a:cubicBezTo>
                    <a:pt x="40" y="50"/>
                    <a:pt x="40" y="50"/>
                    <a:pt x="40" y="50"/>
                  </a:cubicBezTo>
                  <a:cubicBezTo>
                    <a:pt x="29" y="73"/>
                    <a:pt x="29" y="73"/>
                    <a:pt x="29" y="73"/>
                  </a:cubicBezTo>
                  <a:cubicBezTo>
                    <a:pt x="28" y="75"/>
                    <a:pt x="28" y="77"/>
                    <a:pt x="28" y="78"/>
                  </a:cubicBezTo>
                  <a:cubicBezTo>
                    <a:pt x="27" y="80"/>
                    <a:pt x="27" y="81"/>
                    <a:pt x="28" y="82"/>
                  </a:cubicBezTo>
                  <a:cubicBezTo>
                    <a:pt x="29" y="83"/>
                    <a:pt x="30" y="84"/>
                    <a:pt x="31" y="85"/>
                  </a:cubicBezTo>
                  <a:cubicBezTo>
                    <a:pt x="33" y="86"/>
                    <a:pt x="35" y="87"/>
                    <a:pt x="38" y="89"/>
                  </a:cubicBezTo>
                  <a:cubicBezTo>
                    <a:pt x="39" y="89"/>
                    <a:pt x="41" y="90"/>
                    <a:pt x="43" y="91"/>
                  </a:cubicBezTo>
                  <a:cubicBezTo>
                    <a:pt x="45" y="92"/>
                    <a:pt x="46" y="92"/>
                    <a:pt x="48" y="93"/>
                  </a:cubicBezTo>
                  <a:cubicBezTo>
                    <a:pt x="49" y="93"/>
                    <a:pt x="51" y="94"/>
                    <a:pt x="52" y="94"/>
                  </a:cubicBezTo>
                  <a:cubicBezTo>
                    <a:pt x="54" y="94"/>
                    <a:pt x="55" y="94"/>
                    <a:pt x="56" y="94"/>
                  </a:cubicBezTo>
                  <a:cubicBezTo>
                    <a:pt x="59" y="93"/>
                    <a:pt x="62" y="91"/>
                    <a:pt x="65" y="88"/>
                  </a:cubicBezTo>
                  <a:cubicBezTo>
                    <a:pt x="68" y="86"/>
                    <a:pt x="71" y="84"/>
                    <a:pt x="72" y="82"/>
                  </a:cubicBezTo>
                  <a:lnTo>
                    <a:pt x="76" y="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Sḻïdè"/>
            <p:cNvSpPr/>
            <p:nvPr userDrawn="1">
              <p:custDataLst>
                <p:tags r:id="rId22"/>
              </p:custDataLst>
            </p:nvPr>
          </p:nvSpPr>
          <p:spPr bwMode="auto">
            <a:xfrm>
              <a:off x="10020337" y="833916"/>
              <a:ext cx="52339" cy="49376"/>
            </a:xfrm>
            <a:custGeom>
              <a:avLst/>
              <a:gdLst>
                <a:gd name="T0" fmla="*/ 99 w 100"/>
                <a:gd name="T1" fmla="*/ 16 h 95"/>
                <a:gd name="T2" fmla="*/ 94 w 100"/>
                <a:gd name="T3" fmla="*/ 17 h 95"/>
                <a:gd name="T4" fmla="*/ 89 w 100"/>
                <a:gd name="T5" fmla="*/ 18 h 95"/>
                <a:gd name="T6" fmla="*/ 85 w 100"/>
                <a:gd name="T7" fmla="*/ 23 h 95"/>
                <a:gd name="T8" fmla="*/ 83 w 100"/>
                <a:gd name="T9" fmla="*/ 33 h 95"/>
                <a:gd name="T10" fmla="*/ 75 w 100"/>
                <a:gd name="T11" fmla="*/ 95 h 95"/>
                <a:gd name="T12" fmla="*/ 70 w 100"/>
                <a:gd name="T13" fmla="*/ 94 h 95"/>
                <a:gd name="T14" fmla="*/ 29 w 100"/>
                <a:gd name="T15" fmla="*/ 19 h 95"/>
                <a:gd name="T16" fmla="*/ 23 w 100"/>
                <a:gd name="T17" fmla="*/ 62 h 95"/>
                <a:gd name="T18" fmla="*/ 22 w 100"/>
                <a:gd name="T19" fmla="*/ 73 h 95"/>
                <a:gd name="T20" fmla="*/ 24 w 100"/>
                <a:gd name="T21" fmla="*/ 79 h 95"/>
                <a:gd name="T22" fmla="*/ 30 w 100"/>
                <a:gd name="T23" fmla="*/ 82 h 95"/>
                <a:gd name="T24" fmla="*/ 35 w 100"/>
                <a:gd name="T25" fmla="*/ 84 h 95"/>
                <a:gd name="T26" fmla="*/ 35 w 100"/>
                <a:gd name="T27" fmla="*/ 88 h 95"/>
                <a:gd name="T28" fmla="*/ 0 w 100"/>
                <a:gd name="T29" fmla="*/ 84 h 95"/>
                <a:gd name="T30" fmla="*/ 1 w 100"/>
                <a:gd name="T31" fmla="*/ 80 h 95"/>
                <a:gd name="T32" fmla="*/ 6 w 100"/>
                <a:gd name="T33" fmla="*/ 79 h 95"/>
                <a:gd name="T34" fmla="*/ 11 w 100"/>
                <a:gd name="T35" fmla="*/ 78 h 95"/>
                <a:gd name="T36" fmla="*/ 15 w 100"/>
                <a:gd name="T37" fmla="*/ 73 h 95"/>
                <a:gd name="T38" fmla="*/ 17 w 100"/>
                <a:gd name="T39" fmla="*/ 62 h 95"/>
                <a:gd name="T40" fmla="*/ 23 w 100"/>
                <a:gd name="T41" fmla="*/ 21 h 95"/>
                <a:gd name="T42" fmla="*/ 22 w 100"/>
                <a:gd name="T43" fmla="*/ 15 h 95"/>
                <a:gd name="T44" fmla="*/ 20 w 100"/>
                <a:gd name="T45" fmla="*/ 11 h 95"/>
                <a:gd name="T46" fmla="*/ 15 w 100"/>
                <a:gd name="T47" fmla="*/ 7 h 95"/>
                <a:gd name="T48" fmla="*/ 9 w 100"/>
                <a:gd name="T49" fmla="*/ 4 h 95"/>
                <a:gd name="T50" fmla="*/ 10 w 100"/>
                <a:gd name="T51" fmla="*/ 0 h 95"/>
                <a:gd name="T52" fmla="*/ 34 w 100"/>
                <a:gd name="T53" fmla="*/ 3 h 95"/>
                <a:gd name="T54" fmla="*/ 72 w 100"/>
                <a:gd name="T55" fmla="*/ 73 h 95"/>
                <a:gd name="T56" fmla="*/ 78 w 100"/>
                <a:gd name="T57" fmla="*/ 33 h 95"/>
                <a:gd name="T58" fmla="*/ 78 w 100"/>
                <a:gd name="T59" fmla="*/ 22 h 95"/>
                <a:gd name="T60" fmla="*/ 76 w 100"/>
                <a:gd name="T61" fmla="*/ 17 h 95"/>
                <a:gd name="T62" fmla="*/ 71 w 100"/>
                <a:gd name="T63" fmla="*/ 14 h 95"/>
                <a:gd name="T64" fmla="*/ 65 w 100"/>
                <a:gd name="T65" fmla="*/ 12 h 95"/>
                <a:gd name="T66" fmla="*/ 66 w 100"/>
                <a:gd name="T67" fmla="*/ 8 h 95"/>
                <a:gd name="T68" fmla="*/ 100 w 100"/>
                <a:gd name="T69" fmla="*/ 12 h 95"/>
                <a:gd name="T70" fmla="*/ 99 w 100"/>
                <a:gd name="T71"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95">
                  <a:moveTo>
                    <a:pt x="99" y="16"/>
                  </a:moveTo>
                  <a:cubicBezTo>
                    <a:pt x="98" y="16"/>
                    <a:pt x="97" y="16"/>
                    <a:pt x="94" y="17"/>
                  </a:cubicBezTo>
                  <a:cubicBezTo>
                    <a:pt x="92" y="17"/>
                    <a:pt x="90" y="17"/>
                    <a:pt x="89" y="18"/>
                  </a:cubicBezTo>
                  <a:cubicBezTo>
                    <a:pt x="88" y="18"/>
                    <a:pt x="86" y="20"/>
                    <a:pt x="85" y="23"/>
                  </a:cubicBezTo>
                  <a:cubicBezTo>
                    <a:pt x="85" y="26"/>
                    <a:pt x="84" y="29"/>
                    <a:pt x="83" y="33"/>
                  </a:cubicBezTo>
                  <a:cubicBezTo>
                    <a:pt x="75" y="95"/>
                    <a:pt x="75" y="95"/>
                    <a:pt x="75" y="95"/>
                  </a:cubicBezTo>
                  <a:cubicBezTo>
                    <a:pt x="70" y="94"/>
                    <a:pt x="70" y="94"/>
                    <a:pt x="70" y="94"/>
                  </a:cubicBezTo>
                  <a:cubicBezTo>
                    <a:pt x="29" y="19"/>
                    <a:pt x="29" y="19"/>
                    <a:pt x="29" y="19"/>
                  </a:cubicBezTo>
                  <a:cubicBezTo>
                    <a:pt x="23" y="62"/>
                    <a:pt x="23" y="62"/>
                    <a:pt x="23" y="62"/>
                  </a:cubicBezTo>
                  <a:cubicBezTo>
                    <a:pt x="22" y="67"/>
                    <a:pt x="22" y="71"/>
                    <a:pt x="22" y="73"/>
                  </a:cubicBezTo>
                  <a:cubicBezTo>
                    <a:pt x="23" y="76"/>
                    <a:pt x="23" y="78"/>
                    <a:pt x="24" y="79"/>
                  </a:cubicBezTo>
                  <a:cubicBezTo>
                    <a:pt x="25" y="80"/>
                    <a:pt x="27" y="81"/>
                    <a:pt x="30" y="82"/>
                  </a:cubicBezTo>
                  <a:cubicBezTo>
                    <a:pt x="32" y="83"/>
                    <a:pt x="34" y="84"/>
                    <a:pt x="35" y="84"/>
                  </a:cubicBezTo>
                  <a:cubicBezTo>
                    <a:pt x="35" y="88"/>
                    <a:pt x="35" y="88"/>
                    <a:pt x="35" y="88"/>
                  </a:cubicBezTo>
                  <a:cubicBezTo>
                    <a:pt x="0" y="84"/>
                    <a:pt x="0" y="84"/>
                    <a:pt x="0" y="84"/>
                  </a:cubicBezTo>
                  <a:cubicBezTo>
                    <a:pt x="1" y="80"/>
                    <a:pt x="1" y="80"/>
                    <a:pt x="1" y="80"/>
                  </a:cubicBezTo>
                  <a:cubicBezTo>
                    <a:pt x="2" y="80"/>
                    <a:pt x="4" y="80"/>
                    <a:pt x="6" y="79"/>
                  </a:cubicBezTo>
                  <a:cubicBezTo>
                    <a:pt x="9" y="79"/>
                    <a:pt x="11" y="78"/>
                    <a:pt x="11" y="78"/>
                  </a:cubicBezTo>
                  <a:cubicBezTo>
                    <a:pt x="13" y="77"/>
                    <a:pt x="14" y="76"/>
                    <a:pt x="15" y="73"/>
                  </a:cubicBezTo>
                  <a:cubicBezTo>
                    <a:pt x="16" y="71"/>
                    <a:pt x="16" y="67"/>
                    <a:pt x="17" y="62"/>
                  </a:cubicBezTo>
                  <a:cubicBezTo>
                    <a:pt x="23" y="21"/>
                    <a:pt x="23" y="21"/>
                    <a:pt x="23" y="21"/>
                  </a:cubicBezTo>
                  <a:cubicBezTo>
                    <a:pt x="23" y="19"/>
                    <a:pt x="23" y="17"/>
                    <a:pt x="22" y="15"/>
                  </a:cubicBezTo>
                  <a:cubicBezTo>
                    <a:pt x="22" y="13"/>
                    <a:pt x="21" y="12"/>
                    <a:pt x="20" y="11"/>
                  </a:cubicBezTo>
                  <a:cubicBezTo>
                    <a:pt x="19" y="9"/>
                    <a:pt x="17" y="8"/>
                    <a:pt x="15" y="7"/>
                  </a:cubicBezTo>
                  <a:cubicBezTo>
                    <a:pt x="13" y="5"/>
                    <a:pt x="11" y="5"/>
                    <a:pt x="9" y="4"/>
                  </a:cubicBezTo>
                  <a:cubicBezTo>
                    <a:pt x="10" y="0"/>
                    <a:pt x="10" y="0"/>
                    <a:pt x="10" y="0"/>
                  </a:cubicBezTo>
                  <a:cubicBezTo>
                    <a:pt x="34" y="3"/>
                    <a:pt x="34" y="3"/>
                    <a:pt x="34" y="3"/>
                  </a:cubicBezTo>
                  <a:cubicBezTo>
                    <a:pt x="72" y="73"/>
                    <a:pt x="72" y="73"/>
                    <a:pt x="72" y="73"/>
                  </a:cubicBezTo>
                  <a:cubicBezTo>
                    <a:pt x="78" y="33"/>
                    <a:pt x="78" y="33"/>
                    <a:pt x="78" y="33"/>
                  </a:cubicBezTo>
                  <a:cubicBezTo>
                    <a:pt x="78" y="29"/>
                    <a:pt x="78" y="25"/>
                    <a:pt x="78" y="22"/>
                  </a:cubicBezTo>
                  <a:cubicBezTo>
                    <a:pt x="78" y="19"/>
                    <a:pt x="77" y="18"/>
                    <a:pt x="76" y="17"/>
                  </a:cubicBezTo>
                  <a:cubicBezTo>
                    <a:pt x="75" y="16"/>
                    <a:pt x="73" y="15"/>
                    <a:pt x="71" y="14"/>
                  </a:cubicBezTo>
                  <a:cubicBezTo>
                    <a:pt x="69" y="13"/>
                    <a:pt x="67" y="12"/>
                    <a:pt x="65" y="12"/>
                  </a:cubicBezTo>
                  <a:cubicBezTo>
                    <a:pt x="66" y="8"/>
                    <a:pt x="66" y="8"/>
                    <a:pt x="66" y="8"/>
                  </a:cubicBezTo>
                  <a:cubicBezTo>
                    <a:pt x="100" y="12"/>
                    <a:pt x="100" y="12"/>
                    <a:pt x="100" y="12"/>
                  </a:cubicBezTo>
                  <a:lnTo>
                    <a:pt x="99"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ṥḷide"/>
            <p:cNvSpPr/>
            <p:nvPr userDrawn="1">
              <p:custDataLst>
                <p:tags r:id="rId23"/>
              </p:custDataLst>
            </p:nvPr>
          </p:nvSpPr>
          <p:spPr bwMode="auto">
            <a:xfrm>
              <a:off x="10084526" y="838360"/>
              <a:ext cx="44438" cy="46413"/>
            </a:xfrm>
            <a:custGeom>
              <a:avLst/>
              <a:gdLst>
                <a:gd name="T0" fmla="*/ 86 w 86"/>
                <a:gd name="T1" fmla="*/ 4 h 89"/>
                <a:gd name="T2" fmla="*/ 82 w 86"/>
                <a:gd name="T3" fmla="*/ 5 h 89"/>
                <a:gd name="T4" fmla="*/ 76 w 86"/>
                <a:gd name="T5" fmla="*/ 7 h 89"/>
                <a:gd name="T6" fmla="*/ 74 w 86"/>
                <a:gd name="T7" fmla="*/ 13 h 89"/>
                <a:gd name="T8" fmla="*/ 74 w 86"/>
                <a:gd name="T9" fmla="*/ 24 h 89"/>
                <a:gd name="T10" fmla="*/ 77 w 86"/>
                <a:gd name="T11" fmla="*/ 60 h 89"/>
                <a:gd name="T12" fmla="*/ 75 w 86"/>
                <a:gd name="T13" fmla="*/ 72 h 89"/>
                <a:gd name="T14" fmla="*/ 68 w 86"/>
                <a:gd name="T15" fmla="*/ 81 h 89"/>
                <a:gd name="T16" fmla="*/ 58 w 86"/>
                <a:gd name="T17" fmla="*/ 87 h 89"/>
                <a:gd name="T18" fmla="*/ 48 w 86"/>
                <a:gd name="T19" fmla="*/ 89 h 89"/>
                <a:gd name="T20" fmla="*/ 35 w 86"/>
                <a:gd name="T21" fmla="*/ 88 h 89"/>
                <a:gd name="T22" fmla="*/ 24 w 86"/>
                <a:gd name="T23" fmla="*/ 83 h 89"/>
                <a:gd name="T24" fmla="*/ 18 w 86"/>
                <a:gd name="T25" fmla="*/ 76 h 89"/>
                <a:gd name="T26" fmla="*/ 15 w 86"/>
                <a:gd name="T27" fmla="*/ 67 h 89"/>
                <a:gd name="T28" fmla="*/ 12 w 86"/>
                <a:gd name="T29" fmla="*/ 17 h 89"/>
                <a:gd name="T30" fmla="*/ 11 w 86"/>
                <a:gd name="T31" fmla="*/ 14 h 89"/>
                <a:gd name="T32" fmla="*/ 8 w 86"/>
                <a:gd name="T33" fmla="*/ 12 h 89"/>
                <a:gd name="T34" fmla="*/ 4 w 86"/>
                <a:gd name="T35" fmla="*/ 11 h 89"/>
                <a:gd name="T36" fmla="*/ 0 w 86"/>
                <a:gd name="T37" fmla="*/ 10 h 89"/>
                <a:gd name="T38" fmla="*/ 0 w 86"/>
                <a:gd name="T39" fmla="*/ 6 h 89"/>
                <a:gd name="T40" fmla="*/ 35 w 86"/>
                <a:gd name="T41" fmla="*/ 3 h 89"/>
                <a:gd name="T42" fmla="*/ 35 w 86"/>
                <a:gd name="T43" fmla="*/ 8 h 89"/>
                <a:gd name="T44" fmla="*/ 31 w 86"/>
                <a:gd name="T45" fmla="*/ 8 h 89"/>
                <a:gd name="T46" fmla="*/ 27 w 86"/>
                <a:gd name="T47" fmla="*/ 10 h 89"/>
                <a:gd name="T48" fmla="*/ 25 w 86"/>
                <a:gd name="T49" fmla="*/ 12 h 89"/>
                <a:gd name="T50" fmla="*/ 24 w 86"/>
                <a:gd name="T51" fmla="*/ 16 h 89"/>
                <a:gd name="T52" fmla="*/ 28 w 86"/>
                <a:gd name="T53" fmla="*/ 62 h 89"/>
                <a:gd name="T54" fmla="*/ 29 w 86"/>
                <a:gd name="T55" fmla="*/ 69 h 89"/>
                <a:gd name="T56" fmla="*/ 32 w 86"/>
                <a:gd name="T57" fmla="*/ 76 h 89"/>
                <a:gd name="T58" fmla="*/ 39 w 86"/>
                <a:gd name="T59" fmla="*/ 81 h 89"/>
                <a:gd name="T60" fmla="*/ 50 w 86"/>
                <a:gd name="T61" fmla="*/ 82 h 89"/>
                <a:gd name="T62" fmla="*/ 61 w 86"/>
                <a:gd name="T63" fmla="*/ 79 h 89"/>
                <a:gd name="T64" fmla="*/ 67 w 86"/>
                <a:gd name="T65" fmla="*/ 73 h 89"/>
                <a:gd name="T66" fmla="*/ 70 w 86"/>
                <a:gd name="T67" fmla="*/ 66 h 89"/>
                <a:gd name="T68" fmla="*/ 71 w 86"/>
                <a:gd name="T69" fmla="*/ 59 h 89"/>
                <a:gd name="T70" fmla="*/ 68 w 86"/>
                <a:gd name="T71" fmla="*/ 25 h 89"/>
                <a:gd name="T72" fmla="*/ 67 w 86"/>
                <a:gd name="T73" fmla="*/ 14 h 89"/>
                <a:gd name="T74" fmla="*/ 63 w 86"/>
                <a:gd name="T75" fmla="*/ 9 h 89"/>
                <a:gd name="T76" fmla="*/ 58 w 86"/>
                <a:gd name="T77" fmla="*/ 7 h 89"/>
                <a:gd name="T78" fmla="*/ 52 w 86"/>
                <a:gd name="T79" fmla="*/ 6 h 89"/>
                <a:gd name="T80" fmla="*/ 52 w 86"/>
                <a:gd name="T81" fmla="*/ 2 h 89"/>
                <a:gd name="T82" fmla="*/ 86 w 86"/>
                <a:gd name="T83" fmla="*/ 0 h 89"/>
                <a:gd name="T84" fmla="*/ 86 w 86"/>
                <a:gd name="T85"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89">
                  <a:moveTo>
                    <a:pt x="86" y="4"/>
                  </a:moveTo>
                  <a:cubicBezTo>
                    <a:pt x="85" y="4"/>
                    <a:pt x="84" y="4"/>
                    <a:pt x="82" y="5"/>
                  </a:cubicBezTo>
                  <a:cubicBezTo>
                    <a:pt x="79" y="5"/>
                    <a:pt x="78" y="6"/>
                    <a:pt x="76" y="7"/>
                  </a:cubicBezTo>
                  <a:cubicBezTo>
                    <a:pt x="75" y="8"/>
                    <a:pt x="74" y="10"/>
                    <a:pt x="74" y="13"/>
                  </a:cubicBezTo>
                  <a:cubicBezTo>
                    <a:pt x="74" y="16"/>
                    <a:pt x="74" y="19"/>
                    <a:pt x="74" y="24"/>
                  </a:cubicBezTo>
                  <a:cubicBezTo>
                    <a:pt x="77" y="60"/>
                    <a:pt x="77" y="60"/>
                    <a:pt x="77" y="60"/>
                  </a:cubicBezTo>
                  <a:cubicBezTo>
                    <a:pt x="77" y="65"/>
                    <a:pt x="76" y="69"/>
                    <a:pt x="75" y="72"/>
                  </a:cubicBezTo>
                  <a:cubicBezTo>
                    <a:pt x="73" y="76"/>
                    <a:pt x="71" y="79"/>
                    <a:pt x="68" y="81"/>
                  </a:cubicBezTo>
                  <a:cubicBezTo>
                    <a:pt x="65" y="84"/>
                    <a:pt x="62" y="86"/>
                    <a:pt x="58" y="87"/>
                  </a:cubicBezTo>
                  <a:cubicBezTo>
                    <a:pt x="55" y="88"/>
                    <a:pt x="52" y="89"/>
                    <a:pt x="48" y="89"/>
                  </a:cubicBezTo>
                  <a:cubicBezTo>
                    <a:pt x="43" y="89"/>
                    <a:pt x="39" y="89"/>
                    <a:pt x="35" y="88"/>
                  </a:cubicBezTo>
                  <a:cubicBezTo>
                    <a:pt x="31" y="87"/>
                    <a:pt x="27" y="85"/>
                    <a:pt x="24" y="83"/>
                  </a:cubicBezTo>
                  <a:cubicBezTo>
                    <a:pt x="22" y="81"/>
                    <a:pt x="19" y="79"/>
                    <a:pt x="18" y="76"/>
                  </a:cubicBezTo>
                  <a:cubicBezTo>
                    <a:pt x="16" y="73"/>
                    <a:pt x="15" y="70"/>
                    <a:pt x="15" y="67"/>
                  </a:cubicBezTo>
                  <a:cubicBezTo>
                    <a:pt x="12" y="17"/>
                    <a:pt x="12" y="17"/>
                    <a:pt x="12" y="17"/>
                  </a:cubicBezTo>
                  <a:cubicBezTo>
                    <a:pt x="11" y="16"/>
                    <a:pt x="11" y="15"/>
                    <a:pt x="11" y="14"/>
                  </a:cubicBezTo>
                  <a:cubicBezTo>
                    <a:pt x="10" y="13"/>
                    <a:pt x="9" y="12"/>
                    <a:pt x="8" y="12"/>
                  </a:cubicBezTo>
                  <a:cubicBezTo>
                    <a:pt x="7" y="11"/>
                    <a:pt x="5" y="11"/>
                    <a:pt x="4" y="11"/>
                  </a:cubicBezTo>
                  <a:cubicBezTo>
                    <a:pt x="2" y="10"/>
                    <a:pt x="1" y="10"/>
                    <a:pt x="0" y="10"/>
                  </a:cubicBezTo>
                  <a:cubicBezTo>
                    <a:pt x="0" y="6"/>
                    <a:pt x="0" y="6"/>
                    <a:pt x="0" y="6"/>
                  </a:cubicBezTo>
                  <a:cubicBezTo>
                    <a:pt x="35" y="3"/>
                    <a:pt x="35" y="3"/>
                    <a:pt x="35" y="3"/>
                  </a:cubicBezTo>
                  <a:cubicBezTo>
                    <a:pt x="35" y="8"/>
                    <a:pt x="35" y="8"/>
                    <a:pt x="35" y="8"/>
                  </a:cubicBezTo>
                  <a:cubicBezTo>
                    <a:pt x="34" y="8"/>
                    <a:pt x="32" y="8"/>
                    <a:pt x="31" y="8"/>
                  </a:cubicBezTo>
                  <a:cubicBezTo>
                    <a:pt x="29" y="9"/>
                    <a:pt x="28" y="9"/>
                    <a:pt x="27" y="10"/>
                  </a:cubicBezTo>
                  <a:cubicBezTo>
                    <a:pt x="26" y="10"/>
                    <a:pt x="25" y="11"/>
                    <a:pt x="25" y="12"/>
                  </a:cubicBezTo>
                  <a:cubicBezTo>
                    <a:pt x="24" y="13"/>
                    <a:pt x="24" y="15"/>
                    <a:pt x="24" y="16"/>
                  </a:cubicBezTo>
                  <a:cubicBezTo>
                    <a:pt x="28" y="62"/>
                    <a:pt x="28" y="62"/>
                    <a:pt x="28" y="62"/>
                  </a:cubicBezTo>
                  <a:cubicBezTo>
                    <a:pt x="28" y="64"/>
                    <a:pt x="28" y="67"/>
                    <a:pt x="29" y="69"/>
                  </a:cubicBezTo>
                  <a:cubicBezTo>
                    <a:pt x="30" y="72"/>
                    <a:pt x="31" y="74"/>
                    <a:pt x="32" y="76"/>
                  </a:cubicBezTo>
                  <a:cubicBezTo>
                    <a:pt x="34" y="78"/>
                    <a:pt x="36" y="80"/>
                    <a:pt x="39" y="81"/>
                  </a:cubicBezTo>
                  <a:cubicBezTo>
                    <a:pt x="42" y="82"/>
                    <a:pt x="45" y="82"/>
                    <a:pt x="50" y="82"/>
                  </a:cubicBezTo>
                  <a:cubicBezTo>
                    <a:pt x="54" y="82"/>
                    <a:pt x="58" y="81"/>
                    <a:pt x="61" y="79"/>
                  </a:cubicBezTo>
                  <a:cubicBezTo>
                    <a:pt x="64" y="78"/>
                    <a:pt x="66" y="76"/>
                    <a:pt x="67" y="73"/>
                  </a:cubicBezTo>
                  <a:cubicBezTo>
                    <a:pt x="69" y="71"/>
                    <a:pt x="70" y="69"/>
                    <a:pt x="70" y="66"/>
                  </a:cubicBezTo>
                  <a:cubicBezTo>
                    <a:pt x="71" y="64"/>
                    <a:pt x="71" y="62"/>
                    <a:pt x="71" y="59"/>
                  </a:cubicBezTo>
                  <a:cubicBezTo>
                    <a:pt x="68" y="25"/>
                    <a:pt x="68" y="25"/>
                    <a:pt x="68" y="25"/>
                  </a:cubicBezTo>
                  <a:cubicBezTo>
                    <a:pt x="68" y="20"/>
                    <a:pt x="67" y="17"/>
                    <a:pt x="67" y="14"/>
                  </a:cubicBezTo>
                  <a:cubicBezTo>
                    <a:pt x="66" y="11"/>
                    <a:pt x="65" y="10"/>
                    <a:pt x="63" y="9"/>
                  </a:cubicBezTo>
                  <a:cubicBezTo>
                    <a:pt x="62" y="8"/>
                    <a:pt x="60" y="7"/>
                    <a:pt x="58" y="7"/>
                  </a:cubicBezTo>
                  <a:cubicBezTo>
                    <a:pt x="55" y="7"/>
                    <a:pt x="53" y="6"/>
                    <a:pt x="52" y="6"/>
                  </a:cubicBezTo>
                  <a:cubicBezTo>
                    <a:pt x="52" y="2"/>
                    <a:pt x="52" y="2"/>
                    <a:pt x="52" y="2"/>
                  </a:cubicBezTo>
                  <a:cubicBezTo>
                    <a:pt x="86" y="0"/>
                    <a:pt x="86" y="0"/>
                    <a:pt x="86" y="0"/>
                  </a:cubicBezTo>
                  <a:lnTo>
                    <a:pt x="86"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ïṣlïḍé"/>
            <p:cNvSpPr/>
            <p:nvPr userDrawn="1">
              <p:custDataLst>
                <p:tags r:id="rId24"/>
              </p:custDataLst>
            </p:nvPr>
          </p:nvSpPr>
          <p:spPr bwMode="auto">
            <a:xfrm>
              <a:off x="10129952" y="819597"/>
              <a:ext cx="50364" cy="57276"/>
            </a:xfrm>
            <a:custGeom>
              <a:avLst/>
              <a:gdLst>
                <a:gd name="T0" fmla="*/ 83 w 97"/>
                <a:gd name="T1" fmla="*/ 4 h 110"/>
                <a:gd name="T2" fmla="*/ 79 w 97"/>
                <a:gd name="T3" fmla="*/ 7 h 110"/>
                <a:gd name="T4" fmla="*/ 75 w 97"/>
                <a:gd name="T5" fmla="*/ 10 h 110"/>
                <a:gd name="T6" fmla="*/ 74 w 97"/>
                <a:gd name="T7" fmla="*/ 17 h 110"/>
                <a:gd name="T8" fmla="*/ 77 w 97"/>
                <a:gd name="T9" fmla="*/ 27 h 110"/>
                <a:gd name="T10" fmla="*/ 97 w 97"/>
                <a:gd name="T11" fmla="*/ 85 h 110"/>
                <a:gd name="T12" fmla="*/ 92 w 97"/>
                <a:gd name="T13" fmla="*/ 87 h 110"/>
                <a:gd name="T14" fmla="*/ 24 w 97"/>
                <a:gd name="T15" fmla="*/ 39 h 110"/>
                <a:gd name="T16" fmla="*/ 38 w 97"/>
                <a:gd name="T17" fmla="*/ 80 h 110"/>
                <a:gd name="T18" fmla="*/ 43 w 97"/>
                <a:gd name="T19" fmla="*/ 90 h 110"/>
                <a:gd name="T20" fmla="*/ 47 w 97"/>
                <a:gd name="T21" fmla="*/ 94 h 110"/>
                <a:gd name="T22" fmla="*/ 53 w 97"/>
                <a:gd name="T23" fmla="*/ 95 h 110"/>
                <a:gd name="T24" fmla="*/ 58 w 97"/>
                <a:gd name="T25" fmla="*/ 94 h 110"/>
                <a:gd name="T26" fmla="*/ 60 w 97"/>
                <a:gd name="T27" fmla="*/ 98 h 110"/>
                <a:gd name="T28" fmla="*/ 29 w 97"/>
                <a:gd name="T29" fmla="*/ 110 h 110"/>
                <a:gd name="T30" fmla="*/ 27 w 97"/>
                <a:gd name="T31" fmla="*/ 106 h 110"/>
                <a:gd name="T32" fmla="*/ 32 w 97"/>
                <a:gd name="T33" fmla="*/ 103 h 110"/>
                <a:gd name="T34" fmla="*/ 35 w 97"/>
                <a:gd name="T35" fmla="*/ 99 h 110"/>
                <a:gd name="T36" fmla="*/ 36 w 97"/>
                <a:gd name="T37" fmla="*/ 94 h 110"/>
                <a:gd name="T38" fmla="*/ 33 w 97"/>
                <a:gd name="T39" fmla="*/ 82 h 110"/>
                <a:gd name="T40" fmla="*/ 20 w 97"/>
                <a:gd name="T41" fmla="*/ 43 h 110"/>
                <a:gd name="T42" fmla="*/ 17 w 97"/>
                <a:gd name="T43" fmla="*/ 39 h 110"/>
                <a:gd name="T44" fmla="*/ 14 w 97"/>
                <a:gd name="T45" fmla="*/ 35 h 110"/>
                <a:gd name="T46" fmla="*/ 7 w 97"/>
                <a:gd name="T47" fmla="*/ 34 h 110"/>
                <a:gd name="T48" fmla="*/ 2 w 97"/>
                <a:gd name="T49" fmla="*/ 35 h 110"/>
                <a:gd name="T50" fmla="*/ 0 w 97"/>
                <a:gd name="T51" fmla="*/ 31 h 110"/>
                <a:gd name="T52" fmla="*/ 22 w 97"/>
                <a:gd name="T53" fmla="*/ 23 h 110"/>
                <a:gd name="T54" fmla="*/ 85 w 97"/>
                <a:gd name="T55" fmla="*/ 67 h 110"/>
                <a:gd name="T56" fmla="*/ 72 w 97"/>
                <a:gd name="T57" fmla="*/ 29 h 110"/>
                <a:gd name="T58" fmla="*/ 68 w 97"/>
                <a:gd name="T59" fmla="*/ 19 h 110"/>
                <a:gd name="T60" fmla="*/ 63 w 97"/>
                <a:gd name="T61" fmla="*/ 15 h 110"/>
                <a:gd name="T62" fmla="*/ 58 w 97"/>
                <a:gd name="T63" fmla="*/ 15 h 110"/>
                <a:gd name="T64" fmla="*/ 52 w 97"/>
                <a:gd name="T65" fmla="*/ 16 h 110"/>
                <a:gd name="T66" fmla="*/ 51 w 97"/>
                <a:gd name="T67" fmla="*/ 12 h 110"/>
                <a:gd name="T68" fmla="*/ 82 w 97"/>
                <a:gd name="T69" fmla="*/ 0 h 110"/>
                <a:gd name="T70" fmla="*/ 83 w 97"/>
                <a:gd name="T71"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0">
                  <a:moveTo>
                    <a:pt x="83" y="4"/>
                  </a:moveTo>
                  <a:cubicBezTo>
                    <a:pt x="82" y="5"/>
                    <a:pt x="81" y="5"/>
                    <a:pt x="79" y="7"/>
                  </a:cubicBezTo>
                  <a:cubicBezTo>
                    <a:pt x="77" y="8"/>
                    <a:pt x="76" y="9"/>
                    <a:pt x="75" y="10"/>
                  </a:cubicBezTo>
                  <a:cubicBezTo>
                    <a:pt x="74" y="12"/>
                    <a:pt x="74" y="14"/>
                    <a:pt x="74" y="17"/>
                  </a:cubicBezTo>
                  <a:cubicBezTo>
                    <a:pt x="75" y="19"/>
                    <a:pt x="75" y="23"/>
                    <a:pt x="77" y="27"/>
                  </a:cubicBezTo>
                  <a:cubicBezTo>
                    <a:pt x="97" y="85"/>
                    <a:pt x="97" y="85"/>
                    <a:pt x="97" y="85"/>
                  </a:cubicBezTo>
                  <a:cubicBezTo>
                    <a:pt x="92" y="87"/>
                    <a:pt x="92" y="87"/>
                    <a:pt x="92" y="87"/>
                  </a:cubicBezTo>
                  <a:cubicBezTo>
                    <a:pt x="24" y="39"/>
                    <a:pt x="24" y="39"/>
                    <a:pt x="24" y="39"/>
                  </a:cubicBezTo>
                  <a:cubicBezTo>
                    <a:pt x="38" y="80"/>
                    <a:pt x="38" y="80"/>
                    <a:pt x="38" y="80"/>
                  </a:cubicBezTo>
                  <a:cubicBezTo>
                    <a:pt x="40" y="84"/>
                    <a:pt x="41" y="88"/>
                    <a:pt x="43" y="90"/>
                  </a:cubicBezTo>
                  <a:cubicBezTo>
                    <a:pt x="44" y="92"/>
                    <a:pt x="45" y="94"/>
                    <a:pt x="47" y="94"/>
                  </a:cubicBezTo>
                  <a:cubicBezTo>
                    <a:pt x="48" y="95"/>
                    <a:pt x="50" y="95"/>
                    <a:pt x="53" y="95"/>
                  </a:cubicBezTo>
                  <a:cubicBezTo>
                    <a:pt x="56" y="95"/>
                    <a:pt x="57" y="94"/>
                    <a:pt x="58" y="94"/>
                  </a:cubicBezTo>
                  <a:cubicBezTo>
                    <a:pt x="60" y="98"/>
                    <a:pt x="60" y="98"/>
                    <a:pt x="60" y="98"/>
                  </a:cubicBezTo>
                  <a:cubicBezTo>
                    <a:pt x="29" y="110"/>
                    <a:pt x="29" y="110"/>
                    <a:pt x="29" y="110"/>
                  </a:cubicBezTo>
                  <a:cubicBezTo>
                    <a:pt x="27" y="106"/>
                    <a:pt x="27" y="106"/>
                    <a:pt x="27" y="106"/>
                  </a:cubicBezTo>
                  <a:cubicBezTo>
                    <a:pt x="28" y="105"/>
                    <a:pt x="30" y="104"/>
                    <a:pt x="32" y="103"/>
                  </a:cubicBezTo>
                  <a:cubicBezTo>
                    <a:pt x="34" y="101"/>
                    <a:pt x="35" y="100"/>
                    <a:pt x="35" y="99"/>
                  </a:cubicBezTo>
                  <a:cubicBezTo>
                    <a:pt x="36" y="98"/>
                    <a:pt x="37" y="96"/>
                    <a:pt x="36" y="94"/>
                  </a:cubicBezTo>
                  <a:cubicBezTo>
                    <a:pt x="36" y="91"/>
                    <a:pt x="35" y="88"/>
                    <a:pt x="33" y="82"/>
                  </a:cubicBezTo>
                  <a:cubicBezTo>
                    <a:pt x="20" y="43"/>
                    <a:pt x="20" y="43"/>
                    <a:pt x="20" y="43"/>
                  </a:cubicBezTo>
                  <a:cubicBezTo>
                    <a:pt x="19" y="42"/>
                    <a:pt x="18" y="40"/>
                    <a:pt x="17" y="39"/>
                  </a:cubicBezTo>
                  <a:cubicBezTo>
                    <a:pt x="16" y="37"/>
                    <a:pt x="15" y="36"/>
                    <a:pt x="14" y="35"/>
                  </a:cubicBezTo>
                  <a:cubicBezTo>
                    <a:pt x="12" y="35"/>
                    <a:pt x="10" y="34"/>
                    <a:pt x="7" y="34"/>
                  </a:cubicBezTo>
                  <a:cubicBezTo>
                    <a:pt x="5" y="34"/>
                    <a:pt x="3" y="34"/>
                    <a:pt x="2" y="35"/>
                  </a:cubicBezTo>
                  <a:cubicBezTo>
                    <a:pt x="0" y="31"/>
                    <a:pt x="0" y="31"/>
                    <a:pt x="0" y="31"/>
                  </a:cubicBezTo>
                  <a:cubicBezTo>
                    <a:pt x="22" y="23"/>
                    <a:pt x="22" y="23"/>
                    <a:pt x="22" y="23"/>
                  </a:cubicBezTo>
                  <a:cubicBezTo>
                    <a:pt x="85" y="67"/>
                    <a:pt x="85" y="67"/>
                    <a:pt x="85" y="67"/>
                  </a:cubicBezTo>
                  <a:cubicBezTo>
                    <a:pt x="72" y="29"/>
                    <a:pt x="72" y="29"/>
                    <a:pt x="72" y="29"/>
                  </a:cubicBezTo>
                  <a:cubicBezTo>
                    <a:pt x="70" y="25"/>
                    <a:pt x="69" y="21"/>
                    <a:pt x="68" y="19"/>
                  </a:cubicBezTo>
                  <a:cubicBezTo>
                    <a:pt x="66" y="17"/>
                    <a:pt x="65" y="16"/>
                    <a:pt x="63" y="15"/>
                  </a:cubicBezTo>
                  <a:cubicBezTo>
                    <a:pt x="62" y="15"/>
                    <a:pt x="60" y="15"/>
                    <a:pt x="58" y="15"/>
                  </a:cubicBezTo>
                  <a:cubicBezTo>
                    <a:pt x="55" y="15"/>
                    <a:pt x="53" y="15"/>
                    <a:pt x="52" y="16"/>
                  </a:cubicBezTo>
                  <a:cubicBezTo>
                    <a:pt x="51" y="12"/>
                    <a:pt x="51" y="12"/>
                    <a:pt x="51" y="12"/>
                  </a:cubicBezTo>
                  <a:cubicBezTo>
                    <a:pt x="82" y="0"/>
                    <a:pt x="82" y="0"/>
                    <a:pt x="82" y="0"/>
                  </a:cubicBezTo>
                  <a:lnTo>
                    <a:pt x="83"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şļîḋe"/>
            <p:cNvSpPr/>
            <p:nvPr userDrawn="1">
              <p:custDataLst>
                <p:tags r:id="rId25"/>
              </p:custDataLst>
            </p:nvPr>
          </p:nvSpPr>
          <p:spPr bwMode="auto">
            <a:xfrm>
              <a:off x="10173896" y="807746"/>
              <a:ext cx="35551" cy="47895"/>
            </a:xfrm>
            <a:custGeom>
              <a:avLst/>
              <a:gdLst>
                <a:gd name="T0" fmla="*/ 69 w 69"/>
                <a:gd name="T1" fmla="*/ 73 h 92"/>
                <a:gd name="T2" fmla="*/ 39 w 69"/>
                <a:gd name="T3" fmla="*/ 92 h 92"/>
                <a:gd name="T4" fmla="*/ 37 w 69"/>
                <a:gd name="T5" fmla="*/ 89 h 92"/>
                <a:gd name="T6" fmla="*/ 41 w 69"/>
                <a:gd name="T7" fmla="*/ 86 h 92"/>
                <a:gd name="T8" fmla="*/ 44 w 69"/>
                <a:gd name="T9" fmla="*/ 83 h 92"/>
                <a:gd name="T10" fmla="*/ 45 w 69"/>
                <a:gd name="T11" fmla="*/ 80 h 92"/>
                <a:gd name="T12" fmla="*/ 44 w 69"/>
                <a:gd name="T13" fmla="*/ 76 h 92"/>
                <a:gd name="T14" fmla="*/ 16 w 69"/>
                <a:gd name="T15" fmla="*/ 24 h 92"/>
                <a:gd name="T16" fmla="*/ 13 w 69"/>
                <a:gd name="T17" fmla="*/ 21 h 92"/>
                <a:gd name="T18" fmla="*/ 10 w 69"/>
                <a:gd name="T19" fmla="*/ 20 h 92"/>
                <a:gd name="T20" fmla="*/ 6 w 69"/>
                <a:gd name="T21" fmla="*/ 21 h 92"/>
                <a:gd name="T22" fmla="*/ 2 w 69"/>
                <a:gd name="T23" fmla="*/ 23 h 92"/>
                <a:gd name="T24" fmla="*/ 0 w 69"/>
                <a:gd name="T25" fmla="*/ 19 h 92"/>
                <a:gd name="T26" fmla="*/ 30 w 69"/>
                <a:gd name="T27" fmla="*/ 0 h 92"/>
                <a:gd name="T28" fmla="*/ 32 w 69"/>
                <a:gd name="T29" fmla="*/ 4 h 92"/>
                <a:gd name="T30" fmla="*/ 29 w 69"/>
                <a:gd name="T31" fmla="*/ 7 h 92"/>
                <a:gd name="T32" fmla="*/ 26 w 69"/>
                <a:gd name="T33" fmla="*/ 10 h 92"/>
                <a:gd name="T34" fmla="*/ 24 w 69"/>
                <a:gd name="T35" fmla="*/ 13 h 92"/>
                <a:gd name="T36" fmla="*/ 25 w 69"/>
                <a:gd name="T37" fmla="*/ 17 h 92"/>
                <a:gd name="T38" fmla="*/ 54 w 69"/>
                <a:gd name="T39" fmla="*/ 70 h 92"/>
                <a:gd name="T40" fmla="*/ 56 w 69"/>
                <a:gd name="T41" fmla="*/ 72 h 92"/>
                <a:gd name="T42" fmla="*/ 60 w 69"/>
                <a:gd name="T43" fmla="*/ 73 h 92"/>
                <a:gd name="T44" fmla="*/ 63 w 69"/>
                <a:gd name="T45" fmla="*/ 72 h 92"/>
                <a:gd name="T46" fmla="*/ 67 w 69"/>
                <a:gd name="T47" fmla="*/ 70 h 92"/>
                <a:gd name="T48" fmla="*/ 69 w 69"/>
                <a:gd name="T49" fmla="*/ 7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9" h="92">
                  <a:moveTo>
                    <a:pt x="69" y="73"/>
                  </a:moveTo>
                  <a:cubicBezTo>
                    <a:pt x="39" y="92"/>
                    <a:pt x="39" y="92"/>
                    <a:pt x="39" y="92"/>
                  </a:cubicBezTo>
                  <a:cubicBezTo>
                    <a:pt x="37" y="89"/>
                    <a:pt x="37" y="89"/>
                    <a:pt x="37" y="89"/>
                  </a:cubicBezTo>
                  <a:cubicBezTo>
                    <a:pt x="38" y="88"/>
                    <a:pt x="39" y="87"/>
                    <a:pt x="41" y="86"/>
                  </a:cubicBezTo>
                  <a:cubicBezTo>
                    <a:pt x="42" y="85"/>
                    <a:pt x="43" y="84"/>
                    <a:pt x="44" y="83"/>
                  </a:cubicBezTo>
                  <a:cubicBezTo>
                    <a:pt x="44" y="82"/>
                    <a:pt x="45" y="81"/>
                    <a:pt x="45" y="80"/>
                  </a:cubicBezTo>
                  <a:cubicBezTo>
                    <a:pt x="45" y="79"/>
                    <a:pt x="45" y="78"/>
                    <a:pt x="44" y="76"/>
                  </a:cubicBezTo>
                  <a:cubicBezTo>
                    <a:pt x="16" y="24"/>
                    <a:pt x="16" y="24"/>
                    <a:pt x="16" y="24"/>
                  </a:cubicBezTo>
                  <a:cubicBezTo>
                    <a:pt x="15" y="22"/>
                    <a:pt x="14" y="21"/>
                    <a:pt x="13" y="21"/>
                  </a:cubicBezTo>
                  <a:cubicBezTo>
                    <a:pt x="13" y="20"/>
                    <a:pt x="11" y="20"/>
                    <a:pt x="10" y="20"/>
                  </a:cubicBezTo>
                  <a:cubicBezTo>
                    <a:pt x="9" y="21"/>
                    <a:pt x="7" y="21"/>
                    <a:pt x="6" y="21"/>
                  </a:cubicBezTo>
                  <a:cubicBezTo>
                    <a:pt x="4" y="22"/>
                    <a:pt x="3" y="22"/>
                    <a:pt x="2" y="23"/>
                  </a:cubicBezTo>
                  <a:cubicBezTo>
                    <a:pt x="0" y="19"/>
                    <a:pt x="0" y="19"/>
                    <a:pt x="0" y="19"/>
                  </a:cubicBezTo>
                  <a:cubicBezTo>
                    <a:pt x="30" y="0"/>
                    <a:pt x="30" y="0"/>
                    <a:pt x="30" y="0"/>
                  </a:cubicBezTo>
                  <a:cubicBezTo>
                    <a:pt x="32" y="4"/>
                    <a:pt x="32" y="4"/>
                    <a:pt x="32" y="4"/>
                  </a:cubicBezTo>
                  <a:cubicBezTo>
                    <a:pt x="31" y="5"/>
                    <a:pt x="30" y="6"/>
                    <a:pt x="29" y="7"/>
                  </a:cubicBezTo>
                  <a:cubicBezTo>
                    <a:pt x="28" y="8"/>
                    <a:pt x="27" y="9"/>
                    <a:pt x="26" y="10"/>
                  </a:cubicBezTo>
                  <a:cubicBezTo>
                    <a:pt x="25" y="11"/>
                    <a:pt x="24" y="12"/>
                    <a:pt x="24" y="13"/>
                  </a:cubicBezTo>
                  <a:cubicBezTo>
                    <a:pt x="24" y="14"/>
                    <a:pt x="25" y="16"/>
                    <a:pt x="25" y="17"/>
                  </a:cubicBezTo>
                  <a:cubicBezTo>
                    <a:pt x="54" y="70"/>
                    <a:pt x="54" y="70"/>
                    <a:pt x="54" y="70"/>
                  </a:cubicBezTo>
                  <a:cubicBezTo>
                    <a:pt x="54" y="71"/>
                    <a:pt x="55" y="72"/>
                    <a:pt x="56" y="72"/>
                  </a:cubicBezTo>
                  <a:cubicBezTo>
                    <a:pt x="57" y="73"/>
                    <a:pt x="58" y="73"/>
                    <a:pt x="60" y="73"/>
                  </a:cubicBezTo>
                  <a:cubicBezTo>
                    <a:pt x="60" y="73"/>
                    <a:pt x="62" y="72"/>
                    <a:pt x="63" y="72"/>
                  </a:cubicBezTo>
                  <a:cubicBezTo>
                    <a:pt x="65" y="71"/>
                    <a:pt x="66" y="70"/>
                    <a:pt x="67" y="70"/>
                  </a:cubicBezTo>
                  <a:lnTo>
                    <a:pt x="69" y="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líḋe"/>
            <p:cNvSpPr/>
            <p:nvPr userDrawn="1">
              <p:custDataLst>
                <p:tags r:id="rId26"/>
              </p:custDataLst>
            </p:nvPr>
          </p:nvSpPr>
          <p:spPr bwMode="auto">
            <a:xfrm>
              <a:off x="10189697" y="779602"/>
              <a:ext cx="42957" cy="49870"/>
            </a:xfrm>
            <a:custGeom>
              <a:avLst/>
              <a:gdLst>
                <a:gd name="T0" fmla="*/ 65 w 82"/>
                <a:gd name="T1" fmla="*/ 3 h 95"/>
                <a:gd name="T2" fmla="*/ 63 w 82"/>
                <a:gd name="T3" fmla="*/ 6 h 95"/>
                <a:gd name="T4" fmla="*/ 61 w 82"/>
                <a:gd name="T5" fmla="*/ 9 h 95"/>
                <a:gd name="T6" fmla="*/ 61 w 82"/>
                <a:gd name="T7" fmla="*/ 14 h 95"/>
                <a:gd name="T8" fmla="*/ 62 w 82"/>
                <a:gd name="T9" fmla="*/ 19 h 95"/>
                <a:gd name="T10" fmla="*/ 70 w 82"/>
                <a:gd name="T11" fmla="*/ 49 h 95"/>
                <a:gd name="T12" fmla="*/ 82 w 82"/>
                <a:gd name="T13" fmla="*/ 92 h 95"/>
                <a:gd name="T14" fmla="*/ 78 w 82"/>
                <a:gd name="T15" fmla="*/ 95 h 95"/>
                <a:gd name="T16" fmla="*/ 41 w 82"/>
                <a:gd name="T17" fmla="*/ 71 h 95"/>
                <a:gd name="T18" fmla="*/ 16 w 82"/>
                <a:gd name="T19" fmla="*/ 55 h 95"/>
                <a:gd name="T20" fmla="*/ 13 w 82"/>
                <a:gd name="T21" fmla="*/ 54 h 95"/>
                <a:gd name="T22" fmla="*/ 9 w 82"/>
                <a:gd name="T23" fmla="*/ 54 h 95"/>
                <a:gd name="T24" fmla="*/ 6 w 82"/>
                <a:gd name="T25" fmla="*/ 55 h 95"/>
                <a:gd name="T26" fmla="*/ 3 w 82"/>
                <a:gd name="T27" fmla="*/ 57 h 95"/>
                <a:gd name="T28" fmla="*/ 0 w 82"/>
                <a:gd name="T29" fmla="*/ 54 h 95"/>
                <a:gd name="T30" fmla="*/ 26 w 82"/>
                <a:gd name="T31" fmla="*/ 32 h 95"/>
                <a:gd name="T32" fmla="*/ 28 w 82"/>
                <a:gd name="T33" fmla="*/ 35 h 95"/>
                <a:gd name="T34" fmla="*/ 23 w 82"/>
                <a:gd name="T35" fmla="*/ 40 h 95"/>
                <a:gd name="T36" fmla="*/ 22 w 82"/>
                <a:gd name="T37" fmla="*/ 44 h 95"/>
                <a:gd name="T38" fmla="*/ 23 w 82"/>
                <a:gd name="T39" fmla="*/ 45 h 95"/>
                <a:gd name="T40" fmla="*/ 24 w 82"/>
                <a:gd name="T41" fmla="*/ 46 h 95"/>
                <a:gd name="T42" fmla="*/ 41 w 82"/>
                <a:gd name="T43" fmla="*/ 56 h 95"/>
                <a:gd name="T44" fmla="*/ 73 w 82"/>
                <a:gd name="T45" fmla="*/ 77 h 95"/>
                <a:gd name="T46" fmla="*/ 65 w 82"/>
                <a:gd name="T47" fmla="*/ 50 h 95"/>
                <a:gd name="T48" fmla="*/ 59 w 82"/>
                <a:gd name="T49" fmla="*/ 29 h 95"/>
                <a:gd name="T50" fmla="*/ 56 w 82"/>
                <a:gd name="T51" fmla="*/ 22 h 95"/>
                <a:gd name="T52" fmla="*/ 55 w 82"/>
                <a:gd name="T53" fmla="*/ 19 h 95"/>
                <a:gd name="T54" fmla="*/ 52 w 82"/>
                <a:gd name="T55" fmla="*/ 18 h 95"/>
                <a:gd name="T56" fmla="*/ 49 w 82"/>
                <a:gd name="T57" fmla="*/ 19 h 95"/>
                <a:gd name="T58" fmla="*/ 46 w 82"/>
                <a:gd name="T59" fmla="*/ 20 h 95"/>
                <a:gd name="T60" fmla="*/ 42 w 82"/>
                <a:gd name="T61" fmla="*/ 23 h 95"/>
                <a:gd name="T62" fmla="*/ 40 w 82"/>
                <a:gd name="T63" fmla="*/ 19 h 95"/>
                <a:gd name="T64" fmla="*/ 63 w 82"/>
                <a:gd name="T65" fmla="*/ 0 h 95"/>
                <a:gd name="T66" fmla="*/ 65 w 82"/>
                <a:gd name="T67"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95">
                  <a:moveTo>
                    <a:pt x="65" y="3"/>
                  </a:moveTo>
                  <a:cubicBezTo>
                    <a:pt x="65" y="4"/>
                    <a:pt x="64" y="5"/>
                    <a:pt x="63" y="6"/>
                  </a:cubicBezTo>
                  <a:cubicBezTo>
                    <a:pt x="62" y="7"/>
                    <a:pt x="62" y="8"/>
                    <a:pt x="61" y="9"/>
                  </a:cubicBezTo>
                  <a:cubicBezTo>
                    <a:pt x="61" y="11"/>
                    <a:pt x="60" y="12"/>
                    <a:pt x="61" y="14"/>
                  </a:cubicBezTo>
                  <a:cubicBezTo>
                    <a:pt x="61" y="15"/>
                    <a:pt x="61" y="17"/>
                    <a:pt x="62" y="19"/>
                  </a:cubicBezTo>
                  <a:cubicBezTo>
                    <a:pt x="63" y="26"/>
                    <a:pt x="66" y="36"/>
                    <a:pt x="70" y="49"/>
                  </a:cubicBezTo>
                  <a:cubicBezTo>
                    <a:pt x="74" y="63"/>
                    <a:pt x="78" y="77"/>
                    <a:pt x="82" y="92"/>
                  </a:cubicBezTo>
                  <a:cubicBezTo>
                    <a:pt x="78" y="95"/>
                    <a:pt x="78" y="95"/>
                    <a:pt x="78" y="95"/>
                  </a:cubicBezTo>
                  <a:cubicBezTo>
                    <a:pt x="65" y="87"/>
                    <a:pt x="53" y="79"/>
                    <a:pt x="41" y="71"/>
                  </a:cubicBezTo>
                  <a:cubicBezTo>
                    <a:pt x="29" y="63"/>
                    <a:pt x="21" y="58"/>
                    <a:pt x="16" y="55"/>
                  </a:cubicBezTo>
                  <a:cubicBezTo>
                    <a:pt x="15" y="55"/>
                    <a:pt x="14" y="54"/>
                    <a:pt x="13" y="54"/>
                  </a:cubicBezTo>
                  <a:cubicBezTo>
                    <a:pt x="12" y="54"/>
                    <a:pt x="11" y="54"/>
                    <a:pt x="9" y="54"/>
                  </a:cubicBezTo>
                  <a:cubicBezTo>
                    <a:pt x="8" y="54"/>
                    <a:pt x="7" y="55"/>
                    <a:pt x="6" y="55"/>
                  </a:cubicBezTo>
                  <a:cubicBezTo>
                    <a:pt x="5" y="56"/>
                    <a:pt x="4" y="56"/>
                    <a:pt x="3" y="57"/>
                  </a:cubicBezTo>
                  <a:cubicBezTo>
                    <a:pt x="0" y="54"/>
                    <a:pt x="0" y="54"/>
                    <a:pt x="0" y="54"/>
                  </a:cubicBezTo>
                  <a:cubicBezTo>
                    <a:pt x="26" y="32"/>
                    <a:pt x="26" y="32"/>
                    <a:pt x="26" y="32"/>
                  </a:cubicBezTo>
                  <a:cubicBezTo>
                    <a:pt x="28" y="35"/>
                    <a:pt x="28" y="35"/>
                    <a:pt x="28" y="35"/>
                  </a:cubicBezTo>
                  <a:cubicBezTo>
                    <a:pt x="26" y="37"/>
                    <a:pt x="24" y="39"/>
                    <a:pt x="23" y="40"/>
                  </a:cubicBezTo>
                  <a:cubicBezTo>
                    <a:pt x="22" y="42"/>
                    <a:pt x="22" y="43"/>
                    <a:pt x="22" y="44"/>
                  </a:cubicBezTo>
                  <a:cubicBezTo>
                    <a:pt x="22" y="45"/>
                    <a:pt x="23" y="45"/>
                    <a:pt x="23" y="45"/>
                  </a:cubicBezTo>
                  <a:cubicBezTo>
                    <a:pt x="24" y="46"/>
                    <a:pt x="24" y="46"/>
                    <a:pt x="24" y="46"/>
                  </a:cubicBezTo>
                  <a:cubicBezTo>
                    <a:pt x="28" y="48"/>
                    <a:pt x="33" y="52"/>
                    <a:pt x="41" y="56"/>
                  </a:cubicBezTo>
                  <a:cubicBezTo>
                    <a:pt x="48" y="61"/>
                    <a:pt x="59" y="68"/>
                    <a:pt x="73" y="77"/>
                  </a:cubicBezTo>
                  <a:cubicBezTo>
                    <a:pt x="70" y="69"/>
                    <a:pt x="68" y="60"/>
                    <a:pt x="65" y="50"/>
                  </a:cubicBezTo>
                  <a:cubicBezTo>
                    <a:pt x="62" y="40"/>
                    <a:pt x="60" y="33"/>
                    <a:pt x="59" y="29"/>
                  </a:cubicBezTo>
                  <a:cubicBezTo>
                    <a:pt x="58" y="25"/>
                    <a:pt x="57" y="23"/>
                    <a:pt x="56" y="22"/>
                  </a:cubicBezTo>
                  <a:cubicBezTo>
                    <a:pt x="56" y="20"/>
                    <a:pt x="55" y="20"/>
                    <a:pt x="55" y="19"/>
                  </a:cubicBezTo>
                  <a:cubicBezTo>
                    <a:pt x="54" y="18"/>
                    <a:pt x="53" y="18"/>
                    <a:pt x="52" y="18"/>
                  </a:cubicBezTo>
                  <a:cubicBezTo>
                    <a:pt x="51" y="18"/>
                    <a:pt x="50" y="18"/>
                    <a:pt x="49" y="19"/>
                  </a:cubicBezTo>
                  <a:cubicBezTo>
                    <a:pt x="48" y="19"/>
                    <a:pt x="47" y="20"/>
                    <a:pt x="46" y="20"/>
                  </a:cubicBezTo>
                  <a:cubicBezTo>
                    <a:pt x="45" y="21"/>
                    <a:pt x="44" y="22"/>
                    <a:pt x="42" y="23"/>
                  </a:cubicBezTo>
                  <a:cubicBezTo>
                    <a:pt x="40" y="19"/>
                    <a:pt x="40" y="19"/>
                    <a:pt x="40" y="19"/>
                  </a:cubicBezTo>
                  <a:cubicBezTo>
                    <a:pt x="63" y="0"/>
                    <a:pt x="63" y="0"/>
                    <a:pt x="63" y="0"/>
                  </a:cubicBezTo>
                  <a:lnTo>
                    <a:pt x="65"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î$ḷïďê"/>
            <p:cNvSpPr/>
            <p:nvPr userDrawn="1">
              <p:custDataLst>
                <p:tags r:id="rId27"/>
              </p:custDataLst>
            </p:nvPr>
          </p:nvSpPr>
          <p:spPr bwMode="auto">
            <a:xfrm>
              <a:off x="10221297" y="750470"/>
              <a:ext cx="56289" cy="53820"/>
            </a:xfrm>
            <a:custGeom>
              <a:avLst/>
              <a:gdLst>
                <a:gd name="T0" fmla="*/ 90 w 109"/>
                <a:gd name="T1" fmla="*/ 30 h 103"/>
                <a:gd name="T2" fmla="*/ 109 w 109"/>
                <a:gd name="T3" fmla="*/ 46 h 103"/>
                <a:gd name="T4" fmla="*/ 68 w 109"/>
                <a:gd name="T5" fmla="*/ 103 h 103"/>
                <a:gd name="T6" fmla="*/ 64 w 109"/>
                <a:gd name="T7" fmla="*/ 100 h 103"/>
                <a:gd name="T8" fmla="*/ 67 w 109"/>
                <a:gd name="T9" fmla="*/ 96 h 103"/>
                <a:gd name="T10" fmla="*/ 68 w 109"/>
                <a:gd name="T11" fmla="*/ 92 h 103"/>
                <a:gd name="T12" fmla="*/ 68 w 109"/>
                <a:gd name="T13" fmla="*/ 89 h 103"/>
                <a:gd name="T14" fmla="*/ 66 w 109"/>
                <a:gd name="T15" fmla="*/ 86 h 103"/>
                <a:gd name="T16" fmla="*/ 17 w 109"/>
                <a:gd name="T17" fmla="*/ 50 h 103"/>
                <a:gd name="T18" fmla="*/ 14 w 109"/>
                <a:gd name="T19" fmla="*/ 49 h 103"/>
                <a:gd name="T20" fmla="*/ 10 w 109"/>
                <a:gd name="T21" fmla="*/ 49 h 103"/>
                <a:gd name="T22" fmla="*/ 6 w 109"/>
                <a:gd name="T23" fmla="*/ 52 h 103"/>
                <a:gd name="T24" fmla="*/ 3 w 109"/>
                <a:gd name="T25" fmla="*/ 55 h 103"/>
                <a:gd name="T26" fmla="*/ 0 w 109"/>
                <a:gd name="T27" fmla="*/ 53 h 103"/>
                <a:gd name="T28" fmla="*/ 39 w 109"/>
                <a:gd name="T29" fmla="*/ 0 h 103"/>
                <a:gd name="T30" fmla="*/ 55 w 109"/>
                <a:gd name="T31" fmla="*/ 12 h 103"/>
                <a:gd name="T32" fmla="*/ 52 w 109"/>
                <a:gd name="T33" fmla="*/ 16 h 103"/>
                <a:gd name="T34" fmla="*/ 41 w 109"/>
                <a:gd name="T35" fmla="*/ 14 h 103"/>
                <a:gd name="T36" fmla="*/ 33 w 109"/>
                <a:gd name="T37" fmla="*/ 17 h 103"/>
                <a:gd name="T38" fmla="*/ 30 w 109"/>
                <a:gd name="T39" fmla="*/ 20 h 103"/>
                <a:gd name="T40" fmla="*/ 26 w 109"/>
                <a:gd name="T41" fmla="*/ 25 h 103"/>
                <a:gd name="T42" fmla="*/ 18 w 109"/>
                <a:gd name="T43" fmla="*/ 35 h 103"/>
                <a:gd name="T44" fmla="*/ 45 w 109"/>
                <a:gd name="T45" fmla="*/ 55 h 103"/>
                <a:gd name="T46" fmla="*/ 51 w 109"/>
                <a:gd name="T47" fmla="*/ 48 h 103"/>
                <a:gd name="T48" fmla="*/ 54 w 109"/>
                <a:gd name="T49" fmla="*/ 42 h 103"/>
                <a:gd name="T50" fmla="*/ 54 w 109"/>
                <a:gd name="T51" fmla="*/ 37 h 103"/>
                <a:gd name="T52" fmla="*/ 52 w 109"/>
                <a:gd name="T53" fmla="*/ 33 h 103"/>
                <a:gd name="T54" fmla="*/ 48 w 109"/>
                <a:gd name="T55" fmla="*/ 28 h 103"/>
                <a:gd name="T56" fmla="*/ 51 w 109"/>
                <a:gd name="T57" fmla="*/ 25 h 103"/>
                <a:gd name="T58" fmla="*/ 77 w 109"/>
                <a:gd name="T59" fmla="*/ 44 h 103"/>
                <a:gd name="T60" fmla="*/ 75 w 109"/>
                <a:gd name="T61" fmla="*/ 48 h 103"/>
                <a:gd name="T62" fmla="*/ 69 w 109"/>
                <a:gd name="T63" fmla="*/ 45 h 103"/>
                <a:gd name="T64" fmla="*/ 64 w 109"/>
                <a:gd name="T65" fmla="*/ 44 h 103"/>
                <a:gd name="T66" fmla="*/ 59 w 109"/>
                <a:gd name="T67" fmla="*/ 46 h 103"/>
                <a:gd name="T68" fmla="*/ 55 w 109"/>
                <a:gd name="T69" fmla="*/ 51 h 103"/>
                <a:gd name="T70" fmla="*/ 49 w 109"/>
                <a:gd name="T71" fmla="*/ 58 h 103"/>
                <a:gd name="T72" fmla="*/ 70 w 109"/>
                <a:gd name="T73" fmla="*/ 73 h 103"/>
                <a:gd name="T74" fmla="*/ 75 w 109"/>
                <a:gd name="T75" fmla="*/ 76 h 103"/>
                <a:gd name="T76" fmla="*/ 79 w 109"/>
                <a:gd name="T77" fmla="*/ 77 h 103"/>
                <a:gd name="T78" fmla="*/ 82 w 109"/>
                <a:gd name="T79" fmla="*/ 74 h 103"/>
                <a:gd name="T80" fmla="*/ 87 w 109"/>
                <a:gd name="T81" fmla="*/ 68 h 103"/>
                <a:gd name="T82" fmla="*/ 90 w 109"/>
                <a:gd name="T83" fmla="*/ 64 h 103"/>
                <a:gd name="T84" fmla="*/ 93 w 109"/>
                <a:gd name="T85" fmla="*/ 59 h 103"/>
                <a:gd name="T86" fmla="*/ 95 w 109"/>
                <a:gd name="T87" fmla="*/ 55 h 103"/>
                <a:gd name="T88" fmla="*/ 96 w 109"/>
                <a:gd name="T89" fmla="*/ 51 h 103"/>
                <a:gd name="T90" fmla="*/ 92 w 109"/>
                <a:gd name="T91" fmla="*/ 42 h 103"/>
                <a:gd name="T92" fmla="*/ 88 w 109"/>
                <a:gd name="T93" fmla="*/ 34 h 103"/>
                <a:gd name="T94" fmla="*/ 90 w 109"/>
                <a:gd name="T95" fmla="*/ 3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03">
                  <a:moveTo>
                    <a:pt x="90" y="30"/>
                  </a:moveTo>
                  <a:cubicBezTo>
                    <a:pt x="109" y="46"/>
                    <a:pt x="109" y="46"/>
                    <a:pt x="109" y="46"/>
                  </a:cubicBezTo>
                  <a:cubicBezTo>
                    <a:pt x="68" y="103"/>
                    <a:pt x="68" y="103"/>
                    <a:pt x="68" y="103"/>
                  </a:cubicBezTo>
                  <a:cubicBezTo>
                    <a:pt x="64" y="100"/>
                    <a:pt x="64" y="100"/>
                    <a:pt x="64" y="100"/>
                  </a:cubicBezTo>
                  <a:cubicBezTo>
                    <a:pt x="65" y="99"/>
                    <a:pt x="66" y="98"/>
                    <a:pt x="67" y="96"/>
                  </a:cubicBezTo>
                  <a:cubicBezTo>
                    <a:pt x="68" y="94"/>
                    <a:pt x="68" y="93"/>
                    <a:pt x="68" y="92"/>
                  </a:cubicBezTo>
                  <a:cubicBezTo>
                    <a:pt x="69" y="91"/>
                    <a:pt x="69" y="90"/>
                    <a:pt x="68" y="89"/>
                  </a:cubicBezTo>
                  <a:cubicBezTo>
                    <a:pt x="68" y="88"/>
                    <a:pt x="67" y="87"/>
                    <a:pt x="66" y="86"/>
                  </a:cubicBezTo>
                  <a:cubicBezTo>
                    <a:pt x="17" y="50"/>
                    <a:pt x="17" y="50"/>
                    <a:pt x="17" y="50"/>
                  </a:cubicBezTo>
                  <a:cubicBezTo>
                    <a:pt x="16" y="49"/>
                    <a:pt x="15" y="49"/>
                    <a:pt x="14" y="49"/>
                  </a:cubicBezTo>
                  <a:cubicBezTo>
                    <a:pt x="13" y="48"/>
                    <a:pt x="11" y="49"/>
                    <a:pt x="10" y="49"/>
                  </a:cubicBezTo>
                  <a:cubicBezTo>
                    <a:pt x="9" y="50"/>
                    <a:pt x="8" y="51"/>
                    <a:pt x="6" y="52"/>
                  </a:cubicBezTo>
                  <a:cubicBezTo>
                    <a:pt x="5" y="53"/>
                    <a:pt x="4" y="54"/>
                    <a:pt x="3" y="55"/>
                  </a:cubicBezTo>
                  <a:cubicBezTo>
                    <a:pt x="0" y="53"/>
                    <a:pt x="0" y="53"/>
                    <a:pt x="0" y="53"/>
                  </a:cubicBezTo>
                  <a:cubicBezTo>
                    <a:pt x="39" y="0"/>
                    <a:pt x="39" y="0"/>
                    <a:pt x="39" y="0"/>
                  </a:cubicBezTo>
                  <a:cubicBezTo>
                    <a:pt x="55" y="12"/>
                    <a:pt x="55" y="12"/>
                    <a:pt x="55" y="12"/>
                  </a:cubicBezTo>
                  <a:cubicBezTo>
                    <a:pt x="52" y="16"/>
                    <a:pt x="52" y="16"/>
                    <a:pt x="52" y="16"/>
                  </a:cubicBezTo>
                  <a:cubicBezTo>
                    <a:pt x="49" y="14"/>
                    <a:pt x="46" y="14"/>
                    <a:pt x="41" y="14"/>
                  </a:cubicBezTo>
                  <a:cubicBezTo>
                    <a:pt x="37" y="14"/>
                    <a:pt x="34" y="15"/>
                    <a:pt x="33" y="17"/>
                  </a:cubicBezTo>
                  <a:cubicBezTo>
                    <a:pt x="32" y="18"/>
                    <a:pt x="31" y="19"/>
                    <a:pt x="30" y="20"/>
                  </a:cubicBezTo>
                  <a:cubicBezTo>
                    <a:pt x="29" y="21"/>
                    <a:pt x="27" y="23"/>
                    <a:pt x="26" y="25"/>
                  </a:cubicBezTo>
                  <a:cubicBezTo>
                    <a:pt x="18" y="35"/>
                    <a:pt x="18" y="35"/>
                    <a:pt x="18" y="35"/>
                  </a:cubicBezTo>
                  <a:cubicBezTo>
                    <a:pt x="45" y="55"/>
                    <a:pt x="45" y="55"/>
                    <a:pt x="45" y="55"/>
                  </a:cubicBezTo>
                  <a:cubicBezTo>
                    <a:pt x="51" y="48"/>
                    <a:pt x="51" y="48"/>
                    <a:pt x="51" y="48"/>
                  </a:cubicBezTo>
                  <a:cubicBezTo>
                    <a:pt x="53" y="45"/>
                    <a:pt x="54" y="43"/>
                    <a:pt x="54" y="42"/>
                  </a:cubicBezTo>
                  <a:cubicBezTo>
                    <a:pt x="55" y="40"/>
                    <a:pt x="54" y="39"/>
                    <a:pt x="54" y="37"/>
                  </a:cubicBezTo>
                  <a:cubicBezTo>
                    <a:pt x="54" y="36"/>
                    <a:pt x="53" y="34"/>
                    <a:pt x="52" y="33"/>
                  </a:cubicBezTo>
                  <a:cubicBezTo>
                    <a:pt x="50" y="31"/>
                    <a:pt x="49" y="30"/>
                    <a:pt x="48" y="28"/>
                  </a:cubicBezTo>
                  <a:cubicBezTo>
                    <a:pt x="51" y="25"/>
                    <a:pt x="51" y="25"/>
                    <a:pt x="51" y="25"/>
                  </a:cubicBezTo>
                  <a:cubicBezTo>
                    <a:pt x="77" y="44"/>
                    <a:pt x="77" y="44"/>
                    <a:pt x="77" y="44"/>
                  </a:cubicBezTo>
                  <a:cubicBezTo>
                    <a:pt x="75" y="48"/>
                    <a:pt x="75" y="48"/>
                    <a:pt x="75" y="48"/>
                  </a:cubicBezTo>
                  <a:cubicBezTo>
                    <a:pt x="73" y="47"/>
                    <a:pt x="71" y="46"/>
                    <a:pt x="69" y="45"/>
                  </a:cubicBezTo>
                  <a:cubicBezTo>
                    <a:pt x="67" y="45"/>
                    <a:pt x="65" y="44"/>
                    <a:pt x="64" y="44"/>
                  </a:cubicBezTo>
                  <a:cubicBezTo>
                    <a:pt x="62" y="44"/>
                    <a:pt x="60" y="45"/>
                    <a:pt x="59" y="46"/>
                  </a:cubicBezTo>
                  <a:cubicBezTo>
                    <a:pt x="58" y="47"/>
                    <a:pt x="56" y="48"/>
                    <a:pt x="55" y="51"/>
                  </a:cubicBezTo>
                  <a:cubicBezTo>
                    <a:pt x="49" y="58"/>
                    <a:pt x="49" y="58"/>
                    <a:pt x="49" y="58"/>
                  </a:cubicBezTo>
                  <a:cubicBezTo>
                    <a:pt x="70" y="73"/>
                    <a:pt x="70" y="73"/>
                    <a:pt x="70" y="73"/>
                  </a:cubicBezTo>
                  <a:cubicBezTo>
                    <a:pt x="72" y="75"/>
                    <a:pt x="73" y="76"/>
                    <a:pt x="75" y="76"/>
                  </a:cubicBezTo>
                  <a:cubicBezTo>
                    <a:pt x="76" y="77"/>
                    <a:pt x="77" y="77"/>
                    <a:pt x="79" y="77"/>
                  </a:cubicBezTo>
                  <a:cubicBezTo>
                    <a:pt x="80" y="76"/>
                    <a:pt x="81" y="75"/>
                    <a:pt x="82" y="74"/>
                  </a:cubicBezTo>
                  <a:cubicBezTo>
                    <a:pt x="83" y="73"/>
                    <a:pt x="85" y="71"/>
                    <a:pt x="87" y="68"/>
                  </a:cubicBezTo>
                  <a:cubicBezTo>
                    <a:pt x="88" y="67"/>
                    <a:pt x="89" y="66"/>
                    <a:pt x="90" y="64"/>
                  </a:cubicBezTo>
                  <a:cubicBezTo>
                    <a:pt x="91" y="62"/>
                    <a:pt x="92" y="61"/>
                    <a:pt x="93" y="59"/>
                  </a:cubicBezTo>
                  <a:cubicBezTo>
                    <a:pt x="94" y="58"/>
                    <a:pt x="95" y="57"/>
                    <a:pt x="95" y="55"/>
                  </a:cubicBezTo>
                  <a:cubicBezTo>
                    <a:pt x="96" y="54"/>
                    <a:pt x="96" y="52"/>
                    <a:pt x="96" y="51"/>
                  </a:cubicBezTo>
                  <a:cubicBezTo>
                    <a:pt x="95" y="49"/>
                    <a:pt x="94" y="46"/>
                    <a:pt x="92" y="42"/>
                  </a:cubicBezTo>
                  <a:cubicBezTo>
                    <a:pt x="90" y="38"/>
                    <a:pt x="89" y="35"/>
                    <a:pt x="88" y="34"/>
                  </a:cubicBezTo>
                  <a:lnTo>
                    <a:pt x="90"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ḷîďe"/>
            <p:cNvSpPr/>
            <p:nvPr userDrawn="1">
              <p:custDataLst>
                <p:tags r:id="rId28"/>
              </p:custDataLst>
            </p:nvPr>
          </p:nvSpPr>
          <p:spPr bwMode="auto">
            <a:xfrm>
              <a:off x="10242529" y="719857"/>
              <a:ext cx="55301" cy="44438"/>
            </a:xfrm>
            <a:custGeom>
              <a:avLst/>
              <a:gdLst>
                <a:gd name="T0" fmla="*/ 107 w 107"/>
                <a:gd name="T1" fmla="*/ 8 h 85"/>
                <a:gd name="T2" fmla="*/ 99 w 107"/>
                <a:gd name="T3" fmla="*/ 29 h 85"/>
                <a:gd name="T4" fmla="*/ 76 w 107"/>
                <a:gd name="T5" fmla="*/ 35 h 85"/>
                <a:gd name="T6" fmla="*/ 54 w 107"/>
                <a:gd name="T7" fmla="*/ 41 h 85"/>
                <a:gd name="T8" fmla="*/ 51 w 107"/>
                <a:gd name="T9" fmla="*/ 49 h 85"/>
                <a:gd name="T10" fmla="*/ 76 w 107"/>
                <a:gd name="T11" fmla="*/ 58 h 85"/>
                <a:gd name="T12" fmla="*/ 80 w 107"/>
                <a:gd name="T13" fmla="*/ 59 h 85"/>
                <a:gd name="T14" fmla="*/ 83 w 107"/>
                <a:gd name="T15" fmla="*/ 57 h 85"/>
                <a:gd name="T16" fmla="*/ 85 w 107"/>
                <a:gd name="T17" fmla="*/ 54 h 85"/>
                <a:gd name="T18" fmla="*/ 87 w 107"/>
                <a:gd name="T19" fmla="*/ 50 h 85"/>
                <a:gd name="T20" fmla="*/ 91 w 107"/>
                <a:gd name="T21" fmla="*/ 51 h 85"/>
                <a:gd name="T22" fmla="*/ 79 w 107"/>
                <a:gd name="T23" fmla="*/ 85 h 85"/>
                <a:gd name="T24" fmla="*/ 75 w 107"/>
                <a:gd name="T25" fmla="*/ 83 h 85"/>
                <a:gd name="T26" fmla="*/ 76 w 107"/>
                <a:gd name="T27" fmla="*/ 79 h 85"/>
                <a:gd name="T28" fmla="*/ 77 w 107"/>
                <a:gd name="T29" fmla="*/ 76 h 85"/>
                <a:gd name="T30" fmla="*/ 75 w 107"/>
                <a:gd name="T31" fmla="*/ 72 h 85"/>
                <a:gd name="T32" fmla="*/ 72 w 107"/>
                <a:gd name="T33" fmla="*/ 70 h 85"/>
                <a:gd name="T34" fmla="*/ 15 w 107"/>
                <a:gd name="T35" fmla="*/ 49 h 85"/>
                <a:gd name="T36" fmla="*/ 11 w 107"/>
                <a:gd name="T37" fmla="*/ 49 h 85"/>
                <a:gd name="T38" fmla="*/ 8 w 107"/>
                <a:gd name="T39" fmla="*/ 50 h 85"/>
                <a:gd name="T40" fmla="*/ 6 w 107"/>
                <a:gd name="T41" fmla="*/ 54 h 85"/>
                <a:gd name="T42" fmla="*/ 4 w 107"/>
                <a:gd name="T43" fmla="*/ 57 h 85"/>
                <a:gd name="T44" fmla="*/ 0 w 107"/>
                <a:gd name="T45" fmla="*/ 56 h 85"/>
                <a:gd name="T46" fmla="*/ 13 w 107"/>
                <a:gd name="T47" fmla="*/ 19 h 85"/>
                <a:gd name="T48" fmla="*/ 18 w 107"/>
                <a:gd name="T49" fmla="*/ 10 h 85"/>
                <a:gd name="T50" fmla="*/ 24 w 107"/>
                <a:gd name="T51" fmla="*/ 3 h 85"/>
                <a:gd name="T52" fmla="*/ 32 w 107"/>
                <a:gd name="T53" fmla="*/ 0 h 85"/>
                <a:gd name="T54" fmla="*/ 41 w 107"/>
                <a:gd name="T55" fmla="*/ 1 h 85"/>
                <a:gd name="T56" fmla="*/ 49 w 107"/>
                <a:gd name="T57" fmla="*/ 6 h 85"/>
                <a:gd name="T58" fmla="*/ 53 w 107"/>
                <a:gd name="T59" fmla="*/ 12 h 85"/>
                <a:gd name="T60" fmla="*/ 55 w 107"/>
                <a:gd name="T61" fmla="*/ 19 h 85"/>
                <a:gd name="T62" fmla="*/ 56 w 107"/>
                <a:gd name="T63" fmla="*/ 28 h 85"/>
                <a:gd name="T64" fmla="*/ 72 w 107"/>
                <a:gd name="T65" fmla="*/ 23 h 85"/>
                <a:gd name="T66" fmla="*/ 89 w 107"/>
                <a:gd name="T67" fmla="*/ 19 h 85"/>
                <a:gd name="T68" fmla="*/ 95 w 107"/>
                <a:gd name="T69" fmla="*/ 16 h 85"/>
                <a:gd name="T70" fmla="*/ 99 w 107"/>
                <a:gd name="T71" fmla="*/ 13 h 85"/>
                <a:gd name="T72" fmla="*/ 102 w 107"/>
                <a:gd name="T73" fmla="*/ 10 h 85"/>
                <a:gd name="T74" fmla="*/ 103 w 107"/>
                <a:gd name="T75" fmla="*/ 6 h 85"/>
                <a:gd name="T76" fmla="*/ 107 w 107"/>
                <a:gd name="T77" fmla="*/ 8 h 85"/>
                <a:gd name="T78" fmla="*/ 38 w 107"/>
                <a:gd name="T79" fmla="*/ 15 h 85"/>
                <a:gd name="T80" fmla="*/ 25 w 107"/>
                <a:gd name="T81" fmla="*/ 15 h 85"/>
                <a:gd name="T82" fmla="*/ 16 w 107"/>
                <a:gd name="T83" fmla="*/ 25 h 85"/>
                <a:gd name="T84" fmla="*/ 13 w 107"/>
                <a:gd name="T85" fmla="*/ 35 h 85"/>
                <a:gd name="T86" fmla="*/ 47 w 107"/>
                <a:gd name="T87" fmla="*/ 47 h 85"/>
                <a:gd name="T88" fmla="*/ 49 w 107"/>
                <a:gd name="T89" fmla="*/ 40 h 85"/>
                <a:gd name="T90" fmla="*/ 49 w 107"/>
                <a:gd name="T91" fmla="*/ 25 h 85"/>
                <a:gd name="T92" fmla="*/ 38 w 107"/>
                <a:gd name="T9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7" h="85">
                  <a:moveTo>
                    <a:pt x="107" y="8"/>
                  </a:moveTo>
                  <a:cubicBezTo>
                    <a:pt x="99" y="29"/>
                    <a:pt x="99" y="29"/>
                    <a:pt x="99" y="29"/>
                  </a:cubicBezTo>
                  <a:cubicBezTo>
                    <a:pt x="90" y="31"/>
                    <a:pt x="82" y="33"/>
                    <a:pt x="76" y="35"/>
                  </a:cubicBezTo>
                  <a:cubicBezTo>
                    <a:pt x="69" y="37"/>
                    <a:pt x="62" y="39"/>
                    <a:pt x="54" y="41"/>
                  </a:cubicBezTo>
                  <a:cubicBezTo>
                    <a:pt x="51" y="49"/>
                    <a:pt x="51" y="49"/>
                    <a:pt x="51" y="49"/>
                  </a:cubicBezTo>
                  <a:cubicBezTo>
                    <a:pt x="76" y="58"/>
                    <a:pt x="76" y="58"/>
                    <a:pt x="76" y="58"/>
                  </a:cubicBezTo>
                  <a:cubicBezTo>
                    <a:pt x="78" y="59"/>
                    <a:pt x="79" y="59"/>
                    <a:pt x="80" y="59"/>
                  </a:cubicBezTo>
                  <a:cubicBezTo>
                    <a:pt x="81" y="59"/>
                    <a:pt x="82" y="58"/>
                    <a:pt x="83" y="57"/>
                  </a:cubicBezTo>
                  <a:cubicBezTo>
                    <a:pt x="84" y="57"/>
                    <a:pt x="85" y="56"/>
                    <a:pt x="85" y="54"/>
                  </a:cubicBezTo>
                  <a:cubicBezTo>
                    <a:pt x="86" y="52"/>
                    <a:pt x="87" y="51"/>
                    <a:pt x="87" y="50"/>
                  </a:cubicBezTo>
                  <a:cubicBezTo>
                    <a:pt x="91" y="51"/>
                    <a:pt x="91" y="51"/>
                    <a:pt x="91" y="51"/>
                  </a:cubicBezTo>
                  <a:cubicBezTo>
                    <a:pt x="79" y="85"/>
                    <a:pt x="79" y="85"/>
                    <a:pt x="79" y="85"/>
                  </a:cubicBezTo>
                  <a:cubicBezTo>
                    <a:pt x="75" y="83"/>
                    <a:pt x="75" y="83"/>
                    <a:pt x="75" y="83"/>
                  </a:cubicBezTo>
                  <a:cubicBezTo>
                    <a:pt x="75" y="82"/>
                    <a:pt x="76" y="81"/>
                    <a:pt x="76" y="79"/>
                  </a:cubicBezTo>
                  <a:cubicBezTo>
                    <a:pt x="76" y="78"/>
                    <a:pt x="77" y="76"/>
                    <a:pt x="77" y="76"/>
                  </a:cubicBezTo>
                  <a:cubicBezTo>
                    <a:pt x="77" y="74"/>
                    <a:pt x="76" y="73"/>
                    <a:pt x="75" y="72"/>
                  </a:cubicBezTo>
                  <a:cubicBezTo>
                    <a:pt x="75" y="71"/>
                    <a:pt x="74" y="71"/>
                    <a:pt x="72" y="70"/>
                  </a:cubicBezTo>
                  <a:cubicBezTo>
                    <a:pt x="15" y="49"/>
                    <a:pt x="15" y="49"/>
                    <a:pt x="15" y="49"/>
                  </a:cubicBezTo>
                  <a:cubicBezTo>
                    <a:pt x="14" y="49"/>
                    <a:pt x="12" y="49"/>
                    <a:pt x="11" y="49"/>
                  </a:cubicBezTo>
                  <a:cubicBezTo>
                    <a:pt x="10" y="49"/>
                    <a:pt x="9" y="49"/>
                    <a:pt x="8" y="50"/>
                  </a:cubicBezTo>
                  <a:cubicBezTo>
                    <a:pt x="7" y="51"/>
                    <a:pt x="7" y="52"/>
                    <a:pt x="6" y="54"/>
                  </a:cubicBezTo>
                  <a:cubicBezTo>
                    <a:pt x="5" y="55"/>
                    <a:pt x="4" y="56"/>
                    <a:pt x="4" y="57"/>
                  </a:cubicBezTo>
                  <a:cubicBezTo>
                    <a:pt x="0" y="56"/>
                    <a:pt x="0" y="56"/>
                    <a:pt x="0" y="56"/>
                  </a:cubicBezTo>
                  <a:cubicBezTo>
                    <a:pt x="13" y="19"/>
                    <a:pt x="13" y="19"/>
                    <a:pt x="13" y="19"/>
                  </a:cubicBezTo>
                  <a:cubicBezTo>
                    <a:pt x="15" y="16"/>
                    <a:pt x="16" y="13"/>
                    <a:pt x="18" y="10"/>
                  </a:cubicBezTo>
                  <a:cubicBezTo>
                    <a:pt x="20" y="7"/>
                    <a:pt x="22" y="5"/>
                    <a:pt x="24" y="3"/>
                  </a:cubicBezTo>
                  <a:cubicBezTo>
                    <a:pt x="26" y="2"/>
                    <a:pt x="29" y="1"/>
                    <a:pt x="32" y="0"/>
                  </a:cubicBezTo>
                  <a:cubicBezTo>
                    <a:pt x="35" y="0"/>
                    <a:pt x="38" y="0"/>
                    <a:pt x="41" y="1"/>
                  </a:cubicBezTo>
                  <a:cubicBezTo>
                    <a:pt x="44" y="2"/>
                    <a:pt x="47" y="4"/>
                    <a:pt x="49" y="6"/>
                  </a:cubicBezTo>
                  <a:cubicBezTo>
                    <a:pt x="51" y="7"/>
                    <a:pt x="52" y="9"/>
                    <a:pt x="53" y="12"/>
                  </a:cubicBezTo>
                  <a:cubicBezTo>
                    <a:pt x="54" y="14"/>
                    <a:pt x="55" y="17"/>
                    <a:pt x="55" y="19"/>
                  </a:cubicBezTo>
                  <a:cubicBezTo>
                    <a:pt x="56" y="22"/>
                    <a:pt x="56" y="25"/>
                    <a:pt x="56" y="28"/>
                  </a:cubicBezTo>
                  <a:cubicBezTo>
                    <a:pt x="62" y="26"/>
                    <a:pt x="68" y="25"/>
                    <a:pt x="72" y="23"/>
                  </a:cubicBezTo>
                  <a:cubicBezTo>
                    <a:pt x="77" y="22"/>
                    <a:pt x="82" y="20"/>
                    <a:pt x="89" y="19"/>
                  </a:cubicBezTo>
                  <a:cubicBezTo>
                    <a:pt x="91" y="18"/>
                    <a:pt x="94" y="17"/>
                    <a:pt x="95" y="16"/>
                  </a:cubicBezTo>
                  <a:cubicBezTo>
                    <a:pt x="97" y="15"/>
                    <a:pt x="98" y="14"/>
                    <a:pt x="99" y="13"/>
                  </a:cubicBezTo>
                  <a:cubicBezTo>
                    <a:pt x="100" y="12"/>
                    <a:pt x="101" y="11"/>
                    <a:pt x="102" y="10"/>
                  </a:cubicBezTo>
                  <a:cubicBezTo>
                    <a:pt x="102" y="8"/>
                    <a:pt x="103" y="7"/>
                    <a:pt x="103" y="6"/>
                  </a:cubicBezTo>
                  <a:cubicBezTo>
                    <a:pt x="107" y="8"/>
                    <a:pt x="107" y="8"/>
                    <a:pt x="107" y="8"/>
                  </a:cubicBezTo>
                  <a:close/>
                  <a:moveTo>
                    <a:pt x="38" y="15"/>
                  </a:moveTo>
                  <a:cubicBezTo>
                    <a:pt x="33" y="14"/>
                    <a:pt x="28" y="14"/>
                    <a:pt x="25" y="15"/>
                  </a:cubicBezTo>
                  <a:cubicBezTo>
                    <a:pt x="21" y="17"/>
                    <a:pt x="18" y="20"/>
                    <a:pt x="16" y="25"/>
                  </a:cubicBezTo>
                  <a:cubicBezTo>
                    <a:pt x="13" y="35"/>
                    <a:pt x="13" y="35"/>
                    <a:pt x="13" y="35"/>
                  </a:cubicBezTo>
                  <a:cubicBezTo>
                    <a:pt x="47" y="47"/>
                    <a:pt x="47" y="47"/>
                    <a:pt x="47" y="47"/>
                  </a:cubicBezTo>
                  <a:cubicBezTo>
                    <a:pt x="49" y="40"/>
                    <a:pt x="49" y="40"/>
                    <a:pt x="49" y="40"/>
                  </a:cubicBezTo>
                  <a:cubicBezTo>
                    <a:pt x="51" y="35"/>
                    <a:pt x="51" y="30"/>
                    <a:pt x="49" y="25"/>
                  </a:cubicBezTo>
                  <a:cubicBezTo>
                    <a:pt x="47" y="21"/>
                    <a:pt x="43" y="17"/>
                    <a:pt x="3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íṡļïḍé"/>
            <p:cNvSpPr/>
            <p:nvPr userDrawn="1">
              <p:custDataLst>
                <p:tags r:id="rId29"/>
              </p:custDataLst>
            </p:nvPr>
          </p:nvSpPr>
          <p:spPr bwMode="auto">
            <a:xfrm>
              <a:off x="10255367" y="686281"/>
              <a:ext cx="46413" cy="36045"/>
            </a:xfrm>
            <a:custGeom>
              <a:avLst/>
              <a:gdLst>
                <a:gd name="T0" fmla="*/ 52 w 89"/>
                <a:gd name="T1" fmla="*/ 10 h 69"/>
                <a:gd name="T2" fmla="*/ 60 w 89"/>
                <a:gd name="T3" fmla="*/ 8 h 69"/>
                <a:gd name="T4" fmla="*/ 68 w 89"/>
                <a:gd name="T5" fmla="*/ 8 h 69"/>
                <a:gd name="T6" fmla="*/ 84 w 89"/>
                <a:gd name="T7" fmla="*/ 20 h 69"/>
                <a:gd name="T8" fmla="*/ 88 w 89"/>
                <a:gd name="T9" fmla="*/ 41 h 69"/>
                <a:gd name="T10" fmla="*/ 84 w 89"/>
                <a:gd name="T11" fmla="*/ 52 h 69"/>
                <a:gd name="T12" fmla="*/ 78 w 89"/>
                <a:gd name="T13" fmla="*/ 61 h 69"/>
                <a:gd name="T14" fmla="*/ 81 w 89"/>
                <a:gd name="T15" fmla="*/ 64 h 69"/>
                <a:gd name="T16" fmla="*/ 80 w 89"/>
                <a:gd name="T17" fmla="*/ 69 h 69"/>
                <a:gd name="T18" fmla="*/ 52 w 89"/>
                <a:gd name="T19" fmla="*/ 64 h 69"/>
                <a:gd name="T20" fmla="*/ 53 w 89"/>
                <a:gd name="T21" fmla="*/ 59 h 69"/>
                <a:gd name="T22" fmla="*/ 63 w 89"/>
                <a:gd name="T23" fmla="*/ 58 h 69"/>
                <a:gd name="T24" fmla="*/ 72 w 89"/>
                <a:gd name="T25" fmla="*/ 54 h 69"/>
                <a:gd name="T26" fmla="*/ 79 w 89"/>
                <a:gd name="T27" fmla="*/ 48 h 69"/>
                <a:gd name="T28" fmla="*/ 83 w 89"/>
                <a:gd name="T29" fmla="*/ 39 h 69"/>
                <a:gd name="T30" fmla="*/ 83 w 89"/>
                <a:gd name="T31" fmla="*/ 32 h 69"/>
                <a:gd name="T32" fmla="*/ 81 w 89"/>
                <a:gd name="T33" fmla="*/ 26 h 69"/>
                <a:gd name="T34" fmla="*/ 77 w 89"/>
                <a:gd name="T35" fmla="*/ 23 h 69"/>
                <a:gd name="T36" fmla="*/ 71 w 89"/>
                <a:gd name="T37" fmla="*/ 21 h 69"/>
                <a:gd name="T38" fmla="*/ 61 w 89"/>
                <a:gd name="T39" fmla="*/ 22 h 69"/>
                <a:gd name="T40" fmla="*/ 53 w 89"/>
                <a:gd name="T41" fmla="*/ 29 h 69"/>
                <a:gd name="T42" fmla="*/ 48 w 89"/>
                <a:gd name="T43" fmla="*/ 37 h 69"/>
                <a:gd name="T44" fmla="*/ 43 w 89"/>
                <a:gd name="T45" fmla="*/ 44 h 69"/>
                <a:gd name="T46" fmla="*/ 33 w 89"/>
                <a:gd name="T47" fmla="*/ 54 h 69"/>
                <a:gd name="T48" fmla="*/ 19 w 89"/>
                <a:gd name="T49" fmla="*/ 55 h 69"/>
                <a:gd name="T50" fmla="*/ 10 w 89"/>
                <a:gd name="T51" fmla="*/ 51 h 69"/>
                <a:gd name="T52" fmla="*/ 4 w 89"/>
                <a:gd name="T53" fmla="*/ 44 h 69"/>
                <a:gd name="T54" fmla="*/ 1 w 89"/>
                <a:gd name="T55" fmla="*/ 35 h 69"/>
                <a:gd name="T56" fmla="*/ 1 w 89"/>
                <a:gd name="T57" fmla="*/ 26 h 69"/>
                <a:gd name="T58" fmla="*/ 5 w 89"/>
                <a:gd name="T59" fmla="*/ 16 h 69"/>
                <a:gd name="T60" fmla="*/ 10 w 89"/>
                <a:gd name="T61" fmla="*/ 8 h 69"/>
                <a:gd name="T62" fmla="*/ 7 w 89"/>
                <a:gd name="T63" fmla="*/ 5 h 69"/>
                <a:gd name="T64" fmla="*/ 8 w 89"/>
                <a:gd name="T65" fmla="*/ 0 h 69"/>
                <a:gd name="T66" fmla="*/ 35 w 89"/>
                <a:gd name="T67" fmla="*/ 5 h 69"/>
                <a:gd name="T68" fmla="*/ 35 w 89"/>
                <a:gd name="T69" fmla="*/ 10 h 69"/>
                <a:gd name="T70" fmla="*/ 25 w 89"/>
                <a:gd name="T71" fmla="*/ 11 h 69"/>
                <a:gd name="T72" fmla="*/ 16 w 89"/>
                <a:gd name="T73" fmla="*/ 14 h 69"/>
                <a:gd name="T74" fmla="*/ 10 w 89"/>
                <a:gd name="T75" fmla="*/ 19 h 69"/>
                <a:gd name="T76" fmla="*/ 6 w 89"/>
                <a:gd name="T77" fmla="*/ 27 h 69"/>
                <a:gd name="T78" fmla="*/ 8 w 89"/>
                <a:gd name="T79" fmla="*/ 37 h 69"/>
                <a:gd name="T80" fmla="*/ 16 w 89"/>
                <a:gd name="T81" fmla="*/ 43 h 69"/>
                <a:gd name="T82" fmla="*/ 25 w 89"/>
                <a:gd name="T83" fmla="*/ 42 h 69"/>
                <a:gd name="T84" fmla="*/ 32 w 89"/>
                <a:gd name="T85" fmla="*/ 36 h 69"/>
                <a:gd name="T86" fmla="*/ 37 w 89"/>
                <a:gd name="T87" fmla="*/ 28 h 69"/>
                <a:gd name="T88" fmla="*/ 42 w 89"/>
                <a:gd name="T89" fmla="*/ 21 h 69"/>
                <a:gd name="T90" fmla="*/ 47 w 89"/>
                <a:gd name="T91" fmla="*/ 15 h 69"/>
                <a:gd name="T92" fmla="*/ 52 w 89"/>
                <a:gd name="T93" fmla="*/ 1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 h="69">
                  <a:moveTo>
                    <a:pt x="52" y="10"/>
                  </a:moveTo>
                  <a:cubicBezTo>
                    <a:pt x="55" y="9"/>
                    <a:pt x="57" y="8"/>
                    <a:pt x="60" y="8"/>
                  </a:cubicBezTo>
                  <a:cubicBezTo>
                    <a:pt x="62" y="7"/>
                    <a:pt x="65" y="7"/>
                    <a:pt x="68" y="8"/>
                  </a:cubicBezTo>
                  <a:cubicBezTo>
                    <a:pt x="75" y="9"/>
                    <a:pt x="81" y="13"/>
                    <a:pt x="84" y="20"/>
                  </a:cubicBezTo>
                  <a:cubicBezTo>
                    <a:pt x="88" y="26"/>
                    <a:pt x="89" y="33"/>
                    <a:pt x="88" y="41"/>
                  </a:cubicBezTo>
                  <a:cubicBezTo>
                    <a:pt x="87" y="45"/>
                    <a:pt x="86" y="48"/>
                    <a:pt x="84" y="52"/>
                  </a:cubicBezTo>
                  <a:cubicBezTo>
                    <a:pt x="82" y="55"/>
                    <a:pt x="80" y="58"/>
                    <a:pt x="78" y="61"/>
                  </a:cubicBezTo>
                  <a:cubicBezTo>
                    <a:pt x="81" y="64"/>
                    <a:pt x="81" y="64"/>
                    <a:pt x="81" y="64"/>
                  </a:cubicBezTo>
                  <a:cubicBezTo>
                    <a:pt x="80" y="69"/>
                    <a:pt x="80" y="69"/>
                    <a:pt x="80" y="69"/>
                  </a:cubicBezTo>
                  <a:cubicBezTo>
                    <a:pt x="52" y="64"/>
                    <a:pt x="52" y="64"/>
                    <a:pt x="52" y="64"/>
                  </a:cubicBezTo>
                  <a:cubicBezTo>
                    <a:pt x="53" y="59"/>
                    <a:pt x="53" y="59"/>
                    <a:pt x="53" y="59"/>
                  </a:cubicBezTo>
                  <a:cubicBezTo>
                    <a:pt x="57" y="59"/>
                    <a:pt x="60" y="58"/>
                    <a:pt x="63" y="58"/>
                  </a:cubicBezTo>
                  <a:cubicBezTo>
                    <a:pt x="66" y="57"/>
                    <a:pt x="69" y="56"/>
                    <a:pt x="72" y="54"/>
                  </a:cubicBezTo>
                  <a:cubicBezTo>
                    <a:pt x="75" y="52"/>
                    <a:pt x="77" y="50"/>
                    <a:pt x="79" y="48"/>
                  </a:cubicBezTo>
                  <a:cubicBezTo>
                    <a:pt x="81" y="46"/>
                    <a:pt x="82" y="43"/>
                    <a:pt x="83" y="39"/>
                  </a:cubicBezTo>
                  <a:cubicBezTo>
                    <a:pt x="83" y="36"/>
                    <a:pt x="83" y="34"/>
                    <a:pt x="83" y="32"/>
                  </a:cubicBezTo>
                  <a:cubicBezTo>
                    <a:pt x="83" y="30"/>
                    <a:pt x="82" y="28"/>
                    <a:pt x="81" y="26"/>
                  </a:cubicBezTo>
                  <a:cubicBezTo>
                    <a:pt x="80" y="25"/>
                    <a:pt x="79" y="24"/>
                    <a:pt x="77" y="23"/>
                  </a:cubicBezTo>
                  <a:cubicBezTo>
                    <a:pt x="75" y="22"/>
                    <a:pt x="73" y="21"/>
                    <a:pt x="71" y="21"/>
                  </a:cubicBezTo>
                  <a:cubicBezTo>
                    <a:pt x="68" y="20"/>
                    <a:pt x="65" y="20"/>
                    <a:pt x="61" y="22"/>
                  </a:cubicBezTo>
                  <a:cubicBezTo>
                    <a:pt x="58" y="23"/>
                    <a:pt x="56" y="25"/>
                    <a:pt x="53" y="29"/>
                  </a:cubicBezTo>
                  <a:cubicBezTo>
                    <a:pt x="52" y="31"/>
                    <a:pt x="50" y="34"/>
                    <a:pt x="48" y="37"/>
                  </a:cubicBezTo>
                  <a:cubicBezTo>
                    <a:pt x="46" y="40"/>
                    <a:pt x="45" y="42"/>
                    <a:pt x="43" y="44"/>
                  </a:cubicBezTo>
                  <a:cubicBezTo>
                    <a:pt x="40" y="49"/>
                    <a:pt x="37" y="52"/>
                    <a:pt x="33" y="54"/>
                  </a:cubicBezTo>
                  <a:cubicBezTo>
                    <a:pt x="29" y="56"/>
                    <a:pt x="24" y="56"/>
                    <a:pt x="19" y="55"/>
                  </a:cubicBezTo>
                  <a:cubicBezTo>
                    <a:pt x="16" y="54"/>
                    <a:pt x="13" y="53"/>
                    <a:pt x="10" y="51"/>
                  </a:cubicBezTo>
                  <a:cubicBezTo>
                    <a:pt x="8" y="49"/>
                    <a:pt x="6" y="47"/>
                    <a:pt x="4" y="44"/>
                  </a:cubicBezTo>
                  <a:cubicBezTo>
                    <a:pt x="2" y="42"/>
                    <a:pt x="1" y="39"/>
                    <a:pt x="1" y="35"/>
                  </a:cubicBezTo>
                  <a:cubicBezTo>
                    <a:pt x="0" y="32"/>
                    <a:pt x="0" y="29"/>
                    <a:pt x="1" y="26"/>
                  </a:cubicBezTo>
                  <a:cubicBezTo>
                    <a:pt x="2" y="22"/>
                    <a:pt x="3" y="18"/>
                    <a:pt x="5" y="16"/>
                  </a:cubicBezTo>
                  <a:cubicBezTo>
                    <a:pt x="7" y="13"/>
                    <a:pt x="8" y="10"/>
                    <a:pt x="10" y="8"/>
                  </a:cubicBezTo>
                  <a:cubicBezTo>
                    <a:pt x="7" y="5"/>
                    <a:pt x="7" y="5"/>
                    <a:pt x="7" y="5"/>
                  </a:cubicBezTo>
                  <a:cubicBezTo>
                    <a:pt x="8" y="0"/>
                    <a:pt x="8" y="0"/>
                    <a:pt x="8" y="0"/>
                  </a:cubicBezTo>
                  <a:cubicBezTo>
                    <a:pt x="35" y="5"/>
                    <a:pt x="35" y="5"/>
                    <a:pt x="35" y="5"/>
                  </a:cubicBezTo>
                  <a:cubicBezTo>
                    <a:pt x="35" y="10"/>
                    <a:pt x="35" y="10"/>
                    <a:pt x="35" y="10"/>
                  </a:cubicBezTo>
                  <a:cubicBezTo>
                    <a:pt x="31" y="10"/>
                    <a:pt x="28" y="11"/>
                    <a:pt x="25" y="11"/>
                  </a:cubicBezTo>
                  <a:cubicBezTo>
                    <a:pt x="22" y="12"/>
                    <a:pt x="19" y="12"/>
                    <a:pt x="16" y="14"/>
                  </a:cubicBezTo>
                  <a:cubicBezTo>
                    <a:pt x="14" y="15"/>
                    <a:pt x="12" y="17"/>
                    <a:pt x="10" y="19"/>
                  </a:cubicBezTo>
                  <a:cubicBezTo>
                    <a:pt x="8" y="21"/>
                    <a:pt x="7" y="24"/>
                    <a:pt x="6" y="27"/>
                  </a:cubicBezTo>
                  <a:cubicBezTo>
                    <a:pt x="5" y="31"/>
                    <a:pt x="6" y="34"/>
                    <a:pt x="8" y="37"/>
                  </a:cubicBezTo>
                  <a:cubicBezTo>
                    <a:pt x="10" y="40"/>
                    <a:pt x="12" y="42"/>
                    <a:pt x="16" y="43"/>
                  </a:cubicBezTo>
                  <a:cubicBezTo>
                    <a:pt x="19" y="44"/>
                    <a:pt x="22" y="43"/>
                    <a:pt x="25" y="42"/>
                  </a:cubicBezTo>
                  <a:cubicBezTo>
                    <a:pt x="28" y="41"/>
                    <a:pt x="30" y="39"/>
                    <a:pt x="32" y="36"/>
                  </a:cubicBezTo>
                  <a:cubicBezTo>
                    <a:pt x="34" y="34"/>
                    <a:pt x="36" y="31"/>
                    <a:pt x="37" y="28"/>
                  </a:cubicBezTo>
                  <a:cubicBezTo>
                    <a:pt x="39" y="26"/>
                    <a:pt x="40" y="23"/>
                    <a:pt x="42" y="21"/>
                  </a:cubicBezTo>
                  <a:cubicBezTo>
                    <a:pt x="44" y="19"/>
                    <a:pt x="45" y="17"/>
                    <a:pt x="47" y="15"/>
                  </a:cubicBezTo>
                  <a:cubicBezTo>
                    <a:pt x="49" y="13"/>
                    <a:pt x="50" y="12"/>
                    <a:pt x="5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îŝḻïḍé"/>
            <p:cNvSpPr/>
            <p:nvPr userDrawn="1">
              <p:custDataLst>
                <p:tags r:id="rId30"/>
              </p:custDataLst>
            </p:nvPr>
          </p:nvSpPr>
          <p:spPr bwMode="auto">
            <a:xfrm>
              <a:off x="10261785" y="661100"/>
              <a:ext cx="43945" cy="21725"/>
            </a:xfrm>
            <a:custGeom>
              <a:avLst/>
              <a:gdLst>
                <a:gd name="T0" fmla="*/ 85 w 85"/>
                <a:gd name="T1" fmla="*/ 4 h 42"/>
                <a:gd name="T2" fmla="*/ 84 w 85"/>
                <a:gd name="T3" fmla="*/ 42 h 42"/>
                <a:gd name="T4" fmla="*/ 80 w 85"/>
                <a:gd name="T5" fmla="*/ 41 h 42"/>
                <a:gd name="T6" fmla="*/ 79 w 85"/>
                <a:gd name="T7" fmla="*/ 37 h 42"/>
                <a:gd name="T8" fmla="*/ 79 w 85"/>
                <a:gd name="T9" fmla="*/ 32 h 42"/>
                <a:gd name="T10" fmla="*/ 77 w 85"/>
                <a:gd name="T11" fmla="*/ 30 h 42"/>
                <a:gd name="T12" fmla="*/ 73 w 85"/>
                <a:gd name="T13" fmla="*/ 28 h 42"/>
                <a:gd name="T14" fmla="*/ 12 w 85"/>
                <a:gd name="T15" fmla="*/ 26 h 42"/>
                <a:gd name="T16" fmla="*/ 9 w 85"/>
                <a:gd name="T17" fmla="*/ 27 h 42"/>
                <a:gd name="T18" fmla="*/ 6 w 85"/>
                <a:gd name="T19" fmla="*/ 30 h 42"/>
                <a:gd name="T20" fmla="*/ 5 w 85"/>
                <a:gd name="T21" fmla="*/ 34 h 42"/>
                <a:gd name="T22" fmla="*/ 4 w 85"/>
                <a:gd name="T23" fmla="*/ 38 h 42"/>
                <a:gd name="T24" fmla="*/ 0 w 85"/>
                <a:gd name="T25" fmla="*/ 38 h 42"/>
                <a:gd name="T26" fmla="*/ 1 w 85"/>
                <a:gd name="T27" fmla="*/ 0 h 42"/>
                <a:gd name="T28" fmla="*/ 5 w 85"/>
                <a:gd name="T29" fmla="*/ 0 h 42"/>
                <a:gd name="T30" fmla="*/ 6 w 85"/>
                <a:gd name="T31" fmla="*/ 5 h 42"/>
                <a:gd name="T32" fmla="*/ 6 w 85"/>
                <a:gd name="T33" fmla="*/ 9 h 42"/>
                <a:gd name="T34" fmla="*/ 9 w 85"/>
                <a:gd name="T35" fmla="*/ 12 h 42"/>
                <a:gd name="T36" fmla="*/ 12 w 85"/>
                <a:gd name="T37" fmla="*/ 13 h 42"/>
                <a:gd name="T38" fmla="*/ 73 w 85"/>
                <a:gd name="T39" fmla="*/ 16 h 42"/>
                <a:gd name="T40" fmla="*/ 77 w 85"/>
                <a:gd name="T41" fmla="*/ 15 h 42"/>
                <a:gd name="T42" fmla="*/ 79 w 85"/>
                <a:gd name="T43" fmla="*/ 12 h 42"/>
                <a:gd name="T44" fmla="*/ 80 w 85"/>
                <a:gd name="T45" fmla="*/ 8 h 42"/>
                <a:gd name="T46" fmla="*/ 81 w 85"/>
                <a:gd name="T47" fmla="*/ 3 h 42"/>
                <a:gd name="T48" fmla="*/ 85 w 85"/>
                <a:gd name="T4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42">
                  <a:moveTo>
                    <a:pt x="85" y="4"/>
                  </a:moveTo>
                  <a:cubicBezTo>
                    <a:pt x="84" y="42"/>
                    <a:pt x="84" y="42"/>
                    <a:pt x="84" y="42"/>
                  </a:cubicBezTo>
                  <a:cubicBezTo>
                    <a:pt x="80" y="41"/>
                    <a:pt x="80" y="41"/>
                    <a:pt x="80" y="41"/>
                  </a:cubicBezTo>
                  <a:cubicBezTo>
                    <a:pt x="80" y="40"/>
                    <a:pt x="79" y="39"/>
                    <a:pt x="79" y="37"/>
                  </a:cubicBezTo>
                  <a:cubicBezTo>
                    <a:pt x="79" y="35"/>
                    <a:pt x="79" y="33"/>
                    <a:pt x="79" y="32"/>
                  </a:cubicBezTo>
                  <a:cubicBezTo>
                    <a:pt x="78" y="31"/>
                    <a:pt x="78" y="30"/>
                    <a:pt x="77" y="30"/>
                  </a:cubicBezTo>
                  <a:cubicBezTo>
                    <a:pt x="76" y="29"/>
                    <a:pt x="75" y="29"/>
                    <a:pt x="73" y="28"/>
                  </a:cubicBezTo>
                  <a:cubicBezTo>
                    <a:pt x="12" y="26"/>
                    <a:pt x="12" y="26"/>
                    <a:pt x="12" y="26"/>
                  </a:cubicBezTo>
                  <a:cubicBezTo>
                    <a:pt x="11" y="26"/>
                    <a:pt x="10" y="26"/>
                    <a:pt x="9" y="27"/>
                  </a:cubicBezTo>
                  <a:cubicBezTo>
                    <a:pt x="8" y="27"/>
                    <a:pt x="7" y="28"/>
                    <a:pt x="6" y="30"/>
                  </a:cubicBezTo>
                  <a:cubicBezTo>
                    <a:pt x="6" y="31"/>
                    <a:pt x="5" y="32"/>
                    <a:pt x="5" y="34"/>
                  </a:cubicBezTo>
                  <a:cubicBezTo>
                    <a:pt x="4" y="36"/>
                    <a:pt x="4" y="37"/>
                    <a:pt x="4" y="38"/>
                  </a:cubicBezTo>
                  <a:cubicBezTo>
                    <a:pt x="0" y="38"/>
                    <a:pt x="0" y="38"/>
                    <a:pt x="0" y="38"/>
                  </a:cubicBezTo>
                  <a:cubicBezTo>
                    <a:pt x="1" y="0"/>
                    <a:pt x="1" y="0"/>
                    <a:pt x="1" y="0"/>
                  </a:cubicBezTo>
                  <a:cubicBezTo>
                    <a:pt x="5" y="0"/>
                    <a:pt x="5" y="0"/>
                    <a:pt x="5" y="0"/>
                  </a:cubicBezTo>
                  <a:cubicBezTo>
                    <a:pt x="5" y="2"/>
                    <a:pt x="5" y="3"/>
                    <a:pt x="6" y="5"/>
                  </a:cubicBezTo>
                  <a:cubicBezTo>
                    <a:pt x="6" y="7"/>
                    <a:pt x="6" y="8"/>
                    <a:pt x="6" y="9"/>
                  </a:cubicBezTo>
                  <a:cubicBezTo>
                    <a:pt x="7" y="11"/>
                    <a:pt x="7" y="12"/>
                    <a:pt x="9" y="12"/>
                  </a:cubicBezTo>
                  <a:cubicBezTo>
                    <a:pt x="10" y="13"/>
                    <a:pt x="11" y="13"/>
                    <a:pt x="12" y="13"/>
                  </a:cubicBezTo>
                  <a:cubicBezTo>
                    <a:pt x="73" y="16"/>
                    <a:pt x="73" y="16"/>
                    <a:pt x="73" y="16"/>
                  </a:cubicBezTo>
                  <a:cubicBezTo>
                    <a:pt x="74" y="16"/>
                    <a:pt x="75" y="16"/>
                    <a:pt x="77" y="15"/>
                  </a:cubicBezTo>
                  <a:cubicBezTo>
                    <a:pt x="78" y="15"/>
                    <a:pt x="78" y="14"/>
                    <a:pt x="79" y="12"/>
                  </a:cubicBezTo>
                  <a:cubicBezTo>
                    <a:pt x="79" y="11"/>
                    <a:pt x="80" y="10"/>
                    <a:pt x="80" y="8"/>
                  </a:cubicBezTo>
                  <a:cubicBezTo>
                    <a:pt x="81" y="6"/>
                    <a:pt x="81" y="5"/>
                    <a:pt x="81" y="3"/>
                  </a:cubicBezTo>
                  <a:lnTo>
                    <a:pt x="85"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ïsḻïďê"/>
            <p:cNvSpPr/>
            <p:nvPr userDrawn="1">
              <p:custDataLst>
                <p:tags r:id="rId31"/>
              </p:custDataLst>
            </p:nvPr>
          </p:nvSpPr>
          <p:spPr bwMode="auto">
            <a:xfrm>
              <a:off x="10262279" y="619624"/>
              <a:ext cx="44438" cy="38513"/>
            </a:xfrm>
            <a:custGeom>
              <a:avLst/>
              <a:gdLst>
                <a:gd name="T0" fmla="*/ 23 w 86"/>
                <a:gd name="T1" fmla="*/ 0 h 74"/>
                <a:gd name="T2" fmla="*/ 23 w 86"/>
                <a:gd name="T3" fmla="*/ 4 h 74"/>
                <a:gd name="T4" fmla="*/ 18 w 86"/>
                <a:gd name="T5" fmla="*/ 6 h 74"/>
                <a:gd name="T6" fmla="*/ 13 w 86"/>
                <a:gd name="T7" fmla="*/ 10 h 74"/>
                <a:gd name="T8" fmla="*/ 8 w 86"/>
                <a:gd name="T9" fmla="*/ 13 h 74"/>
                <a:gd name="T10" fmla="*/ 6 w 86"/>
                <a:gd name="T11" fmla="*/ 18 h 74"/>
                <a:gd name="T12" fmla="*/ 6 w 86"/>
                <a:gd name="T13" fmla="*/ 22 h 74"/>
                <a:gd name="T14" fmla="*/ 6 w 86"/>
                <a:gd name="T15" fmla="*/ 27 h 74"/>
                <a:gd name="T16" fmla="*/ 6 w 86"/>
                <a:gd name="T17" fmla="*/ 31 h 74"/>
                <a:gd name="T18" fmla="*/ 73 w 86"/>
                <a:gd name="T19" fmla="*/ 30 h 74"/>
                <a:gd name="T20" fmla="*/ 77 w 86"/>
                <a:gd name="T21" fmla="*/ 29 h 74"/>
                <a:gd name="T22" fmla="*/ 79 w 86"/>
                <a:gd name="T23" fmla="*/ 26 h 74"/>
                <a:gd name="T24" fmla="*/ 80 w 86"/>
                <a:gd name="T25" fmla="*/ 21 h 74"/>
                <a:gd name="T26" fmla="*/ 81 w 86"/>
                <a:gd name="T27" fmla="*/ 16 h 74"/>
                <a:gd name="T28" fmla="*/ 85 w 86"/>
                <a:gd name="T29" fmla="*/ 16 h 74"/>
                <a:gd name="T30" fmla="*/ 86 w 86"/>
                <a:gd name="T31" fmla="*/ 56 h 74"/>
                <a:gd name="T32" fmla="*/ 82 w 86"/>
                <a:gd name="T33" fmla="*/ 56 h 74"/>
                <a:gd name="T34" fmla="*/ 81 w 86"/>
                <a:gd name="T35" fmla="*/ 51 h 74"/>
                <a:gd name="T36" fmla="*/ 80 w 86"/>
                <a:gd name="T37" fmla="*/ 46 h 74"/>
                <a:gd name="T38" fmla="*/ 78 w 86"/>
                <a:gd name="T39" fmla="*/ 43 h 74"/>
                <a:gd name="T40" fmla="*/ 74 w 86"/>
                <a:gd name="T41" fmla="*/ 42 h 74"/>
                <a:gd name="T42" fmla="*/ 6 w 86"/>
                <a:gd name="T43" fmla="*/ 43 h 74"/>
                <a:gd name="T44" fmla="*/ 6 w 86"/>
                <a:gd name="T45" fmla="*/ 47 h 74"/>
                <a:gd name="T46" fmla="*/ 6 w 86"/>
                <a:gd name="T47" fmla="*/ 51 h 74"/>
                <a:gd name="T48" fmla="*/ 7 w 86"/>
                <a:gd name="T49" fmla="*/ 57 h 74"/>
                <a:gd name="T50" fmla="*/ 9 w 86"/>
                <a:gd name="T51" fmla="*/ 61 h 74"/>
                <a:gd name="T52" fmla="*/ 14 w 86"/>
                <a:gd name="T53" fmla="*/ 65 h 74"/>
                <a:gd name="T54" fmla="*/ 20 w 86"/>
                <a:gd name="T55" fmla="*/ 68 h 74"/>
                <a:gd name="T56" fmla="*/ 25 w 86"/>
                <a:gd name="T57" fmla="*/ 69 h 74"/>
                <a:gd name="T58" fmla="*/ 25 w 86"/>
                <a:gd name="T59" fmla="*/ 74 h 74"/>
                <a:gd name="T60" fmla="*/ 2 w 86"/>
                <a:gd name="T61" fmla="*/ 74 h 74"/>
                <a:gd name="T62" fmla="*/ 0 w 86"/>
                <a:gd name="T63" fmla="*/ 1 h 74"/>
                <a:gd name="T64" fmla="*/ 23 w 86"/>
                <a:gd name="T6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74">
                  <a:moveTo>
                    <a:pt x="23" y="0"/>
                  </a:moveTo>
                  <a:cubicBezTo>
                    <a:pt x="23" y="4"/>
                    <a:pt x="23" y="4"/>
                    <a:pt x="23" y="4"/>
                  </a:cubicBezTo>
                  <a:cubicBezTo>
                    <a:pt x="22" y="5"/>
                    <a:pt x="20" y="5"/>
                    <a:pt x="18" y="6"/>
                  </a:cubicBezTo>
                  <a:cubicBezTo>
                    <a:pt x="16" y="7"/>
                    <a:pt x="15" y="8"/>
                    <a:pt x="13" y="10"/>
                  </a:cubicBezTo>
                  <a:cubicBezTo>
                    <a:pt x="11" y="11"/>
                    <a:pt x="10" y="12"/>
                    <a:pt x="8" y="13"/>
                  </a:cubicBezTo>
                  <a:cubicBezTo>
                    <a:pt x="7" y="15"/>
                    <a:pt x="6" y="16"/>
                    <a:pt x="6" y="18"/>
                  </a:cubicBezTo>
                  <a:cubicBezTo>
                    <a:pt x="6" y="19"/>
                    <a:pt x="6" y="20"/>
                    <a:pt x="6" y="22"/>
                  </a:cubicBezTo>
                  <a:cubicBezTo>
                    <a:pt x="6" y="24"/>
                    <a:pt x="6" y="26"/>
                    <a:pt x="6" y="27"/>
                  </a:cubicBezTo>
                  <a:cubicBezTo>
                    <a:pt x="6" y="31"/>
                    <a:pt x="6" y="31"/>
                    <a:pt x="6" y="31"/>
                  </a:cubicBezTo>
                  <a:cubicBezTo>
                    <a:pt x="73" y="30"/>
                    <a:pt x="73" y="30"/>
                    <a:pt x="73" y="30"/>
                  </a:cubicBezTo>
                  <a:cubicBezTo>
                    <a:pt x="74" y="30"/>
                    <a:pt x="76" y="29"/>
                    <a:pt x="77" y="29"/>
                  </a:cubicBezTo>
                  <a:cubicBezTo>
                    <a:pt x="78" y="28"/>
                    <a:pt x="78" y="27"/>
                    <a:pt x="79" y="26"/>
                  </a:cubicBezTo>
                  <a:cubicBezTo>
                    <a:pt x="79" y="25"/>
                    <a:pt x="80" y="23"/>
                    <a:pt x="80" y="21"/>
                  </a:cubicBezTo>
                  <a:cubicBezTo>
                    <a:pt x="81" y="19"/>
                    <a:pt x="81" y="17"/>
                    <a:pt x="81" y="16"/>
                  </a:cubicBezTo>
                  <a:cubicBezTo>
                    <a:pt x="85" y="16"/>
                    <a:pt x="85" y="16"/>
                    <a:pt x="85" y="16"/>
                  </a:cubicBezTo>
                  <a:cubicBezTo>
                    <a:pt x="86" y="56"/>
                    <a:pt x="86" y="56"/>
                    <a:pt x="86" y="56"/>
                  </a:cubicBezTo>
                  <a:cubicBezTo>
                    <a:pt x="82" y="56"/>
                    <a:pt x="82" y="56"/>
                    <a:pt x="82" y="56"/>
                  </a:cubicBezTo>
                  <a:cubicBezTo>
                    <a:pt x="81" y="55"/>
                    <a:pt x="81" y="53"/>
                    <a:pt x="81" y="51"/>
                  </a:cubicBezTo>
                  <a:cubicBezTo>
                    <a:pt x="81" y="48"/>
                    <a:pt x="80" y="47"/>
                    <a:pt x="80" y="46"/>
                  </a:cubicBezTo>
                  <a:cubicBezTo>
                    <a:pt x="79" y="45"/>
                    <a:pt x="79" y="44"/>
                    <a:pt x="78" y="43"/>
                  </a:cubicBezTo>
                  <a:cubicBezTo>
                    <a:pt x="77" y="42"/>
                    <a:pt x="75" y="42"/>
                    <a:pt x="74" y="42"/>
                  </a:cubicBezTo>
                  <a:cubicBezTo>
                    <a:pt x="6" y="43"/>
                    <a:pt x="6" y="43"/>
                    <a:pt x="6" y="43"/>
                  </a:cubicBezTo>
                  <a:cubicBezTo>
                    <a:pt x="6" y="47"/>
                    <a:pt x="6" y="47"/>
                    <a:pt x="6" y="47"/>
                  </a:cubicBezTo>
                  <a:cubicBezTo>
                    <a:pt x="6" y="48"/>
                    <a:pt x="6" y="50"/>
                    <a:pt x="6" y="51"/>
                  </a:cubicBezTo>
                  <a:cubicBezTo>
                    <a:pt x="6" y="53"/>
                    <a:pt x="6" y="55"/>
                    <a:pt x="7" y="57"/>
                  </a:cubicBezTo>
                  <a:cubicBezTo>
                    <a:pt x="7" y="58"/>
                    <a:pt x="8" y="59"/>
                    <a:pt x="9" y="61"/>
                  </a:cubicBezTo>
                  <a:cubicBezTo>
                    <a:pt x="11" y="62"/>
                    <a:pt x="12" y="63"/>
                    <a:pt x="14" y="65"/>
                  </a:cubicBezTo>
                  <a:cubicBezTo>
                    <a:pt x="16" y="66"/>
                    <a:pt x="18" y="67"/>
                    <a:pt x="20" y="68"/>
                  </a:cubicBezTo>
                  <a:cubicBezTo>
                    <a:pt x="22" y="68"/>
                    <a:pt x="23" y="69"/>
                    <a:pt x="25" y="69"/>
                  </a:cubicBezTo>
                  <a:cubicBezTo>
                    <a:pt x="25" y="74"/>
                    <a:pt x="25" y="74"/>
                    <a:pt x="25" y="74"/>
                  </a:cubicBezTo>
                  <a:cubicBezTo>
                    <a:pt x="2" y="74"/>
                    <a:pt x="2" y="74"/>
                    <a:pt x="2" y="74"/>
                  </a:cubicBezTo>
                  <a:cubicBezTo>
                    <a:pt x="0" y="1"/>
                    <a:pt x="0" y="1"/>
                    <a:pt x="0" y="1"/>
                  </a:cubicBezTo>
                  <a:lnTo>
                    <a:pt x="2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iṡlîḍê"/>
            <p:cNvSpPr/>
            <p:nvPr userDrawn="1">
              <p:custDataLst>
                <p:tags r:id="rId32"/>
              </p:custDataLst>
            </p:nvPr>
          </p:nvSpPr>
          <p:spPr bwMode="auto">
            <a:xfrm>
              <a:off x="10250429" y="576173"/>
              <a:ext cx="49870" cy="41476"/>
            </a:xfrm>
            <a:custGeom>
              <a:avLst/>
              <a:gdLst>
                <a:gd name="T0" fmla="*/ 4 w 96"/>
                <a:gd name="T1" fmla="*/ 0 h 80"/>
                <a:gd name="T2" fmla="*/ 5 w 96"/>
                <a:gd name="T3" fmla="*/ 3 h 80"/>
                <a:gd name="T4" fmla="*/ 8 w 96"/>
                <a:gd name="T5" fmla="*/ 6 h 80"/>
                <a:gd name="T6" fmla="*/ 10 w 96"/>
                <a:gd name="T7" fmla="*/ 8 h 80"/>
                <a:gd name="T8" fmla="*/ 15 w 96"/>
                <a:gd name="T9" fmla="*/ 11 h 80"/>
                <a:gd name="T10" fmla="*/ 30 w 96"/>
                <a:gd name="T11" fmla="*/ 16 h 80"/>
                <a:gd name="T12" fmla="*/ 49 w 96"/>
                <a:gd name="T13" fmla="*/ 22 h 80"/>
                <a:gd name="T14" fmla="*/ 55 w 96"/>
                <a:gd name="T15" fmla="*/ 23 h 80"/>
                <a:gd name="T16" fmla="*/ 62 w 96"/>
                <a:gd name="T17" fmla="*/ 22 h 80"/>
                <a:gd name="T18" fmla="*/ 78 w 96"/>
                <a:gd name="T19" fmla="*/ 19 h 80"/>
                <a:gd name="T20" fmla="*/ 81 w 96"/>
                <a:gd name="T21" fmla="*/ 17 h 80"/>
                <a:gd name="T22" fmla="*/ 83 w 96"/>
                <a:gd name="T23" fmla="*/ 13 h 80"/>
                <a:gd name="T24" fmla="*/ 83 w 96"/>
                <a:gd name="T25" fmla="*/ 9 h 80"/>
                <a:gd name="T26" fmla="*/ 83 w 96"/>
                <a:gd name="T27" fmla="*/ 4 h 80"/>
                <a:gd name="T28" fmla="*/ 87 w 96"/>
                <a:gd name="T29" fmla="*/ 3 h 80"/>
                <a:gd name="T30" fmla="*/ 96 w 96"/>
                <a:gd name="T31" fmla="*/ 41 h 80"/>
                <a:gd name="T32" fmla="*/ 92 w 96"/>
                <a:gd name="T33" fmla="*/ 42 h 80"/>
                <a:gd name="T34" fmla="*/ 90 w 96"/>
                <a:gd name="T35" fmla="*/ 37 h 80"/>
                <a:gd name="T36" fmla="*/ 88 w 96"/>
                <a:gd name="T37" fmla="*/ 33 h 80"/>
                <a:gd name="T38" fmla="*/ 85 w 96"/>
                <a:gd name="T39" fmla="*/ 31 h 80"/>
                <a:gd name="T40" fmla="*/ 81 w 96"/>
                <a:gd name="T41" fmla="*/ 31 h 80"/>
                <a:gd name="T42" fmla="*/ 61 w 96"/>
                <a:gd name="T43" fmla="*/ 35 h 80"/>
                <a:gd name="T44" fmla="*/ 58 w 96"/>
                <a:gd name="T45" fmla="*/ 37 h 80"/>
                <a:gd name="T46" fmla="*/ 53 w 96"/>
                <a:gd name="T47" fmla="*/ 41 h 80"/>
                <a:gd name="T48" fmla="*/ 41 w 96"/>
                <a:gd name="T49" fmla="*/ 52 h 80"/>
                <a:gd name="T50" fmla="*/ 29 w 96"/>
                <a:gd name="T51" fmla="*/ 63 h 80"/>
                <a:gd name="T52" fmla="*/ 25 w 96"/>
                <a:gd name="T53" fmla="*/ 67 h 80"/>
                <a:gd name="T54" fmla="*/ 23 w 96"/>
                <a:gd name="T55" fmla="*/ 71 h 80"/>
                <a:gd name="T56" fmla="*/ 22 w 96"/>
                <a:gd name="T57" fmla="*/ 75 h 80"/>
                <a:gd name="T58" fmla="*/ 22 w 96"/>
                <a:gd name="T59" fmla="*/ 79 h 80"/>
                <a:gd name="T60" fmla="*/ 18 w 96"/>
                <a:gd name="T61" fmla="*/ 80 h 80"/>
                <a:gd name="T62" fmla="*/ 10 w 96"/>
                <a:gd name="T63" fmla="*/ 45 h 80"/>
                <a:gd name="T64" fmla="*/ 14 w 96"/>
                <a:gd name="T65" fmla="*/ 44 h 80"/>
                <a:gd name="T66" fmla="*/ 17 w 96"/>
                <a:gd name="T67" fmla="*/ 52 h 80"/>
                <a:gd name="T68" fmla="*/ 19 w 96"/>
                <a:gd name="T69" fmla="*/ 54 h 80"/>
                <a:gd name="T70" fmla="*/ 20 w 96"/>
                <a:gd name="T71" fmla="*/ 53 h 80"/>
                <a:gd name="T72" fmla="*/ 22 w 96"/>
                <a:gd name="T73" fmla="*/ 52 h 80"/>
                <a:gd name="T74" fmla="*/ 25 w 96"/>
                <a:gd name="T75" fmla="*/ 49 h 80"/>
                <a:gd name="T76" fmla="*/ 29 w 96"/>
                <a:gd name="T77" fmla="*/ 46 h 80"/>
                <a:gd name="T78" fmla="*/ 38 w 96"/>
                <a:gd name="T79" fmla="*/ 38 h 80"/>
                <a:gd name="T80" fmla="*/ 49 w 96"/>
                <a:gd name="T81" fmla="*/ 28 h 80"/>
                <a:gd name="T82" fmla="*/ 23 w 96"/>
                <a:gd name="T83" fmla="*/ 19 h 80"/>
                <a:gd name="T84" fmla="*/ 12 w 96"/>
                <a:gd name="T85" fmla="*/ 17 h 80"/>
                <a:gd name="T86" fmla="*/ 10 w 96"/>
                <a:gd name="T87" fmla="*/ 18 h 80"/>
                <a:gd name="T88" fmla="*/ 10 w 96"/>
                <a:gd name="T89" fmla="*/ 21 h 80"/>
                <a:gd name="T90" fmla="*/ 10 w 96"/>
                <a:gd name="T91" fmla="*/ 25 h 80"/>
                <a:gd name="T92" fmla="*/ 11 w 96"/>
                <a:gd name="T93" fmla="*/ 29 h 80"/>
                <a:gd name="T94" fmla="*/ 6 w 96"/>
                <a:gd name="T95" fmla="*/ 30 h 80"/>
                <a:gd name="T96" fmla="*/ 0 w 96"/>
                <a:gd name="T97" fmla="*/ 1 h 80"/>
                <a:gd name="T98" fmla="*/ 4 w 96"/>
                <a:gd name="T9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80">
                  <a:moveTo>
                    <a:pt x="4" y="0"/>
                  </a:moveTo>
                  <a:cubicBezTo>
                    <a:pt x="4" y="1"/>
                    <a:pt x="5" y="2"/>
                    <a:pt x="5" y="3"/>
                  </a:cubicBezTo>
                  <a:cubicBezTo>
                    <a:pt x="6" y="4"/>
                    <a:pt x="7" y="5"/>
                    <a:pt x="8" y="6"/>
                  </a:cubicBezTo>
                  <a:cubicBezTo>
                    <a:pt x="9" y="7"/>
                    <a:pt x="10" y="8"/>
                    <a:pt x="10" y="8"/>
                  </a:cubicBezTo>
                  <a:cubicBezTo>
                    <a:pt x="11" y="9"/>
                    <a:pt x="13" y="10"/>
                    <a:pt x="15" y="11"/>
                  </a:cubicBezTo>
                  <a:cubicBezTo>
                    <a:pt x="20" y="13"/>
                    <a:pt x="25" y="14"/>
                    <a:pt x="30" y="16"/>
                  </a:cubicBezTo>
                  <a:cubicBezTo>
                    <a:pt x="35" y="17"/>
                    <a:pt x="41" y="19"/>
                    <a:pt x="49" y="22"/>
                  </a:cubicBezTo>
                  <a:cubicBezTo>
                    <a:pt x="52" y="22"/>
                    <a:pt x="54" y="23"/>
                    <a:pt x="55" y="23"/>
                  </a:cubicBezTo>
                  <a:cubicBezTo>
                    <a:pt x="57" y="23"/>
                    <a:pt x="59" y="23"/>
                    <a:pt x="62" y="22"/>
                  </a:cubicBezTo>
                  <a:cubicBezTo>
                    <a:pt x="78" y="19"/>
                    <a:pt x="78" y="19"/>
                    <a:pt x="78" y="19"/>
                  </a:cubicBezTo>
                  <a:cubicBezTo>
                    <a:pt x="79" y="18"/>
                    <a:pt x="80" y="18"/>
                    <a:pt x="81" y="17"/>
                  </a:cubicBezTo>
                  <a:cubicBezTo>
                    <a:pt x="82" y="16"/>
                    <a:pt x="83" y="15"/>
                    <a:pt x="83" y="13"/>
                  </a:cubicBezTo>
                  <a:cubicBezTo>
                    <a:pt x="83" y="13"/>
                    <a:pt x="83" y="11"/>
                    <a:pt x="83" y="9"/>
                  </a:cubicBezTo>
                  <a:cubicBezTo>
                    <a:pt x="83" y="7"/>
                    <a:pt x="83" y="5"/>
                    <a:pt x="83" y="4"/>
                  </a:cubicBezTo>
                  <a:cubicBezTo>
                    <a:pt x="87" y="3"/>
                    <a:pt x="87" y="3"/>
                    <a:pt x="87" y="3"/>
                  </a:cubicBezTo>
                  <a:cubicBezTo>
                    <a:pt x="96" y="41"/>
                    <a:pt x="96" y="41"/>
                    <a:pt x="96" y="41"/>
                  </a:cubicBezTo>
                  <a:cubicBezTo>
                    <a:pt x="92" y="42"/>
                    <a:pt x="92" y="42"/>
                    <a:pt x="92" y="42"/>
                  </a:cubicBezTo>
                  <a:cubicBezTo>
                    <a:pt x="91" y="41"/>
                    <a:pt x="91" y="39"/>
                    <a:pt x="90" y="37"/>
                  </a:cubicBezTo>
                  <a:cubicBezTo>
                    <a:pt x="89" y="35"/>
                    <a:pt x="89" y="34"/>
                    <a:pt x="88" y="33"/>
                  </a:cubicBezTo>
                  <a:cubicBezTo>
                    <a:pt x="87" y="32"/>
                    <a:pt x="86" y="31"/>
                    <a:pt x="85" y="31"/>
                  </a:cubicBezTo>
                  <a:cubicBezTo>
                    <a:pt x="84" y="30"/>
                    <a:pt x="83" y="30"/>
                    <a:pt x="81" y="31"/>
                  </a:cubicBezTo>
                  <a:cubicBezTo>
                    <a:pt x="61" y="35"/>
                    <a:pt x="61" y="35"/>
                    <a:pt x="61" y="35"/>
                  </a:cubicBezTo>
                  <a:cubicBezTo>
                    <a:pt x="61" y="36"/>
                    <a:pt x="60" y="36"/>
                    <a:pt x="58" y="37"/>
                  </a:cubicBezTo>
                  <a:cubicBezTo>
                    <a:pt x="57" y="38"/>
                    <a:pt x="55" y="40"/>
                    <a:pt x="53" y="41"/>
                  </a:cubicBezTo>
                  <a:cubicBezTo>
                    <a:pt x="49" y="45"/>
                    <a:pt x="45" y="48"/>
                    <a:pt x="41" y="52"/>
                  </a:cubicBezTo>
                  <a:cubicBezTo>
                    <a:pt x="36" y="56"/>
                    <a:pt x="32" y="60"/>
                    <a:pt x="29" y="63"/>
                  </a:cubicBezTo>
                  <a:cubicBezTo>
                    <a:pt x="27" y="65"/>
                    <a:pt x="26" y="66"/>
                    <a:pt x="25" y="67"/>
                  </a:cubicBezTo>
                  <a:cubicBezTo>
                    <a:pt x="24" y="69"/>
                    <a:pt x="23" y="70"/>
                    <a:pt x="23" y="71"/>
                  </a:cubicBezTo>
                  <a:cubicBezTo>
                    <a:pt x="22" y="72"/>
                    <a:pt x="22" y="74"/>
                    <a:pt x="22" y="75"/>
                  </a:cubicBezTo>
                  <a:cubicBezTo>
                    <a:pt x="22" y="76"/>
                    <a:pt x="22" y="78"/>
                    <a:pt x="22" y="79"/>
                  </a:cubicBezTo>
                  <a:cubicBezTo>
                    <a:pt x="18" y="80"/>
                    <a:pt x="18" y="80"/>
                    <a:pt x="18" y="80"/>
                  </a:cubicBezTo>
                  <a:cubicBezTo>
                    <a:pt x="10" y="45"/>
                    <a:pt x="10" y="45"/>
                    <a:pt x="10" y="45"/>
                  </a:cubicBezTo>
                  <a:cubicBezTo>
                    <a:pt x="14" y="44"/>
                    <a:pt x="14" y="44"/>
                    <a:pt x="14" y="44"/>
                  </a:cubicBezTo>
                  <a:cubicBezTo>
                    <a:pt x="15" y="48"/>
                    <a:pt x="16" y="50"/>
                    <a:pt x="17" y="52"/>
                  </a:cubicBezTo>
                  <a:cubicBezTo>
                    <a:pt x="18" y="53"/>
                    <a:pt x="18" y="54"/>
                    <a:pt x="19" y="54"/>
                  </a:cubicBezTo>
                  <a:cubicBezTo>
                    <a:pt x="20" y="54"/>
                    <a:pt x="20" y="54"/>
                    <a:pt x="20" y="53"/>
                  </a:cubicBezTo>
                  <a:cubicBezTo>
                    <a:pt x="21" y="53"/>
                    <a:pt x="22" y="52"/>
                    <a:pt x="22" y="52"/>
                  </a:cubicBezTo>
                  <a:cubicBezTo>
                    <a:pt x="23" y="51"/>
                    <a:pt x="24" y="50"/>
                    <a:pt x="25" y="49"/>
                  </a:cubicBezTo>
                  <a:cubicBezTo>
                    <a:pt x="27" y="48"/>
                    <a:pt x="28" y="47"/>
                    <a:pt x="29" y="46"/>
                  </a:cubicBezTo>
                  <a:cubicBezTo>
                    <a:pt x="32" y="44"/>
                    <a:pt x="35" y="41"/>
                    <a:pt x="38" y="38"/>
                  </a:cubicBezTo>
                  <a:cubicBezTo>
                    <a:pt x="41" y="36"/>
                    <a:pt x="45" y="32"/>
                    <a:pt x="49" y="28"/>
                  </a:cubicBezTo>
                  <a:cubicBezTo>
                    <a:pt x="38" y="24"/>
                    <a:pt x="29" y="21"/>
                    <a:pt x="23" y="19"/>
                  </a:cubicBezTo>
                  <a:cubicBezTo>
                    <a:pt x="17" y="17"/>
                    <a:pt x="13" y="16"/>
                    <a:pt x="12" y="17"/>
                  </a:cubicBezTo>
                  <a:cubicBezTo>
                    <a:pt x="11" y="17"/>
                    <a:pt x="11" y="17"/>
                    <a:pt x="10" y="18"/>
                  </a:cubicBezTo>
                  <a:cubicBezTo>
                    <a:pt x="10" y="19"/>
                    <a:pt x="10" y="20"/>
                    <a:pt x="10" y="21"/>
                  </a:cubicBezTo>
                  <a:cubicBezTo>
                    <a:pt x="10" y="22"/>
                    <a:pt x="10" y="24"/>
                    <a:pt x="10" y="25"/>
                  </a:cubicBezTo>
                  <a:cubicBezTo>
                    <a:pt x="10" y="26"/>
                    <a:pt x="10" y="27"/>
                    <a:pt x="11" y="29"/>
                  </a:cubicBezTo>
                  <a:cubicBezTo>
                    <a:pt x="6" y="30"/>
                    <a:pt x="6" y="30"/>
                    <a:pt x="6" y="30"/>
                  </a:cubicBezTo>
                  <a:cubicBezTo>
                    <a:pt x="0" y="1"/>
                    <a:pt x="0" y="1"/>
                    <a:pt x="0" y="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şḷíḍê"/>
            <p:cNvSpPr/>
            <p:nvPr userDrawn="1">
              <p:custDataLst>
                <p:tags r:id="rId33"/>
              </p:custDataLst>
            </p:nvPr>
          </p:nvSpPr>
          <p:spPr bwMode="auto">
            <a:xfrm>
              <a:off x="10171428" y="486309"/>
              <a:ext cx="78014" cy="73076"/>
            </a:xfrm>
            <a:custGeom>
              <a:avLst/>
              <a:gdLst>
                <a:gd name="T0" fmla="*/ 33 w 151"/>
                <a:gd name="T1" fmla="*/ 116 h 140"/>
                <a:gd name="T2" fmla="*/ 33 w 151"/>
                <a:gd name="T3" fmla="*/ 97 h 140"/>
                <a:gd name="T4" fmla="*/ 20 w 151"/>
                <a:gd name="T5" fmla="*/ 72 h 140"/>
                <a:gd name="T6" fmla="*/ 50 w 151"/>
                <a:gd name="T7" fmla="*/ 90 h 140"/>
                <a:gd name="T8" fmla="*/ 70 w 151"/>
                <a:gd name="T9" fmla="*/ 81 h 140"/>
                <a:gd name="T10" fmla="*/ 37 w 151"/>
                <a:gd name="T11" fmla="*/ 67 h 140"/>
                <a:gd name="T12" fmla="*/ 71 w 151"/>
                <a:gd name="T13" fmla="*/ 69 h 140"/>
                <a:gd name="T14" fmla="*/ 103 w 151"/>
                <a:gd name="T15" fmla="*/ 82 h 140"/>
                <a:gd name="T16" fmla="*/ 66 w 151"/>
                <a:gd name="T17" fmla="*/ 62 h 140"/>
                <a:gd name="T18" fmla="*/ 30 w 151"/>
                <a:gd name="T19" fmla="*/ 55 h 140"/>
                <a:gd name="T20" fmla="*/ 5 w 151"/>
                <a:gd name="T21" fmla="*/ 52 h 140"/>
                <a:gd name="T22" fmla="*/ 35 w 151"/>
                <a:gd name="T23" fmla="*/ 39 h 140"/>
                <a:gd name="T24" fmla="*/ 60 w 151"/>
                <a:gd name="T25" fmla="*/ 18 h 140"/>
                <a:gd name="T26" fmla="*/ 75 w 151"/>
                <a:gd name="T27" fmla="*/ 7 h 140"/>
                <a:gd name="T28" fmla="*/ 56 w 151"/>
                <a:gd name="T29" fmla="*/ 43 h 140"/>
                <a:gd name="T30" fmla="*/ 91 w 151"/>
                <a:gd name="T31" fmla="*/ 3 h 140"/>
                <a:gd name="T32" fmla="*/ 103 w 151"/>
                <a:gd name="T33" fmla="*/ 10 h 140"/>
                <a:gd name="T34" fmla="*/ 119 w 151"/>
                <a:gd name="T35" fmla="*/ 21 h 140"/>
                <a:gd name="T36" fmla="*/ 131 w 151"/>
                <a:gd name="T37" fmla="*/ 33 h 140"/>
                <a:gd name="T38" fmla="*/ 120 w 151"/>
                <a:gd name="T39" fmla="*/ 43 h 140"/>
                <a:gd name="T40" fmla="*/ 127 w 151"/>
                <a:gd name="T41" fmla="*/ 51 h 140"/>
                <a:gd name="T42" fmla="*/ 146 w 151"/>
                <a:gd name="T43" fmla="*/ 57 h 140"/>
                <a:gd name="T44" fmla="*/ 116 w 151"/>
                <a:gd name="T45" fmla="*/ 79 h 140"/>
                <a:gd name="T46" fmla="*/ 111 w 151"/>
                <a:gd name="T47" fmla="*/ 102 h 140"/>
                <a:gd name="T48" fmla="*/ 82 w 151"/>
                <a:gd name="T49" fmla="*/ 96 h 140"/>
                <a:gd name="T50" fmla="*/ 95 w 151"/>
                <a:gd name="T51" fmla="*/ 115 h 140"/>
                <a:gd name="T52" fmla="*/ 65 w 151"/>
                <a:gd name="T53" fmla="*/ 114 h 140"/>
                <a:gd name="T54" fmla="*/ 20 w 151"/>
                <a:gd name="T55" fmla="*/ 135 h 140"/>
                <a:gd name="T56" fmla="*/ 13 w 151"/>
                <a:gd name="T57" fmla="*/ 108 h 140"/>
                <a:gd name="T58" fmla="*/ 100 w 151"/>
                <a:gd name="T59" fmla="*/ 20 h 140"/>
                <a:gd name="T60" fmla="*/ 89 w 151"/>
                <a:gd name="T61" fmla="*/ 29 h 140"/>
                <a:gd name="T62" fmla="*/ 100 w 151"/>
                <a:gd name="T63" fmla="*/ 27 h 140"/>
                <a:gd name="T64" fmla="*/ 112 w 151"/>
                <a:gd name="T65" fmla="*/ 50 h 140"/>
                <a:gd name="T66" fmla="*/ 116 w 151"/>
                <a:gd name="T67" fmla="*/ 58 h 140"/>
                <a:gd name="T68" fmla="*/ 112 w 151"/>
                <a:gd name="T69" fmla="*/ 50 h 140"/>
                <a:gd name="T70" fmla="*/ 100 w 151"/>
                <a:gd name="T71" fmla="*/ 41 h 140"/>
                <a:gd name="T72" fmla="*/ 88 w 151"/>
                <a:gd name="T73" fmla="*/ 60 h 140"/>
                <a:gd name="T74" fmla="*/ 91 w 151"/>
                <a:gd name="T75" fmla="*/ 60 h 140"/>
                <a:gd name="T76" fmla="*/ 99 w 151"/>
                <a:gd name="T77" fmla="*/ 63 h 140"/>
                <a:gd name="T78" fmla="*/ 103 w 151"/>
                <a:gd name="T79" fmla="*/ 64 h 140"/>
                <a:gd name="T80" fmla="*/ 85 w 151"/>
                <a:gd name="T81" fmla="*/ 42 h 140"/>
                <a:gd name="T82" fmla="*/ 79 w 151"/>
                <a:gd name="T83"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 h="140">
                  <a:moveTo>
                    <a:pt x="17" y="106"/>
                  </a:moveTo>
                  <a:cubicBezTo>
                    <a:pt x="22" y="110"/>
                    <a:pt x="32" y="116"/>
                    <a:pt x="33" y="116"/>
                  </a:cubicBezTo>
                  <a:cubicBezTo>
                    <a:pt x="36" y="116"/>
                    <a:pt x="41" y="117"/>
                    <a:pt x="46" y="105"/>
                  </a:cubicBezTo>
                  <a:cubicBezTo>
                    <a:pt x="46" y="105"/>
                    <a:pt x="42" y="100"/>
                    <a:pt x="33" y="97"/>
                  </a:cubicBezTo>
                  <a:cubicBezTo>
                    <a:pt x="26" y="95"/>
                    <a:pt x="15" y="92"/>
                    <a:pt x="14" y="78"/>
                  </a:cubicBezTo>
                  <a:cubicBezTo>
                    <a:pt x="13" y="73"/>
                    <a:pt x="14" y="71"/>
                    <a:pt x="20" y="72"/>
                  </a:cubicBezTo>
                  <a:cubicBezTo>
                    <a:pt x="21" y="72"/>
                    <a:pt x="23" y="73"/>
                    <a:pt x="25" y="74"/>
                  </a:cubicBezTo>
                  <a:cubicBezTo>
                    <a:pt x="32" y="78"/>
                    <a:pt x="48" y="93"/>
                    <a:pt x="50" y="90"/>
                  </a:cubicBezTo>
                  <a:cubicBezTo>
                    <a:pt x="52" y="86"/>
                    <a:pt x="51" y="84"/>
                    <a:pt x="54" y="83"/>
                  </a:cubicBezTo>
                  <a:cubicBezTo>
                    <a:pt x="57" y="82"/>
                    <a:pt x="74" y="85"/>
                    <a:pt x="70" y="81"/>
                  </a:cubicBezTo>
                  <a:cubicBezTo>
                    <a:pt x="67" y="78"/>
                    <a:pt x="57" y="75"/>
                    <a:pt x="50" y="75"/>
                  </a:cubicBezTo>
                  <a:cubicBezTo>
                    <a:pt x="45" y="75"/>
                    <a:pt x="39" y="73"/>
                    <a:pt x="37" y="67"/>
                  </a:cubicBezTo>
                  <a:cubicBezTo>
                    <a:pt x="35" y="59"/>
                    <a:pt x="39" y="60"/>
                    <a:pt x="46" y="61"/>
                  </a:cubicBezTo>
                  <a:cubicBezTo>
                    <a:pt x="51" y="62"/>
                    <a:pt x="59" y="64"/>
                    <a:pt x="71" y="69"/>
                  </a:cubicBezTo>
                  <a:cubicBezTo>
                    <a:pt x="97" y="81"/>
                    <a:pt x="105" y="91"/>
                    <a:pt x="106" y="87"/>
                  </a:cubicBezTo>
                  <a:cubicBezTo>
                    <a:pt x="106" y="86"/>
                    <a:pt x="105" y="84"/>
                    <a:pt x="103" y="82"/>
                  </a:cubicBezTo>
                  <a:cubicBezTo>
                    <a:pt x="98" y="78"/>
                    <a:pt x="88" y="73"/>
                    <a:pt x="83" y="69"/>
                  </a:cubicBezTo>
                  <a:cubicBezTo>
                    <a:pt x="75" y="65"/>
                    <a:pt x="73" y="63"/>
                    <a:pt x="66" y="62"/>
                  </a:cubicBezTo>
                  <a:cubicBezTo>
                    <a:pt x="60" y="62"/>
                    <a:pt x="63" y="62"/>
                    <a:pt x="57" y="59"/>
                  </a:cubicBezTo>
                  <a:cubicBezTo>
                    <a:pt x="51" y="54"/>
                    <a:pt x="37" y="48"/>
                    <a:pt x="30" y="55"/>
                  </a:cubicBezTo>
                  <a:cubicBezTo>
                    <a:pt x="19" y="64"/>
                    <a:pt x="6" y="71"/>
                    <a:pt x="3" y="64"/>
                  </a:cubicBezTo>
                  <a:cubicBezTo>
                    <a:pt x="1" y="57"/>
                    <a:pt x="0" y="56"/>
                    <a:pt x="5" y="52"/>
                  </a:cubicBezTo>
                  <a:cubicBezTo>
                    <a:pt x="10" y="49"/>
                    <a:pt x="20" y="35"/>
                    <a:pt x="21" y="34"/>
                  </a:cubicBezTo>
                  <a:cubicBezTo>
                    <a:pt x="32" y="29"/>
                    <a:pt x="33" y="35"/>
                    <a:pt x="35" y="39"/>
                  </a:cubicBezTo>
                  <a:cubicBezTo>
                    <a:pt x="36" y="41"/>
                    <a:pt x="40" y="41"/>
                    <a:pt x="43" y="41"/>
                  </a:cubicBezTo>
                  <a:cubicBezTo>
                    <a:pt x="49" y="33"/>
                    <a:pt x="57" y="22"/>
                    <a:pt x="60" y="18"/>
                  </a:cubicBezTo>
                  <a:cubicBezTo>
                    <a:pt x="62" y="14"/>
                    <a:pt x="63" y="7"/>
                    <a:pt x="68" y="4"/>
                  </a:cubicBezTo>
                  <a:cubicBezTo>
                    <a:pt x="73" y="0"/>
                    <a:pt x="74" y="2"/>
                    <a:pt x="75" y="7"/>
                  </a:cubicBezTo>
                  <a:cubicBezTo>
                    <a:pt x="75" y="11"/>
                    <a:pt x="75" y="17"/>
                    <a:pt x="73" y="20"/>
                  </a:cubicBezTo>
                  <a:cubicBezTo>
                    <a:pt x="70" y="25"/>
                    <a:pt x="55" y="41"/>
                    <a:pt x="56" y="43"/>
                  </a:cubicBezTo>
                  <a:cubicBezTo>
                    <a:pt x="56" y="46"/>
                    <a:pt x="58" y="48"/>
                    <a:pt x="61" y="44"/>
                  </a:cubicBezTo>
                  <a:cubicBezTo>
                    <a:pt x="65" y="40"/>
                    <a:pt x="89" y="5"/>
                    <a:pt x="91" y="3"/>
                  </a:cubicBezTo>
                  <a:cubicBezTo>
                    <a:pt x="93" y="2"/>
                    <a:pt x="96" y="4"/>
                    <a:pt x="98" y="7"/>
                  </a:cubicBezTo>
                  <a:cubicBezTo>
                    <a:pt x="100" y="9"/>
                    <a:pt x="100" y="11"/>
                    <a:pt x="103" y="10"/>
                  </a:cubicBezTo>
                  <a:cubicBezTo>
                    <a:pt x="105" y="9"/>
                    <a:pt x="111" y="11"/>
                    <a:pt x="111" y="13"/>
                  </a:cubicBezTo>
                  <a:cubicBezTo>
                    <a:pt x="111" y="16"/>
                    <a:pt x="114" y="25"/>
                    <a:pt x="119" y="21"/>
                  </a:cubicBezTo>
                  <a:cubicBezTo>
                    <a:pt x="124" y="17"/>
                    <a:pt x="127" y="11"/>
                    <a:pt x="132" y="14"/>
                  </a:cubicBezTo>
                  <a:cubicBezTo>
                    <a:pt x="136" y="16"/>
                    <a:pt x="138" y="31"/>
                    <a:pt x="131" y="33"/>
                  </a:cubicBezTo>
                  <a:cubicBezTo>
                    <a:pt x="123" y="34"/>
                    <a:pt x="119" y="36"/>
                    <a:pt x="119" y="36"/>
                  </a:cubicBezTo>
                  <a:cubicBezTo>
                    <a:pt x="119" y="36"/>
                    <a:pt x="122" y="43"/>
                    <a:pt x="120" y="43"/>
                  </a:cubicBezTo>
                  <a:cubicBezTo>
                    <a:pt x="118" y="44"/>
                    <a:pt x="118" y="49"/>
                    <a:pt x="121" y="51"/>
                  </a:cubicBezTo>
                  <a:cubicBezTo>
                    <a:pt x="124" y="53"/>
                    <a:pt x="130" y="60"/>
                    <a:pt x="127" y="51"/>
                  </a:cubicBezTo>
                  <a:cubicBezTo>
                    <a:pt x="124" y="42"/>
                    <a:pt x="120" y="37"/>
                    <a:pt x="124" y="38"/>
                  </a:cubicBezTo>
                  <a:cubicBezTo>
                    <a:pt x="132" y="38"/>
                    <a:pt x="151" y="46"/>
                    <a:pt x="146" y="57"/>
                  </a:cubicBezTo>
                  <a:cubicBezTo>
                    <a:pt x="144" y="60"/>
                    <a:pt x="141" y="64"/>
                    <a:pt x="133" y="67"/>
                  </a:cubicBezTo>
                  <a:cubicBezTo>
                    <a:pt x="117" y="75"/>
                    <a:pt x="111" y="78"/>
                    <a:pt x="116" y="79"/>
                  </a:cubicBezTo>
                  <a:cubicBezTo>
                    <a:pt x="121" y="79"/>
                    <a:pt x="131" y="86"/>
                    <a:pt x="130" y="102"/>
                  </a:cubicBezTo>
                  <a:cubicBezTo>
                    <a:pt x="130" y="102"/>
                    <a:pt x="127" y="115"/>
                    <a:pt x="111" y="102"/>
                  </a:cubicBezTo>
                  <a:cubicBezTo>
                    <a:pt x="111" y="102"/>
                    <a:pt x="98" y="91"/>
                    <a:pt x="92" y="96"/>
                  </a:cubicBezTo>
                  <a:cubicBezTo>
                    <a:pt x="92" y="96"/>
                    <a:pt x="87" y="97"/>
                    <a:pt x="82" y="96"/>
                  </a:cubicBezTo>
                  <a:cubicBezTo>
                    <a:pt x="77" y="95"/>
                    <a:pt x="64" y="96"/>
                    <a:pt x="72" y="102"/>
                  </a:cubicBezTo>
                  <a:cubicBezTo>
                    <a:pt x="79" y="107"/>
                    <a:pt x="94" y="111"/>
                    <a:pt x="95" y="115"/>
                  </a:cubicBezTo>
                  <a:cubicBezTo>
                    <a:pt x="95" y="120"/>
                    <a:pt x="94" y="137"/>
                    <a:pt x="85" y="131"/>
                  </a:cubicBezTo>
                  <a:cubicBezTo>
                    <a:pt x="75" y="126"/>
                    <a:pt x="73" y="115"/>
                    <a:pt x="65" y="114"/>
                  </a:cubicBezTo>
                  <a:cubicBezTo>
                    <a:pt x="58" y="114"/>
                    <a:pt x="56" y="129"/>
                    <a:pt x="45" y="133"/>
                  </a:cubicBezTo>
                  <a:cubicBezTo>
                    <a:pt x="35" y="137"/>
                    <a:pt x="23" y="140"/>
                    <a:pt x="20" y="135"/>
                  </a:cubicBezTo>
                  <a:cubicBezTo>
                    <a:pt x="17" y="130"/>
                    <a:pt x="19" y="124"/>
                    <a:pt x="17" y="119"/>
                  </a:cubicBezTo>
                  <a:cubicBezTo>
                    <a:pt x="15" y="116"/>
                    <a:pt x="14" y="111"/>
                    <a:pt x="13" y="108"/>
                  </a:cubicBezTo>
                  <a:cubicBezTo>
                    <a:pt x="12" y="101"/>
                    <a:pt x="12" y="102"/>
                    <a:pt x="17" y="106"/>
                  </a:cubicBezTo>
                  <a:close/>
                  <a:moveTo>
                    <a:pt x="100" y="20"/>
                  </a:moveTo>
                  <a:cubicBezTo>
                    <a:pt x="98" y="18"/>
                    <a:pt x="98" y="18"/>
                    <a:pt x="97" y="20"/>
                  </a:cubicBezTo>
                  <a:cubicBezTo>
                    <a:pt x="89" y="29"/>
                    <a:pt x="89" y="29"/>
                    <a:pt x="89" y="29"/>
                  </a:cubicBezTo>
                  <a:cubicBezTo>
                    <a:pt x="87" y="32"/>
                    <a:pt x="86" y="32"/>
                    <a:pt x="90" y="32"/>
                  </a:cubicBezTo>
                  <a:cubicBezTo>
                    <a:pt x="93" y="32"/>
                    <a:pt x="98" y="30"/>
                    <a:pt x="100" y="27"/>
                  </a:cubicBezTo>
                  <a:cubicBezTo>
                    <a:pt x="102" y="25"/>
                    <a:pt x="101" y="22"/>
                    <a:pt x="100" y="20"/>
                  </a:cubicBezTo>
                  <a:close/>
                  <a:moveTo>
                    <a:pt x="112" y="50"/>
                  </a:moveTo>
                  <a:cubicBezTo>
                    <a:pt x="110" y="50"/>
                    <a:pt x="109" y="51"/>
                    <a:pt x="110" y="53"/>
                  </a:cubicBezTo>
                  <a:cubicBezTo>
                    <a:pt x="110" y="54"/>
                    <a:pt x="114" y="58"/>
                    <a:pt x="116" y="58"/>
                  </a:cubicBezTo>
                  <a:cubicBezTo>
                    <a:pt x="117" y="59"/>
                    <a:pt x="117" y="58"/>
                    <a:pt x="118" y="58"/>
                  </a:cubicBezTo>
                  <a:cubicBezTo>
                    <a:pt x="121" y="56"/>
                    <a:pt x="112" y="50"/>
                    <a:pt x="112" y="50"/>
                  </a:cubicBezTo>
                  <a:close/>
                  <a:moveTo>
                    <a:pt x="101" y="44"/>
                  </a:moveTo>
                  <a:cubicBezTo>
                    <a:pt x="103" y="43"/>
                    <a:pt x="103" y="40"/>
                    <a:pt x="100" y="41"/>
                  </a:cubicBezTo>
                  <a:cubicBezTo>
                    <a:pt x="96" y="43"/>
                    <a:pt x="96" y="46"/>
                    <a:pt x="101" y="44"/>
                  </a:cubicBezTo>
                  <a:close/>
                  <a:moveTo>
                    <a:pt x="88" y="60"/>
                  </a:moveTo>
                  <a:cubicBezTo>
                    <a:pt x="88" y="60"/>
                    <a:pt x="87" y="61"/>
                    <a:pt x="88" y="62"/>
                  </a:cubicBezTo>
                  <a:cubicBezTo>
                    <a:pt x="89" y="63"/>
                    <a:pt x="90" y="62"/>
                    <a:pt x="91" y="60"/>
                  </a:cubicBezTo>
                  <a:cubicBezTo>
                    <a:pt x="91" y="59"/>
                    <a:pt x="88" y="60"/>
                    <a:pt x="88" y="60"/>
                  </a:cubicBezTo>
                  <a:close/>
                  <a:moveTo>
                    <a:pt x="99" y="63"/>
                  </a:moveTo>
                  <a:cubicBezTo>
                    <a:pt x="99" y="63"/>
                    <a:pt x="100" y="65"/>
                    <a:pt x="101" y="66"/>
                  </a:cubicBezTo>
                  <a:cubicBezTo>
                    <a:pt x="102" y="67"/>
                    <a:pt x="103" y="66"/>
                    <a:pt x="103" y="64"/>
                  </a:cubicBezTo>
                  <a:cubicBezTo>
                    <a:pt x="103" y="61"/>
                    <a:pt x="99" y="63"/>
                    <a:pt x="99" y="63"/>
                  </a:cubicBezTo>
                  <a:close/>
                  <a:moveTo>
                    <a:pt x="85" y="42"/>
                  </a:moveTo>
                  <a:cubicBezTo>
                    <a:pt x="83" y="37"/>
                    <a:pt x="73" y="45"/>
                    <a:pt x="71" y="47"/>
                  </a:cubicBezTo>
                  <a:cubicBezTo>
                    <a:pt x="69" y="50"/>
                    <a:pt x="75" y="50"/>
                    <a:pt x="79" y="50"/>
                  </a:cubicBezTo>
                  <a:cubicBezTo>
                    <a:pt x="83" y="50"/>
                    <a:pt x="87" y="46"/>
                    <a:pt x="85"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cxnSp>
        <p:nvCxnSpPr>
          <p:cNvPr id="3" name="直接连接符 2"/>
          <p:cNvCxnSpPr/>
          <p:nvPr userDrawn="1">
            <p:custDataLst>
              <p:tags r:id="rId34"/>
            </p:custDataLst>
          </p:nvPr>
        </p:nvCxnSpPr>
        <p:spPr>
          <a:xfrm>
            <a:off x="3619500" y="1570979"/>
            <a:ext cx="0" cy="32768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userDrawn="1">
            <p:custDataLst>
              <p:tags r:id="rId35"/>
            </p:custDataLst>
          </p:nvPr>
        </p:nvSpPr>
        <p:spPr>
          <a:xfrm>
            <a:off x="772004" y="3813994"/>
            <a:ext cx="2698748" cy="923330"/>
          </a:xfrm>
          <a:prstGeom prst="rect">
            <a:avLst/>
          </a:prstGeom>
          <a:noFill/>
        </p:spPr>
        <p:txBody>
          <a:bodyPr wrap="square">
            <a:spAutoFit/>
          </a:bodyPr>
          <a:lstStyle/>
          <a:p>
            <a:pPr lvl="0" algn="ctr"/>
            <a:r>
              <a:rPr lang="zh-CN" altLang="en-US" sz="5400" b="1" dirty="0">
                <a:solidFill>
                  <a:srgbClr val="005825"/>
                </a:solidFill>
              </a:rPr>
              <a:t>目 录</a:t>
            </a:r>
            <a:endParaRPr lang="zh-CN" altLang="en-US" sz="5400" b="1" dirty="0">
              <a:solidFill>
                <a:srgbClr val="005825"/>
              </a:solidFill>
            </a:endParaRPr>
          </a:p>
        </p:txBody>
      </p:sp>
      <p:pic>
        <p:nvPicPr>
          <p:cNvPr id="35" name="图片 34"/>
          <p:cNvPicPr>
            <a:picLocks noChangeAspect="1"/>
          </p:cNvPicPr>
          <p:nvPr userDrawn="1">
            <p:custDataLst>
              <p:tags r:id="rId36"/>
            </p:custDataLst>
          </p:nvPr>
        </p:nvPicPr>
        <p:blipFill rotWithShape="1">
          <a:blip r:embed="rId37"/>
          <a:srcRect l="8302" t="11022" r="8302" b="65699"/>
          <a:stretch>
            <a:fillRect/>
          </a:stretch>
        </p:blipFill>
        <p:spPr>
          <a:xfrm>
            <a:off x="0" y="0"/>
            <a:ext cx="12192000" cy="20478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rotWithShape="1">
          <a:blip r:embed="rId3" cstate="print"/>
          <a:srcRect l="12500" t="38128" r="12500" b="11892"/>
          <a:stretch>
            <a:fillRect/>
          </a:stretch>
        </p:blipFill>
        <p:spPr>
          <a:xfrm>
            <a:off x="0" y="0"/>
            <a:ext cx="12192000" cy="4572000"/>
          </a:xfrm>
          <a:prstGeom prst="rect">
            <a:avLst/>
          </a:prstGeom>
        </p:spPr>
      </p:pic>
      <p:sp>
        <p:nvSpPr>
          <p:cNvPr id="4" name="矩形 3"/>
          <p:cNvSpPr/>
          <p:nvPr userDrawn="1">
            <p:custDataLst>
              <p:tags r:id="rId4"/>
            </p:custDataLst>
          </p:nvPr>
        </p:nvSpPr>
        <p:spPr>
          <a:xfrm flipV="1">
            <a:off x="1" y="1"/>
            <a:ext cx="12192000" cy="6857999"/>
          </a:xfrm>
          <a:prstGeom prst="rect">
            <a:avLst/>
          </a:prstGeom>
          <a:gradFill>
            <a:gsLst>
              <a:gs pos="58000">
                <a:srgbClr val="00561F">
                  <a:alpha val="92000"/>
                </a:srgbClr>
              </a:gs>
              <a:gs pos="35000">
                <a:srgbClr val="005825"/>
              </a:gs>
              <a:gs pos="96000">
                <a:srgbClr val="005825">
                  <a:alpha val="65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userDrawn="1">
            <p:custDataLst>
              <p:tags r:id="rId5"/>
            </p:custDataLst>
          </p:nvPr>
        </p:nvSpPr>
        <p:spPr>
          <a:xfrm flipH="1">
            <a:off x="1696540" y="1"/>
            <a:ext cx="5000725" cy="3428999"/>
          </a:xfrm>
          <a:prstGeom prst="parallelogram">
            <a:avLst>
              <a:gd name="adj" fmla="val 128246"/>
            </a:avLst>
          </a:prstGeom>
          <a:gradFill>
            <a:gsLst>
              <a:gs pos="26000">
                <a:schemeClr val="bg1">
                  <a:alpha val="0"/>
                </a:schemeClr>
              </a:gs>
              <a:gs pos="91000">
                <a:schemeClr val="bg1">
                  <a:alpha val="31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userDrawn="1">
            <p:custDataLst>
              <p:tags r:id="rId6"/>
            </p:custDataLst>
          </p:nvPr>
        </p:nvSpPr>
        <p:spPr>
          <a:xfrm>
            <a:off x="5494735" y="1"/>
            <a:ext cx="5000725" cy="3428999"/>
          </a:xfrm>
          <a:prstGeom prst="parallelogram">
            <a:avLst>
              <a:gd name="adj" fmla="val 128246"/>
            </a:avLst>
          </a:prstGeom>
          <a:gradFill>
            <a:gsLst>
              <a:gs pos="26000">
                <a:schemeClr val="bg1">
                  <a:alpha val="0"/>
                </a:schemeClr>
              </a:gs>
              <a:gs pos="91000">
                <a:schemeClr val="bg1">
                  <a:alpha val="31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custDataLst>
              <p:tags r:id="rId7"/>
            </p:custDataLst>
          </p:nvPr>
        </p:nvSpPr>
        <p:spPr>
          <a:xfrm flipH="1">
            <a:off x="-610348" y="1"/>
            <a:ext cx="5000725" cy="3428999"/>
          </a:xfrm>
          <a:prstGeom prst="parallelogram">
            <a:avLst>
              <a:gd name="adj" fmla="val 128246"/>
            </a:avLst>
          </a:prstGeom>
          <a:gradFill>
            <a:gsLst>
              <a:gs pos="26000">
                <a:schemeClr val="bg1">
                  <a:alpha val="0"/>
                </a:schemeClr>
              </a:gs>
              <a:gs pos="91000">
                <a:schemeClr val="bg1">
                  <a:alpha val="19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p:cNvSpPr/>
          <p:nvPr userDrawn="1">
            <p:custDataLst>
              <p:tags r:id="rId8"/>
            </p:custDataLst>
          </p:nvPr>
        </p:nvSpPr>
        <p:spPr>
          <a:xfrm>
            <a:off x="7799770" y="1"/>
            <a:ext cx="5000725" cy="3428999"/>
          </a:xfrm>
          <a:prstGeom prst="parallelogram">
            <a:avLst>
              <a:gd name="adj" fmla="val 128246"/>
            </a:avLst>
          </a:prstGeom>
          <a:gradFill>
            <a:gsLst>
              <a:gs pos="26000">
                <a:schemeClr val="bg1">
                  <a:alpha val="0"/>
                </a:schemeClr>
              </a:gs>
              <a:gs pos="91000">
                <a:schemeClr val="bg1">
                  <a:alpha val="19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userDrawn="1">
            <p:custDataLst>
              <p:tags r:id="rId9"/>
            </p:custDataLst>
          </p:nvPr>
        </p:nvSpPr>
        <p:spPr>
          <a:xfrm>
            <a:off x="5507228" y="2080727"/>
            <a:ext cx="5523722" cy="2491273"/>
          </a:xfrm>
          <a:prstGeom prst="roundRect">
            <a:avLst>
              <a:gd name="adj" fmla="val 6555"/>
            </a:avLst>
          </a:prstGeom>
          <a:solidFill>
            <a:schemeClr val="bg1">
              <a:alpha val="9000"/>
            </a:schemeClr>
          </a:solidFill>
          <a:ln>
            <a:gradFill>
              <a:gsLst>
                <a:gs pos="0">
                  <a:schemeClr val="bg1"/>
                </a:gs>
                <a:gs pos="100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a typeface="+mn-ea"/>
            </a:endParaRPr>
          </a:p>
        </p:txBody>
      </p:sp>
      <p:pic>
        <p:nvPicPr>
          <p:cNvPr id="10" name="图片 9"/>
          <p:cNvPicPr>
            <a:picLocks noChangeAspect="1"/>
          </p:cNvPicPr>
          <p:nvPr userDrawn="1">
            <p:custDataLst>
              <p:tags r:id="rId10"/>
            </p:custDataLst>
          </p:nvPr>
        </p:nvPicPr>
        <p:blipFill rotWithShape="1">
          <a:blip r:embed="rId11" cstate="print">
            <a:extLst>
              <a:ext uri="{28A0092B-C50C-407E-A947-70E740481C1C}">
                <a14:useLocalDpi xmlns:a14="http://schemas.microsoft.com/office/drawing/2010/main" val="0"/>
              </a:ext>
            </a:extLst>
          </a:blip>
          <a:srcRect l="5437" t="5437" r="5437" b="5437"/>
          <a:stretch>
            <a:fillRect/>
          </a:stretch>
        </p:blipFill>
        <p:spPr>
          <a:xfrm>
            <a:off x="1478011" y="2116805"/>
            <a:ext cx="1461485" cy="1461485"/>
          </a:xfrm>
          <a:prstGeom prst="roundRect">
            <a:avLst>
              <a:gd name="adj" fmla="val 7037"/>
            </a:avLst>
          </a:prstGeom>
          <a:solidFill>
            <a:schemeClr val="bg1"/>
          </a:solidFill>
        </p:spPr>
      </p:pic>
      <p:sp>
        <p:nvSpPr>
          <p:cNvPr id="11" name="任意多边形: 形状 10"/>
          <p:cNvSpPr/>
          <p:nvPr userDrawn="1">
            <p:custDataLst>
              <p:tags r:id="rId12"/>
            </p:custDataLst>
          </p:nvPr>
        </p:nvSpPr>
        <p:spPr>
          <a:xfrm>
            <a:off x="3296712" y="2116805"/>
            <a:ext cx="1461485" cy="1461485"/>
          </a:xfrm>
          <a:custGeom>
            <a:avLst/>
            <a:gdLst>
              <a:gd name="connsiteX0" fmla="*/ 2821887 w 5643814"/>
              <a:gd name="connsiteY0" fmla="*/ 5643813 h 5643814"/>
              <a:gd name="connsiteX1" fmla="*/ 2821927 w 5643814"/>
              <a:gd name="connsiteY1" fmla="*/ 5643813 h 5643814"/>
              <a:gd name="connsiteX2" fmla="*/ 2821907 w 5643814"/>
              <a:gd name="connsiteY2" fmla="*/ 5643814 h 5643814"/>
              <a:gd name="connsiteX3" fmla="*/ 2821907 w 5643814"/>
              <a:gd name="connsiteY3" fmla="*/ 0 h 5643814"/>
              <a:gd name="connsiteX4" fmla="*/ 5643814 w 5643814"/>
              <a:gd name="connsiteY4" fmla="*/ 2821907 h 5643814"/>
              <a:gd name="connsiteX5" fmla="*/ 3110431 w 5643814"/>
              <a:gd name="connsiteY5" fmla="*/ 5629245 h 5643814"/>
              <a:gd name="connsiteX6" fmla="*/ 3049580 w 5643814"/>
              <a:gd name="connsiteY6" fmla="*/ 5632318 h 5643814"/>
              <a:gd name="connsiteX7" fmla="*/ 3049580 w 5643814"/>
              <a:gd name="connsiteY7" fmla="*/ 3715287 h 5643814"/>
              <a:gd name="connsiteX8" fmla="*/ 4547170 w 5643814"/>
              <a:gd name="connsiteY8" fmla="*/ 3715287 h 5643814"/>
              <a:gd name="connsiteX9" fmla="*/ 4592707 w 5643814"/>
              <a:gd name="connsiteY9" fmla="*/ 3624218 h 5643814"/>
              <a:gd name="connsiteX10" fmla="*/ 3049580 w 5643814"/>
              <a:gd name="connsiteY10" fmla="*/ 3624218 h 5643814"/>
              <a:gd name="connsiteX11" fmla="*/ 3049580 w 5643814"/>
              <a:gd name="connsiteY11" fmla="*/ 2364418 h 5643814"/>
              <a:gd name="connsiteX12" fmla="*/ 3498605 w 5643814"/>
              <a:gd name="connsiteY12" fmla="*/ 2295483 h 5643814"/>
              <a:gd name="connsiteX13" fmla="*/ 3894505 w 5643814"/>
              <a:gd name="connsiteY13" fmla="*/ 2207578 h 5643814"/>
              <a:gd name="connsiteX14" fmla="*/ 4043125 w 5643814"/>
              <a:gd name="connsiteY14" fmla="*/ 2249317 h 5643814"/>
              <a:gd name="connsiteX15" fmla="*/ 4172772 w 5643814"/>
              <a:gd name="connsiteY15" fmla="*/ 2192397 h 5643814"/>
              <a:gd name="connsiteX16" fmla="*/ 3636474 w 5643814"/>
              <a:gd name="connsiteY16" fmla="*/ 1524553 h 5643814"/>
              <a:gd name="connsiteX17" fmla="*/ 2540475 w 5643814"/>
              <a:gd name="connsiteY17" fmla="*/ 2062118 h 5643814"/>
              <a:gd name="connsiteX18" fmla="*/ 1197829 w 5643814"/>
              <a:gd name="connsiteY18" fmla="*/ 2501024 h 5643814"/>
              <a:gd name="connsiteX19" fmla="*/ 1882750 w 5643814"/>
              <a:gd name="connsiteY19" fmla="*/ 2466240 h 5643814"/>
              <a:gd name="connsiteX20" fmla="*/ 2533519 w 5643814"/>
              <a:gd name="connsiteY20" fmla="*/ 2420074 h 5643814"/>
              <a:gd name="connsiteX21" fmla="*/ 2533519 w 5643814"/>
              <a:gd name="connsiteY21" fmla="*/ 3624218 h 5643814"/>
              <a:gd name="connsiteX22" fmla="*/ 1051105 w 5643814"/>
              <a:gd name="connsiteY22" fmla="*/ 3624218 h 5643814"/>
              <a:gd name="connsiteX23" fmla="*/ 1086520 w 5643814"/>
              <a:gd name="connsiteY23" fmla="*/ 3715287 h 5643814"/>
              <a:gd name="connsiteX24" fmla="*/ 2533519 w 5643814"/>
              <a:gd name="connsiteY24" fmla="*/ 3715287 h 5643814"/>
              <a:gd name="connsiteX25" fmla="*/ 2533519 w 5643814"/>
              <a:gd name="connsiteY25" fmla="*/ 5629252 h 5643814"/>
              <a:gd name="connsiteX26" fmla="*/ 2533383 w 5643814"/>
              <a:gd name="connsiteY26" fmla="*/ 5629245 h 5643814"/>
              <a:gd name="connsiteX27" fmla="*/ 0 w 5643814"/>
              <a:gd name="connsiteY27" fmla="*/ 2821907 h 5643814"/>
              <a:gd name="connsiteX28" fmla="*/ 2821907 w 5643814"/>
              <a:gd name="connsiteY28" fmla="*/ 0 h 564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643814" h="5643814">
                <a:moveTo>
                  <a:pt x="2821887" y="5643813"/>
                </a:moveTo>
                <a:lnTo>
                  <a:pt x="2821927" y="5643813"/>
                </a:lnTo>
                <a:lnTo>
                  <a:pt x="2821907" y="5643814"/>
                </a:lnTo>
                <a:close/>
                <a:moveTo>
                  <a:pt x="2821907" y="0"/>
                </a:moveTo>
                <a:cubicBezTo>
                  <a:pt x="4380403" y="0"/>
                  <a:pt x="5643814" y="1263411"/>
                  <a:pt x="5643814" y="2821907"/>
                </a:cubicBezTo>
                <a:cubicBezTo>
                  <a:pt x="5643814" y="4282997"/>
                  <a:pt x="4533394" y="5484735"/>
                  <a:pt x="3110431" y="5629245"/>
                </a:cubicBezTo>
                <a:lnTo>
                  <a:pt x="3049580" y="5632318"/>
                </a:lnTo>
                <a:lnTo>
                  <a:pt x="3049580" y="3715287"/>
                </a:lnTo>
                <a:lnTo>
                  <a:pt x="4547170" y="3715287"/>
                </a:lnTo>
                <a:lnTo>
                  <a:pt x="4592707" y="3624218"/>
                </a:lnTo>
                <a:lnTo>
                  <a:pt x="3049580" y="3624218"/>
                </a:lnTo>
                <a:lnTo>
                  <a:pt x="3049580" y="2364418"/>
                </a:lnTo>
                <a:cubicBezTo>
                  <a:pt x="3206844" y="2344286"/>
                  <a:pt x="3356519" y="2321309"/>
                  <a:pt x="3498605" y="2295483"/>
                </a:cubicBezTo>
                <a:cubicBezTo>
                  <a:pt x="3640690" y="2269660"/>
                  <a:pt x="3772657" y="2240357"/>
                  <a:pt x="3894505" y="2207578"/>
                </a:cubicBezTo>
                <a:cubicBezTo>
                  <a:pt x="3947523" y="2239830"/>
                  <a:pt x="3997064" y="2253744"/>
                  <a:pt x="4043125" y="2249317"/>
                </a:cubicBezTo>
                <a:cubicBezTo>
                  <a:pt x="4089188" y="2244890"/>
                  <a:pt x="4132403" y="2225916"/>
                  <a:pt x="4172772" y="2192397"/>
                </a:cubicBezTo>
                <a:lnTo>
                  <a:pt x="3636474" y="1524553"/>
                </a:lnTo>
                <a:cubicBezTo>
                  <a:pt x="3327744" y="1729038"/>
                  <a:pt x="2962410" y="1908226"/>
                  <a:pt x="2540475" y="2062118"/>
                </a:cubicBezTo>
                <a:cubicBezTo>
                  <a:pt x="2118541" y="2216009"/>
                  <a:pt x="1670992" y="2362310"/>
                  <a:pt x="1197829" y="2501024"/>
                </a:cubicBezTo>
                <a:cubicBezTo>
                  <a:pt x="1430880" y="2491011"/>
                  <a:pt x="1659186" y="2479416"/>
                  <a:pt x="1882750" y="2466240"/>
                </a:cubicBezTo>
                <a:cubicBezTo>
                  <a:pt x="2106312" y="2453064"/>
                  <a:pt x="2323235" y="2437674"/>
                  <a:pt x="2533519" y="2420074"/>
                </a:cubicBezTo>
                <a:lnTo>
                  <a:pt x="2533519" y="3624218"/>
                </a:lnTo>
                <a:lnTo>
                  <a:pt x="1051105" y="3624218"/>
                </a:lnTo>
                <a:lnTo>
                  <a:pt x="1086520" y="3715287"/>
                </a:lnTo>
                <a:lnTo>
                  <a:pt x="2533519" y="3715287"/>
                </a:lnTo>
                <a:lnTo>
                  <a:pt x="2533519" y="5629252"/>
                </a:lnTo>
                <a:lnTo>
                  <a:pt x="2533383" y="5629245"/>
                </a:lnTo>
                <a:cubicBezTo>
                  <a:pt x="1110420" y="5484735"/>
                  <a:pt x="0" y="4282997"/>
                  <a:pt x="0" y="2821907"/>
                </a:cubicBezTo>
                <a:cubicBezTo>
                  <a:pt x="0" y="1263411"/>
                  <a:pt x="1263411" y="0"/>
                  <a:pt x="2821907" y="0"/>
                </a:cubicBezTo>
                <a:close/>
              </a:path>
            </a:pathLst>
          </a:cu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custDataLst>
              <p:tags r:id="rId13"/>
            </p:custDataLst>
          </p:nvPr>
        </p:nvSpPr>
        <p:spPr>
          <a:xfrm>
            <a:off x="1366997" y="3806890"/>
            <a:ext cx="3555792" cy="860685"/>
          </a:xfrm>
          <a:prstGeom prst="rect">
            <a:avLst/>
          </a:prstGeom>
          <a:noFill/>
        </p:spPr>
        <p:txBody>
          <a:bodyPr wrap="square" lIns="0" rtlCol="0">
            <a:spAutoFit/>
          </a:bodyPr>
          <a:lstStyle/>
          <a:p>
            <a:pPr algn="ctr">
              <a:lnSpc>
                <a:spcPct val="120000"/>
              </a:lnSpc>
            </a:pPr>
            <a:r>
              <a:rPr lang="zh-CN" altLang="en-US" sz="4400" b="1" dirty="0">
                <a:solidFill>
                  <a:schemeClr val="bg1"/>
                </a:solidFill>
                <a:effectLst>
                  <a:outerShdw blurRad="292100" sx="102000" sy="102000" algn="ctr" rotWithShape="0">
                    <a:schemeClr val="accent1">
                      <a:lumMod val="50000"/>
                      <a:alpha val="68000"/>
                    </a:schemeClr>
                  </a:outerShdw>
                </a:effectLst>
                <a:latin typeface="+mn-ea"/>
                <a:ea typeface="+mn-ea"/>
                <a:cs typeface="阿里巴巴普惠体 H" panose="00020600040101010101" pitchFamily="18" charset="-122"/>
              </a:rPr>
              <a:t>千师傅小作坊</a:t>
            </a:r>
            <a:endParaRPr lang="zh-CN" altLang="en-US" sz="4400" b="1" dirty="0">
              <a:solidFill>
                <a:schemeClr val="bg1"/>
              </a:solidFill>
              <a:effectLst>
                <a:outerShdw blurRad="292100" sx="102000" sy="102000" algn="ctr" rotWithShape="0">
                  <a:schemeClr val="accent1">
                    <a:lumMod val="50000"/>
                    <a:alpha val="68000"/>
                  </a:schemeClr>
                </a:outerShdw>
              </a:effectLst>
              <a:latin typeface="+mn-ea"/>
              <a:ea typeface="+mn-ea"/>
              <a:cs typeface="阿里巴巴普惠体 H" panose="00020600040101010101" pitchFamily="18" charset="-122"/>
            </a:endParaRPr>
          </a:p>
        </p:txBody>
      </p:sp>
      <p:sp>
        <p:nvSpPr>
          <p:cNvPr id="13" name="文本框 12"/>
          <p:cNvSpPr txBox="1"/>
          <p:nvPr userDrawn="1">
            <p:custDataLst>
              <p:tags r:id="rId14"/>
            </p:custDataLst>
          </p:nvPr>
        </p:nvSpPr>
        <p:spPr>
          <a:xfrm>
            <a:off x="5844778" y="2002942"/>
            <a:ext cx="4885197" cy="2550770"/>
          </a:xfrm>
          <a:prstGeom prst="rect">
            <a:avLst/>
          </a:prstGeom>
          <a:noFill/>
        </p:spPr>
        <p:txBody>
          <a:bodyPr wrap="square" rtlCol="0">
            <a:noAutofit/>
          </a:bodyPr>
          <a:lstStyle/>
          <a:p>
            <a:pPr>
              <a:lnSpc>
                <a:spcPct val="200000"/>
              </a:lnSpc>
            </a:pPr>
            <a:r>
              <a:rPr lang="zh-CN" altLang="en-US" sz="2000" dirty="0">
                <a:solidFill>
                  <a:schemeClr val="bg1"/>
                </a:solidFill>
                <a:latin typeface="+mn-ea"/>
                <a:ea typeface="+mn-ea"/>
                <a:cs typeface="阿里巴巴普惠体 L" panose="00020600040101010101" pitchFamily="18" charset="-122"/>
              </a:rPr>
              <a:t>版权所属：千师傅小作坊</a:t>
            </a:r>
            <a:endParaRPr lang="en-US" altLang="zh-CN" sz="2000" dirty="0">
              <a:solidFill>
                <a:schemeClr val="bg1"/>
              </a:solidFill>
              <a:latin typeface="+mn-ea"/>
              <a:ea typeface="+mn-ea"/>
              <a:cs typeface="阿里巴巴普惠体 L" panose="00020600040101010101" pitchFamily="18" charset="-122"/>
            </a:endParaRPr>
          </a:p>
          <a:p>
            <a:pPr>
              <a:lnSpc>
                <a:spcPct val="200000"/>
              </a:lnSpc>
            </a:pPr>
            <a:r>
              <a:rPr lang="zh-CN" altLang="en-US" sz="2000" dirty="0">
                <a:solidFill>
                  <a:schemeClr val="bg1"/>
                </a:solidFill>
                <a:latin typeface="+mn-ea"/>
                <a:ea typeface="+mn-ea"/>
                <a:cs typeface="阿里巴巴普惠体 L" panose="00020600040101010101" pitchFamily="18" charset="-122"/>
              </a:rPr>
              <a:t>模板作者：千千</a:t>
            </a:r>
            <a:endParaRPr lang="en-US" altLang="zh-CN" sz="2000" dirty="0">
              <a:solidFill>
                <a:schemeClr val="bg1"/>
              </a:solidFill>
              <a:latin typeface="+mn-ea"/>
              <a:ea typeface="+mn-ea"/>
              <a:cs typeface="阿里巴巴普惠体 L" panose="00020600040101010101" pitchFamily="18" charset="-122"/>
            </a:endParaRPr>
          </a:p>
          <a:p>
            <a:pPr>
              <a:lnSpc>
                <a:spcPct val="200000"/>
              </a:lnSpc>
            </a:pPr>
            <a:r>
              <a:rPr lang="zh-CN" altLang="en-US" sz="2000" dirty="0">
                <a:solidFill>
                  <a:schemeClr val="bg1"/>
                </a:solidFill>
                <a:latin typeface="+mn-ea"/>
                <a:ea typeface="+mn-ea"/>
                <a:cs typeface="阿里巴巴普惠体 L" panose="00020600040101010101" pitchFamily="18" charset="-122"/>
              </a:rPr>
              <a:t>制作日期：</a:t>
            </a:r>
            <a:r>
              <a:rPr lang="en-US" altLang="zh-CN" sz="2000" dirty="0">
                <a:solidFill>
                  <a:schemeClr val="bg1"/>
                </a:solidFill>
                <a:latin typeface="+mn-ea"/>
                <a:ea typeface="+mn-ea"/>
                <a:cs typeface="阿里巴巴普惠体 L" panose="00020600040101010101" pitchFamily="18" charset="-122"/>
              </a:rPr>
              <a:t>2021</a:t>
            </a:r>
            <a:r>
              <a:rPr lang="zh-CN" altLang="en-US" sz="2000" dirty="0">
                <a:solidFill>
                  <a:schemeClr val="bg1"/>
                </a:solidFill>
                <a:latin typeface="+mn-ea"/>
                <a:ea typeface="+mn-ea"/>
                <a:cs typeface="阿里巴巴普惠体 L" panose="00020600040101010101" pitchFamily="18" charset="-122"/>
              </a:rPr>
              <a:t>年</a:t>
            </a:r>
            <a:r>
              <a:rPr lang="en-US" altLang="zh-CN" sz="2000" dirty="0">
                <a:solidFill>
                  <a:schemeClr val="bg1"/>
                </a:solidFill>
                <a:latin typeface="+mn-ea"/>
                <a:cs typeface="阿里巴巴普惠体 L" panose="00020600040101010101" pitchFamily="18" charset="-122"/>
              </a:rPr>
              <a:t>3</a:t>
            </a:r>
            <a:r>
              <a:rPr lang="zh-CN" altLang="en-US" sz="2000" dirty="0">
                <a:solidFill>
                  <a:schemeClr val="bg1"/>
                </a:solidFill>
                <a:latin typeface="+mn-ea"/>
                <a:ea typeface="+mn-ea"/>
                <a:cs typeface="阿里巴巴普惠体 L" panose="00020600040101010101" pitchFamily="18" charset="-122"/>
              </a:rPr>
              <a:t>月</a:t>
            </a:r>
            <a:r>
              <a:rPr lang="en-US" altLang="zh-CN" sz="2000" dirty="0">
                <a:solidFill>
                  <a:schemeClr val="bg1"/>
                </a:solidFill>
                <a:latin typeface="+mn-ea"/>
                <a:ea typeface="+mn-ea"/>
                <a:cs typeface="阿里巴巴普惠体 L" panose="00020600040101010101" pitchFamily="18" charset="-122"/>
              </a:rPr>
              <a:t>25</a:t>
            </a:r>
            <a:r>
              <a:rPr lang="zh-CN" altLang="en-US" sz="2000" dirty="0">
                <a:solidFill>
                  <a:schemeClr val="bg1"/>
                </a:solidFill>
                <a:latin typeface="+mn-ea"/>
                <a:ea typeface="+mn-ea"/>
                <a:cs typeface="阿里巴巴普惠体 L" panose="00020600040101010101" pitchFamily="18" charset="-122"/>
              </a:rPr>
              <a:t>日</a:t>
            </a:r>
            <a:endParaRPr lang="en-US" altLang="zh-CN" sz="2000" dirty="0">
              <a:solidFill>
                <a:schemeClr val="bg1"/>
              </a:solidFill>
              <a:latin typeface="+mn-ea"/>
              <a:ea typeface="+mn-ea"/>
              <a:cs typeface="阿里巴巴普惠体 L" panose="00020600040101010101" pitchFamily="18" charset="-122"/>
            </a:endParaRPr>
          </a:p>
          <a:p>
            <a:pPr>
              <a:lnSpc>
                <a:spcPct val="200000"/>
              </a:lnSpc>
            </a:pPr>
            <a:r>
              <a:rPr lang="zh-CN" altLang="en-US" sz="2000" dirty="0">
                <a:solidFill>
                  <a:schemeClr val="bg1"/>
                </a:solidFill>
                <a:latin typeface="+mn-ea"/>
                <a:ea typeface="+mn-ea"/>
                <a:cs typeface="阿里巴巴普惠体 L" panose="00020600040101010101" pitchFamily="18" charset="-122"/>
              </a:rPr>
              <a:t>联系作者：微信公众号“千师傅小作坊”</a:t>
            </a:r>
            <a:endParaRPr lang="en-US" altLang="zh-CN" sz="2000" dirty="0">
              <a:solidFill>
                <a:schemeClr val="bg1"/>
              </a:solidFill>
              <a:latin typeface="+mn-ea"/>
              <a:ea typeface="+mn-ea"/>
              <a:cs typeface="阿里巴巴普惠体 L" panose="00020600040101010101" pitchFamily="18" charset="-122"/>
            </a:endParaRPr>
          </a:p>
          <a:p>
            <a:pPr>
              <a:lnSpc>
                <a:spcPct val="200000"/>
              </a:lnSpc>
            </a:pPr>
            <a:endParaRPr lang="zh-CN" altLang="en-US" sz="2000" dirty="0">
              <a:solidFill>
                <a:schemeClr val="bg1"/>
              </a:solidFill>
              <a:latin typeface="+mn-ea"/>
              <a:ea typeface="+mn-ea"/>
              <a:cs typeface="阿里巴巴普惠体 L"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本框 6"/>
          <p:cNvSpPr txBox="1"/>
          <p:nvPr userDrawn="1">
            <p:custDataLst>
              <p:tags r:id="rId11"/>
            </p:custDataLst>
          </p:nvPr>
        </p:nvSpPr>
        <p:spPr>
          <a:xfrm>
            <a:off x="11514997" y="6264327"/>
            <a:ext cx="370614" cy="261610"/>
          </a:xfrm>
          <a:prstGeom prst="rect">
            <a:avLst/>
          </a:prstGeom>
          <a:noFill/>
        </p:spPr>
        <p:txBody>
          <a:bodyPr wrap="none" rtlCol="0">
            <a:spAutoFit/>
          </a:bodyPr>
          <a:lstStyle/>
          <a:p>
            <a:pPr algn="ctr"/>
            <a:fld id="{D9216C89-117A-4A4D-92EF-9CB1300BBD01}" type="slidenum">
              <a:rPr lang="zh-CN" altLang="en-US" sz="1100" smtClean="0"/>
            </a:fld>
            <a:endParaRPr lang="zh-CN" altLang="en-US" sz="1100" dirty="0"/>
          </a:p>
        </p:txBody>
      </p:sp>
      <p:sp>
        <p:nvSpPr>
          <p:cNvPr id="8" name="矩形 7"/>
          <p:cNvSpPr/>
          <p:nvPr userDrawn="1">
            <p:custDataLst>
              <p:tags r:id="rId12"/>
            </p:custDataLst>
          </p:nvPr>
        </p:nvSpPr>
        <p:spPr>
          <a:xfrm>
            <a:off x="-2769482" y="0"/>
            <a:ext cx="2353126" cy="467360"/>
          </a:xfrm>
          <a:prstGeom prst="rect">
            <a:avLst/>
          </a:prstGeom>
          <a:solidFill>
            <a:srgbClr val="005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#00561F</a:t>
            </a:r>
            <a:endParaRPr lang="zh-CN" altLang="en-US" dirty="0"/>
          </a:p>
        </p:txBody>
      </p:sp>
      <p:sp>
        <p:nvSpPr>
          <p:cNvPr id="9" name="矩形 8"/>
          <p:cNvSpPr/>
          <p:nvPr userDrawn="1">
            <p:custDataLst>
              <p:tags r:id="rId13"/>
            </p:custDataLst>
          </p:nvPr>
        </p:nvSpPr>
        <p:spPr>
          <a:xfrm>
            <a:off x="-2769482" y="467360"/>
            <a:ext cx="2353126" cy="4673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2"/>
                </a:solidFill>
              </a:rPr>
              <a:t>#F2F2F2</a:t>
            </a:r>
            <a:endParaRPr lang="zh-CN" altLang="en-US" dirty="0">
              <a:solidFill>
                <a:schemeClr val="tx2"/>
              </a:solidFill>
            </a:endParaRPr>
          </a:p>
        </p:txBody>
      </p:sp>
      <p:sp>
        <p:nvSpPr>
          <p:cNvPr id="10" name="矩形 9"/>
          <p:cNvSpPr/>
          <p:nvPr userDrawn="1">
            <p:custDataLst>
              <p:tags r:id="rId14"/>
            </p:custDataLst>
          </p:nvPr>
        </p:nvSpPr>
        <p:spPr>
          <a:xfrm>
            <a:off x="-2769482" y="934720"/>
            <a:ext cx="2353126" cy="4673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#FFC000</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xml"/><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tags" Target="../tags/tag305.xml"/></Relationships>
</file>

<file path=ppt/slides/_rels/slide2.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image" Target="../media/image6.png"/><Relationship Id="rId7" Type="http://schemas.openxmlformats.org/officeDocument/2006/relationships/tags" Target="../tags/tag316.xml"/><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 Type="http://schemas.openxmlformats.org/officeDocument/2006/relationships/tags" Target="../tags/tag312.xml"/><Relationship Id="rId2" Type="http://schemas.openxmlformats.org/officeDocument/2006/relationships/tags" Target="../tags/tag311.xml"/><Relationship Id="rId11" Type="http://schemas.openxmlformats.org/officeDocument/2006/relationships/notesSlide" Target="../notesSlides/notesSlide2.xml"/><Relationship Id="rId10" Type="http://schemas.openxmlformats.org/officeDocument/2006/relationships/slideLayout" Target="../slideLayouts/slideLayout3.xml"/><Relationship Id="rId1" Type="http://schemas.openxmlformats.org/officeDocument/2006/relationships/tags" Target="../tags/tag310.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19.xml"/><Relationship Id="rId2" Type="http://schemas.openxmlformats.org/officeDocument/2006/relationships/image" Target="../media/image7.png"/><Relationship Id="rId1" Type="http://schemas.openxmlformats.org/officeDocument/2006/relationships/tags" Target="../tags/tag31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20.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322.xml"/><Relationship Id="rId2" Type="http://schemas.openxmlformats.org/officeDocument/2006/relationships/image" Target="../media/image9.png"/><Relationship Id="rId1" Type="http://schemas.openxmlformats.org/officeDocument/2006/relationships/tags" Target="../tags/tag321.xml"/></Relationships>
</file>

<file path=ppt/slides/_rels/slide6.xml.rels><?xml version="1.0" encoding="UTF-8" standalone="yes"?>
<Relationships xmlns="http://schemas.openxmlformats.org/package/2006/relationships"><Relationship Id="rId9" Type="http://schemas.openxmlformats.org/officeDocument/2006/relationships/tags" Target="../tags/tag331.xml"/><Relationship Id="rId8" Type="http://schemas.openxmlformats.org/officeDocument/2006/relationships/tags" Target="../tags/tag330.xml"/><Relationship Id="rId7" Type="http://schemas.openxmlformats.org/officeDocument/2006/relationships/tags" Target="../tags/tag329.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3" Type="http://schemas.openxmlformats.org/officeDocument/2006/relationships/slideLayout" Target="../slideLayouts/slideLayout3.xml"/><Relationship Id="rId12" Type="http://schemas.openxmlformats.org/officeDocument/2006/relationships/tags" Target="../tags/tag333.xml"/><Relationship Id="rId11" Type="http://schemas.openxmlformats.org/officeDocument/2006/relationships/image" Target="../media/image10.png"/><Relationship Id="rId10" Type="http://schemas.openxmlformats.org/officeDocument/2006/relationships/tags" Target="../tags/tag332.xml"/><Relationship Id="rId1" Type="http://schemas.openxmlformats.org/officeDocument/2006/relationships/tags" Target="../tags/tag323.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36.xml"/><Relationship Id="rId3" Type="http://schemas.openxmlformats.org/officeDocument/2006/relationships/image" Target="../media/image11.png"/><Relationship Id="rId2" Type="http://schemas.openxmlformats.org/officeDocument/2006/relationships/tags" Target="../tags/tag335.xml"/><Relationship Id="rId1" Type="http://schemas.openxmlformats.org/officeDocument/2006/relationships/tags" Target="../tags/tag3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a:xfrm>
            <a:off x="572271" y="360914"/>
            <a:ext cx="4507556" cy="936040"/>
          </a:xfrm>
        </p:spPr>
        <p:txBody>
          <a:bodyPr>
            <a:normAutofit/>
          </a:bodyPr>
          <a:lstStyle/>
          <a:p>
            <a:pPr algn="l">
              <a:lnSpc>
                <a:spcPct val="120000"/>
              </a:lnSpc>
            </a:pPr>
            <a:r>
              <a:rPr lang="zh-CN" altLang="en-US" sz="3200" b="1" dirty="0">
                <a:solidFill>
                  <a:srgbClr val="005825"/>
                </a:solidFill>
                <a:latin typeface="+mn-lt"/>
                <a:ea typeface="+mn-ea"/>
                <a:cs typeface="+mn-cs"/>
              </a:rPr>
              <a:t>数据处理</a:t>
            </a:r>
            <a:endParaRPr lang="zh-CN" altLang="en-US" sz="3200" b="1" dirty="0">
              <a:solidFill>
                <a:srgbClr val="005825"/>
              </a:solidFill>
              <a:latin typeface="+mn-lt"/>
              <a:ea typeface="+mn-ea"/>
              <a:cs typeface="+mn-cs"/>
            </a:endParaRPr>
          </a:p>
        </p:txBody>
      </p:sp>
      <p:sp>
        <p:nvSpPr>
          <p:cNvPr id="9" name="矩形 8"/>
          <p:cNvSpPr/>
          <p:nvPr>
            <p:custDataLst>
              <p:tags r:id="rId2"/>
            </p:custDataLst>
          </p:nvPr>
        </p:nvSpPr>
        <p:spPr>
          <a:xfrm>
            <a:off x="7743023" y="2536822"/>
            <a:ext cx="3024163" cy="409550"/>
          </a:xfrm>
          <a:prstGeom prst="rect">
            <a:avLst/>
          </a:prstGeom>
          <a:noFill/>
        </p:spPr>
        <p:txBody>
          <a:bodyPr wrap="square" lIns="0" tIns="0" rIns="0" bIns="0" rtlCol="0" anchor="t" anchorCtr="0">
            <a:noAutofit/>
          </a:bodyPr>
          <a:p>
            <a:pPr algn="r">
              <a:lnSpc>
                <a:spcPct val="150000"/>
              </a:lnSpc>
              <a:spcBef>
                <a:spcPct val="0"/>
              </a:spcBef>
              <a:spcAft>
                <a:spcPct val="0"/>
              </a:spcAft>
            </a:pPr>
            <a:r>
              <a:rPr lang="zh-CN" altLang="en-US" sz="2000" kern="0">
                <a:solidFill>
                  <a:schemeClr val="lt1">
                    <a:lumMod val="100000"/>
                  </a:schemeClr>
                </a:solidFill>
                <a:latin typeface="+mn-ea"/>
                <a:cs typeface="+mn-ea"/>
              </a:rPr>
              <a:t>如华瑞股份案例</a:t>
            </a:r>
            <a:endParaRPr lang="zh-CN" altLang="en-US" sz="2000" kern="0">
              <a:solidFill>
                <a:schemeClr val="lt1">
                  <a:lumMod val="100000"/>
                </a:schemeClr>
              </a:solidFill>
              <a:latin typeface="+mn-ea"/>
              <a:cs typeface="+mn-ea"/>
            </a:endParaRPr>
          </a:p>
        </p:txBody>
      </p:sp>
      <p:sp>
        <p:nvSpPr>
          <p:cNvPr id="13" name="矩形 12"/>
          <p:cNvSpPr/>
          <p:nvPr>
            <p:custDataLst>
              <p:tags r:id="rId3"/>
            </p:custDataLst>
          </p:nvPr>
        </p:nvSpPr>
        <p:spPr>
          <a:xfrm>
            <a:off x="7743023" y="5707111"/>
            <a:ext cx="3024163" cy="422950"/>
          </a:xfrm>
          <a:prstGeom prst="rect">
            <a:avLst/>
          </a:prstGeom>
          <a:noFill/>
        </p:spPr>
        <p:txBody>
          <a:bodyPr wrap="square" lIns="0" tIns="0" rIns="0" bIns="0" rtlCol="0" anchor="t" anchorCtr="0">
            <a:noAutofit/>
          </a:bodyPr>
          <a:p>
            <a:pPr algn="r">
              <a:lnSpc>
                <a:spcPct val="150000"/>
              </a:lnSpc>
              <a:spcBef>
                <a:spcPct val="0"/>
              </a:spcBef>
              <a:spcAft>
                <a:spcPct val="0"/>
              </a:spcAft>
            </a:pPr>
            <a:r>
              <a:rPr lang="zh-CN" altLang="en-US" sz="2000" kern="0">
                <a:solidFill>
                  <a:schemeClr val="lt1">
                    <a:lumMod val="100000"/>
                  </a:schemeClr>
                </a:solidFill>
                <a:latin typeface="+mn-ea"/>
                <a:cs typeface="+mn-ea"/>
              </a:rPr>
              <a:t>近年大股东常采用</a:t>
            </a:r>
            <a:endParaRPr lang="zh-CN" altLang="en-US" sz="2000" kern="0">
              <a:solidFill>
                <a:schemeClr val="lt1">
                  <a:lumMod val="100000"/>
                </a:schemeClr>
              </a:solidFill>
              <a:latin typeface="+mn-ea"/>
              <a:cs typeface="+mn-ea"/>
            </a:endParaRPr>
          </a:p>
        </p:txBody>
      </p:sp>
      <p:sp>
        <p:nvSpPr>
          <p:cNvPr id="17" name="文本框 16"/>
          <p:cNvSpPr txBox="1"/>
          <p:nvPr/>
        </p:nvSpPr>
        <p:spPr>
          <a:xfrm>
            <a:off x="6236970" y="2542540"/>
            <a:ext cx="2640965" cy="3587750"/>
          </a:xfrm>
          <a:prstGeom prst="rect">
            <a:avLst/>
          </a:prstGeom>
          <a:noFill/>
        </p:spPr>
        <p:txBody>
          <a:bodyPr wrap="square" rtlCol="0">
            <a:noAutofit/>
          </a:bodyPr>
          <a:p>
            <a:endParaRPr lang="zh-CN" altLang="en-US"/>
          </a:p>
        </p:txBody>
      </p:sp>
      <p:sp>
        <p:nvSpPr>
          <p:cNvPr id="20" name="矩形 19"/>
          <p:cNvSpPr/>
          <p:nvPr>
            <p:custDataLst>
              <p:tags r:id="rId4"/>
            </p:custDataLst>
          </p:nvPr>
        </p:nvSpPr>
        <p:spPr>
          <a:xfrm>
            <a:off x="7743023" y="1927274"/>
            <a:ext cx="3024163" cy="544858"/>
          </a:xfrm>
          <a:prstGeom prst="rect">
            <a:avLst/>
          </a:prstGeom>
          <a:noFill/>
        </p:spPr>
        <p:txBody>
          <a:bodyPr wrap="square" lIns="0" tIns="0" rIns="0" bIns="0" rtlCol="0" anchor="b">
            <a:noAutofit/>
          </a:bodyPr>
          <a:p>
            <a:pPr algn="r">
              <a:spcBef>
                <a:spcPct val="0"/>
              </a:spcBef>
              <a:spcAft>
                <a:spcPct val="0"/>
              </a:spcAft>
            </a:pPr>
            <a:r>
              <a:rPr lang="zh-CN" altLang="en-US" sz="2400" b="1" kern="0">
                <a:solidFill>
                  <a:schemeClr val="lt1">
                    <a:lumMod val="100000"/>
                  </a:schemeClr>
                </a:solidFill>
                <a:latin typeface="+mn-ea"/>
                <a:cs typeface="+mn-ea"/>
              </a:rPr>
              <a:t>大股东表决权委托</a:t>
            </a:r>
            <a:endParaRPr lang="zh-CN" altLang="en-US" sz="2400" b="1" kern="0">
              <a:solidFill>
                <a:schemeClr val="lt1">
                  <a:lumMod val="100000"/>
                </a:schemeClr>
              </a:solidFill>
              <a:latin typeface="+mn-ea"/>
              <a:cs typeface="+mn-ea"/>
            </a:endParaRPr>
          </a:p>
        </p:txBody>
      </p:sp>
      <p:sp>
        <p:nvSpPr>
          <p:cNvPr id="25" name="文本框 24"/>
          <p:cNvSpPr txBox="1"/>
          <p:nvPr/>
        </p:nvSpPr>
        <p:spPr>
          <a:xfrm>
            <a:off x="370840" y="2908935"/>
            <a:ext cx="10963910" cy="2584450"/>
          </a:xfrm>
          <a:prstGeom prst="rect">
            <a:avLst/>
          </a:prstGeom>
          <a:noFill/>
        </p:spPr>
        <p:txBody>
          <a:bodyPr wrap="square" rtlCol="0">
            <a:spAutoFit/>
          </a:bodyPr>
          <a:p>
            <a:pPr algn="l"/>
            <a:r>
              <a:rPr lang="en-US" altLang="zh-CN" b="1">
                <a:sym typeface="+mn-ea"/>
              </a:rPr>
              <a:t>snap</a:t>
            </a:r>
            <a:r>
              <a:rPr lang="zh-CN" altLang="en-US" b="1">
                <a:sym typeface="+mn-ea"/>
              </a:rPr>
              <a:t>软件</a:t>
            </a:r>
            <a:r>
              <a:rPr lang="zh-CN" altLang="en-US">
                <a:sym typeface="+mn-ea"/>
              </a:rPr>
              <a:t>：</a:t>
            </a:r>
            <a:endParaRPr lang="zh-CN" altLang="en-US"/>
          </a:p>
          <a:p>
            <a:pPr algn="l"/>
            <a:r>
              <a:rPr lang="en-US" altLang="zh-CN"/>
              <a:t>SNAP </a:t>
            </a:r>
            <a:r>
              <a:rPr lang="zh-CN" altLang="en-US"/>
              <a:t>是欧洲空间局</a:t>
            </a:r>
            <a:r>
              <a:rPr lang="en-US" altLang="zh-CN"/>
              <a:t> ESA </a:t>
            </a:r>
            <a:r>
              <a:rPr lang="zh-CN" altLang="en-US"/>
              <a:t>推出的免费开源遥感图像处理平台，专为</a:t>
            </a:r>
            <a:r>
              <a:rPr lang="en-US" altLang="zh-CN"/>
              <a:t> Sentinel-1</a:t>
            </a:r>
            <a:r>
              <a:rPr lang="zh-CN" altLang="en-US"/>
              <a:t>、</a:t>
            </a:r>
            <a:r>
              <a:rPr lang="en-US" altLang="zh-CN"/>
              <a:t>Sentinel-2</a:t>
            </a:r>
            <a:r>
              <a:rPr lang="zh-CN" altLang="en-US"/>
              <a:t>、</a:t>
            </a:r>
            <a:r>
              <a:rPr lang="en-US" altLang="zh-CN"/>
              <a:t>Sentinel-3 </a:t>
            </a:r>
            <a:r>
              <a:rPr lang="zh-CN" altLang="en-US"/>
              <a:t>等哨兵系列卫星数据设计，支持辐射定标、几何校正、镶嵌、波段运算、变化检测等专业处理，具备可视化操作与批处理能力，广泛应用于资源监测、环境分析等科研与工程领域。</a:t>
            </a:r>
            <a:endParaRPr lang="zh-CN" altLang="en-US"/>
          </a:p>
          <a:p>
            <a:pPr algn="l"/>
            <a:endParaRPr lang="en-US" altLang="zh-CN"/>
          </a:p>
          <a:p>
            <a:pPr algn="l"/>
            <a:endParaRPr lang="zh-CN" altLang="en-US"/>
          </a:p>
          <a:p>
            <a:pPr algn="l"/>
            <a:r>
              <a:rPr lang="zh-CN" altLang="en-US" b="1">
                <a:sym typeface="+mn-ea"/>
              </a:rPr>
              <a:t>数据来源：</a:t>
            </a:r>
            <a:endParaRPr lang="zh-CN" altLang="en-US"/>
          </a:p>
          <a:p>
            <a:pPr algn="l"/>
            <a:r>
              <a:rPr lang="zh-CN" altLang="en-US">
                <a:sym typeface="+mn-ea"/>
              </a:rPr>
              <a:t>欧空局官网下载的</a:t>
            </a:r>
            <a:r>
              <a:rPr lang="en-US" altLang="zh-CN">
                <a:sym typeface="+mn-ea"/>
              </a:rPr>
              <a:t>_COG</a:t>
            </a:r>
            <a:r>
              <a:rPr lang="zh-CN" altLang="en-US">
                <a:sym typeface="+mn-ea"/>
              </a:rPr>
              <a:t>数据包（已经经过轨道标定处理以及辐射定标）。</a:t>
            </a:r>
            <a:endParaRPr lang="zh-CN" altLang="en-US"/>
          </a:p>
          <a:p>
            <a:endParaRPr lang="zh-CN" altLang="en-US"/>
          </a:p>
        </p:txBody>
      </p:sp>
      <p:sp>
        <p:nvSpPr>
          <p:cNvPr id="26" name="文本框 25"/>
          <p:cNvSpPr txBox="1"/>
          <p:nvPr/>
        </p:nvSpPr>
        <p:spPr>
          <a:xfrm>
            <a:off x="775335" y="1496060"/>
            <a:ext cx="10083165" cy="1198880"/>
          </a:xfrm>
          <a:prstGeom prst="rect">
            <a:avLst/>
          </a:prstGeom>
          <a:noFill/>
        </p:spPr>
        <p:txBody>
          <a:bodyPr wrap="square" rtlCol="0">
            <a:spAutoFit/>
          </a:bodyPr>
          <a:p>
            <a:pPr algn="ctr"/>
            <a:r>
              <a:rPr lang="en-US" altLang="zh-CN" sz="3600" b="1">
                <a:sym typeface="+mn-ea"/>
              </a:rPr>
              <a:t>snap</a:t>
            </a:r>
            <a:r>
              <a:rPr lang="zh-CN" altLang="en-US" sz="3600" b="1">
                <a:sym typeface="+mn-ea"/>
              </a:rPr>
              <a:t>处理哨兵一号数据</a:t>
            </a:r>
            <a:endParaRPr lang="zh-CN" altLang="en-US" sz="3600" b="1"/>
          </a:p>
          <a:p>
            <a:pPr algn="ctr"/>
            <a:endParaRPr lang="zh-CN" altLang="en-US" sz="3600"/>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圆角 22"/>
          <p:cNvSpPr/>
          <p:nvPr>
            <p:custDataLst>
              <p:tags r:id="rId1"/>
            </p:custDataLst>
          </p:nvPr>
        </p:nvSpPr>
        <p:spPr>
          <a:xfrm>
            <a:off x="702889" y="1341756"/>
            <a:ext cx="3273404" cy="4932678"/>
          </a:xfrm>
          <a:prstGeom prst="roundRect">
            <a:avLst>
              <a:gd name="adj" fmla="val 4268"/>
            </a:avLst>
          </a:prstGeom>
          <a:solidFill>
            <a:srgbClr val="FFFFFF"/>
          </a:solidFill>
          <a:ln>
            <a:noFill/>
          </a:ln>
          <a:effectLst>
            <a:outerShdw blurRad="203200" dir="5400000" algn="t"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2"/>
            </p:custDataLst>
          </p:nvPr>
        </p:nvSpPr>
        <p:spPr>
          <a:xfrm>
            <a:off x="858482" y="1832890"/>
            <a:ext cx="2693503" cy="449527"/>
          </a:xfrm>
          <a:prstGeom prst="rect">
            <a:avLst/>
          </a:prstGeom>
          <a:noFill/>
        </p:spPr>
        <p:txBody>
          <a:bodyPr wrap="square" lIns="0" tIns="0" rIns="0" bIns="0" rtlCol="0" anchor="t">
            <a:noAutofit/>
          </a:bodyPr>
          <a:p>
            <a:pPr>
              <a:lnSpc>
                <a:spcPct val="150000"/>
              </a:lnSpc>
              <a:spcBef>
                <a:spcPct val="0"/>
              </a:spcBef>
              <a:spcAft>
                <a:spcPct val="0"/>
              </a:spcAft>
            </a:pPr>
            <a:r>
              <a:rPr lang="en-US" altLang="zh-CN" sz="1400" dirty="0">
                <a:ln>
                  <a:noFill/>
                  <a:prstDash val="sysDot"/>
                </a:ln>
                <a:solidFill>
                  <a:srgbClr val="262626"/>
                </a:solidFill>
                <a:latin typeface="+mn-ea"/>
                <a:cs typeface="+mn-ea"/>
              </a:rPr>
              <a:t>speckle filtering</a:t>
            </a:r>
            <a:endParaRPr lang="en-US" altLang="zh-CN" sz="1400" dirty="0">
              <a:ln>
                <a:noFill/>
                <a:prstDash val="sysDot"/>
              </a:ln>
              <a:solidFill>
                <a:srgbClr val="262626"/>
              </a:solidFill>
              <a:latin typeface="+mn-ea"/>
              <a:cs typeface="+mn-ea"/>
            </a:endParaRPr>
          </a:p>
        </p:txBody>
      </p:sp>
      <p:sp>
        <p:nvSpPr>
          <p:cNvPr id="14" name="矩形 13"/>
          <p:cNvSpPr/>
          <p:nvPr>
            <p:custDataLst>
              <p:tags r:id="rId3"/>
            </p:custDataLst>
          </p:nvPr>
        </p:nvSpPr>
        <p:spPr>
          <a:xfrm>
            <a:off x="862965" y="1533525"/>
            <a:ext cx="2689225" cy="299085"/>
          </a:xfrm>
          <a:prstGeom prst="rect">
            <a:avLst/>
          </a:prstGeom>
          <a:noFill/>
          <a:ln>
            <a:noFill/>
          </a:ln>
        </p:spPr>
        <p:txBody>
          <a:bodyPr wrap="square" lIns="0" tIns="0" rIns="0" bIns="0" rtlCol="0" anchor="b">
            <a:noAutofit/>
          </a:bodyPr>
          <a:p>
            <a:pPr algn="l">
              <a:spcBef>
                <a:spcPct val="0"/>
              </a:spcBef>
              <a:spcAft>
                <a:spcPct val="0"/>
              </a:spcAft>
              <a:buClr>
                <a:schemeClr val="accent1"/>
              </a:buClr>
              <a:buSzPct val="70000"/>
            </a:pPr>
            <a:r>
              <a:rPr lang="zh-CN" altLang="en-US" b="1" dirty="0">
                <a:solidFill>
                  <a:schemeClr val="accent1"/>
                </a:solidFill>
                <a:latin typeface="+mn-ea"/>
                <a:cs typeface="+mn-ea"/>
              </a:rPr>
              <a:t>斑点噪声滤波处理</a:t>
            </a:r>
            <a:endParaRPr lang="zh-CN" altLang="en-US" b="1" dirty="0">
              <a:solidFill>
                <a:schemeClr val="accent1"/>
              </a:solidFill>
              <a:latin typeface="+mn-ea"/>
              <a:cs typeface="+mn-ea"/>
            </a:endParaRPr>
          </a:p>
        </p:txBody>
      </p:sp>
      <p:sp>
        <p:nvSpPr>
          <p:cNvPr id="18" name="矩形: 圆角 7"/>
          <p:cNvSpPr/>
          <p:nvPr>
            <p:custDataLst>
              <p:tags r:id="rId4"/>
            </p:custDataLst>
          </p:nvPr>
        </p:nvSpPr>
        <p:spPr>
          <a:xfrm>
            <a:off x="4459789" y="1341756"/>
            <a:ext cx="3273404" cy="4932678"/>
          </a:xfrm>
          <a:prstGeom prst="roundRect">
            <a:avLst>
              <a:gd name="adj" fmla="val 4268"/>
            </a:avLst>
          </a:prstGeom>
          <a:solidFill>
            <a:schemeClr val="accent1"/>
          </a:solidFill>
          <a:ln>
            <a:noFill/>
          </a:ln>
          <a:effectLst>
            <a:outerShdw blurRad="203200" dist="38100" dir="5400000" algn="t" rotWithShape="0">
              <a:schemeClr val="accent1">
                <a:lumMod val="75000"/>
                <a:alpha val="5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accent1"/>
              </a:solidFill>
            </a:endParaRPr>
          </a:p>
        </p:txBody>
      </p:sp>
      <p:sp>
        <p:nvSpPr>
          <p:cNvPr id="19" name="矩形 18"/>
          <p:cNvSpPr/>
          <p:nvPr>
            <p:custDataLst>
              <p:tags r:id="rId5"/>
            </p:custDataLst>
          </p:nvPr>
        </p:nvSpPr>
        <p:spPr>
          <a:xfrm>
            <a:off x="4541088" y="1832890"/>
            <a:ext cx="2693503" cy="449527"/>
          </a:xfrm>
          <a:prstGeom prst="rect">
            <a:avLst/>
          </a:prstGeom>
          <a:noFill/>
        </p:spPr>
        <p:txBody>
          <a:bodyPr wrap="square" lIns="0" tIns="0" rIns="0" bIns="0" rtlCol="0" anchor="t">
            <a:noAutofit/>
          </a:bodyPr>
          <a:p>
            <a:pPr>
              <a:lnSpc>
                <a:spcPct val="150000"/>
              </a:lnSpc>
              <a:spcBef>
                <a:spcPct val="0"/>
              </a:spcBef>
              <a:spcAft>
                <a:spcPct val="0"/>
              </a:spcAft>
            </a:pPr>
            <a:r>
              <a:rPr lang="en-US" altLang="zh-CN" sz="1400" dirty="0">
                <a:ln>
                  <a:noFill/>
                  <a:prstDash val="sysDot"/>
                </a:ln>
                <a:solidFill>
                  <a:schemeClr val="lt1">
                    <a:lumMod val="100000"/>
                  </a:schemeClr>
                </a:solidFill>
                <a:latin typeface="+mn-ea"/>
                <a:cs typeface="+mn-ea"/>
              </a:rPr>
              <a:t>terrain correction</a:t>
            </a:r>
            <a:endParaRPr lang="en-US" altLang="zh-CN" sz="1400" dirty="0">
              <a:ln>
                <a:noFill/>
                <a:prstDash val="sysDot"/>
              </a:ln>
              <a:solidFill>
                <a:schemeClr val="lt1">
                  <a:lumMod val="100000"/>
                </a:schemeClr>
              </a:solidFill>
              <a:latin typeface="+mn-ea"/>
              <a:cs typeface="+mn-ea"/>
            </a:endParaRPr>
          </a:p>
        </p:txBody>
      </p:sp>
      <p:sp>
        <p:nvSpPr>
          <p:cNvPr id="20" name="矩形 19"/>
          <p:cNvSpPr/>
          <p:nvPr>
            <p:custDataLst>
              <p:tags r:id="rId6"/>
            </p:custDataLst>
          </p:nvPr>
        </p:nvSpPr>
        <p:spPr>
          <a:xfrm>
            <a:off x="4651375" y="1430655"/>
            <a:ext cx="2689225" cy="333375"/>
          </a:xfrm>
          <a:prstGeom prst="rect">
            <a:avLst/>
          </a:prstGeom>
          <a:noFill/>
          <a:ln>
            <a:noFill/>
          </a:ln>
        </p:spPr>
        <p:txBody>
          <a:bodyPr wrap="square" lIns="0" tIns="0" rIns="0" bIns="0" rtlCol="0" anchor="b">
            <a:noAutofit/>
          </a:bodyPr>
          <a:p>
            <a:pPr>
              <a:spcBef>
                <a:spcPct val="0"/>
              </a:spcBef>
              <a:spcAft>
                <a:spcPct val="0"/>
              </a:spcAft>
              <a:buClr>
                <a:schemeClr val="accent1"/>
              </a:buClr>
              <a:buSzPct val="70000"/>
            </a:pPr>
            <a:r>
              <a:rPr lang="zh-CN" altLang="en-US" b="1" dirty="0">
                <a:solidFill>
                  <a:srgbClr val="FFFFFF"/>
                </a:solidFill>
                <a:latin typeface="+mn-ea"/>
                <a:cs typeface="+mn-ea"/>
              </a:rPr>
              <a:t>地形矫正</a:t>
            </a:r>
            <a:endParaRPr lang="zh-CN" altLang="en-US" b="1" dirty="0">
              <a:solidFill>
                <a:srgbClr val="FFFFFF"/>
              </a:solidFill>
              <a:latin typeface="+mn-ea"/>
              <a:cs typeface="+mn-ea"/>
            </a:endParaRPr>
          </a:p>
        </p:txBody>
      </p:sp>
      <p:sp>
        <p:nvSpPr>
          <p:cNvPr id="2" name="文本占位符 1"/>
          <p:cNvSpPr>
            <a:spLocks noGrp="1"/>
          </p:cNvSpPr>
          <p:nvPr>
            <p:ph type="body" sz="quarter" idx="10"/>
            <p:custDataLst>
              <p:tags r:id="rId7"/>
            </p:custDataLst>
          </p:nvPr>
        </p:nvSpPr>
        <p:spPr/>
        <p:txBody>
          <a:bodyPr wrap="none"/>
          <a:p>
            <a:pPr algn="l"/>
            <a:r>
              <a:rPr lang="zh-CN" altLang="en-US" dirty="0"/>
              <a:t>数据处理</a:t>
            </a:r>
            <a:endParaRPr lang="zh-CN" altLang="en-US" dirty="0"/>
          </a:p>
        </p:txBody>
      </p:sp>
      <p:sp>
        <p:nvSpPr>
          <p:cNvPr id="3" name="文本框 2"/>
          <p:cNvSpPr txBox="1"/>
          <p:nvPr/>
        </p:nvSpPr>
        <p:spPr>
          <a:xfrm>
            <a:off x="741680" y="2282190"/>
            <a:ext cx="2991485" cy="4067810"/>
          </a:xfrm>
          <a:prstGeom prst="rect">
            <a:avLst/>
          </a:prstGeom>
          <a:noFill/>
        </p:spPr>
        <p:txBody>
          <a:bodyPr wrap="square" rtlCol="0">
            <a:noAutofit/>
          </a:bodyPr>
          <a:p>
            <a:r>
              <a:rPr lang="zh-CN" altLang="en-US"/>
              <a:t>因为下载过的数据</a:t>
            </a:r>
            <a:r>
              <a:rPr lang="zh-CN" altLang="en-US">
                <a:sym typeface="+mn-ea"/>
              </a:rPr>
              <a:t>已经经过轨道定标处理以及辐射定标。所以只需要经过两个步骤就可以用来拼接。斑点噪声滤波处理主要是为了去除</a:t>
            </a:r>
            <a:r>
              <a:rPr lang="en-US" altLang="zh-CN">
                <a:sym typeface="+mn-ea"/>
              </a:rPr>
              <a:t>SAR</a:t>
            </a:r>
            <a:r>
              <a:rPr lang="zh-CN" altLang="en-US">
                <a:sym typeface="+mn-ea"/>
              </a:rPr>
              <a:t>成像时数据的斑点噪声。提高数据可读性。</a:t>
            </a:r>
            <a:endParaRPr lang="zh-CN" altLang="en-US">
              <a:sym typeface="+mn-ea"/>
            </a:endParaRPr>
          </a:p>
        </p:txBody>
      </p:sp>
      <p:sp>
        <p:nvSpPr>
          <p:cNvPr id="4" name="文本框 3"/>
          <p:cNvSpPr txBox="1"/>
          <p:nvPr/>
        </p:nvSpPr>
        <p:spPr>
          <a:xfrm>
            <a:off x="4540250" y="2350770"/>
            <a:ext cx="2707640" cy="3120390"/>
          </a:xfrm>
          <a:prstGeom prst="rect">
            <a:avLst/>
          </a:prstGeom>
          <a:noFill/>
        </p:spPr>
        <p:txBody>
          <a:bodyPr wrap="square" rtlCol="0">
            <a:noAutofit/>
          </a:bodyPr>
          <a:p>
            <a:r>
              <a:rPr lang="zh-CN" altLang="en-US">
                <a:solidFill>
                  <a:schemeClr val="bg1"/>
                </a:solidFill>
              </a:rPr>
              <a:t>地形矫正主要是为了去除因为山体等因素导致的位置和形状发生偏移。排除几何畸变，尺度失真和辐射偏差。</a:t>
            </a:r>
            <a:endParaRPr lang="zh-CN" altLang="en-US">
              <a:solidFill>
                <a:schemeClr val="bg1"/>
              </a:solidFill>
            </a:endParaRPr>
          </a:p>
        </p:txBody>
      </p:sp>
      <p:sp>
        <p:nvSpPr>
          <p:cNvPr id="13" name="文本框 12"/>
          <p:cNvSpPr txBox="1"/>
          <p:nvPr/>
        </p:nvSpPr>
        <p:spPr>
          <a:xfrm>
            <a:off x="4072890" y="-2413000"/>
            <a:ext cx="4064000" cy="368300"/>
          </a:xfrm>
          <a:prstGeom prst="rect">
            <a:avLst/>
          </a:prstGeom>
          <a:noFill/>
        </p:spPr>
        <p:txBody>
          <a:bodyPr wrap="square" rtlCol="0">
            <a:spAutoFit/>
          </a:bodyPr>
          <a:p>
            <a:endParaRPr lang="zh-CN" altLang="en-US"/>
          </a:p>
        </p:txBody>
      </p:sp>
      <p:sp>
        <p:nvSpPr>
          <p:cNvPr id="15" name="文本框 14"/>
          <p:cNvSpPr txBox="1"/>
          <p:nvPr/>
        </p:nvSpPr>
        <p:spPr>
          <a:xfrm>
            <a:off x="-741045" y="-3641725"/>
            <a:ext cx="4064000" cy="368300"/>
          </a:xfrm>
          <a:prstGeom prst="rect">
            <a:avLst/>
          </a:prstGeom>
          <a:noFill/>
        </p:spPr>
        <p:txBody>
          <a:bodyPr wrap="square" rtlCol="0">
            <a:spAutoFit/>
          </a:bodyPr>
          <a:p>
            <a:endParaRPr lang="zh-CN" altLang="en-US"/>
          </a:p>
        </p:txBody>
      </p:sp>
      <p:sp>
        <p:nvSpPr>
          <p:cNvPr id="16" name="文本框 15"/>
          <p:cNvSpPr txBox="1"/>
          <p:nvPr/>
        </p:nvSpPr>
        <p:spPr>
          <a:xfrm>
            <a:off x="-2204720" y="979805"/>
            <a:ext cx="4064000" cy="368300"/>
          </a:xfrm>
          <a:prstGeom prst="rect">
            <a:avLst/>
          </a:prstGeom>
          <a:noFill/>
        </p:spPr>
        <p:txBody>
          <a:bodyPr wrap="square" rtlCol="0">
            <a:spAutoFit/>
          </a:bodyPr>
          <a:p>
            <a:endParaRPr lang="zh-CN" altLang="en-US"/>
          </a:p>
        </p:txBody>
      </p:sp>
      <p:pic>
        <p:nvPicPr>
          <p:cNvPr id="5" name="图片 4" descr="屏幕截图 2026-03-28 225231"/>
          <p:cNvPicPr>
            <a:picLocks noChangeAspect="1"/>
          </p:cNvPicPr>
          <p:nvPr/>
        </p:nvPicPr>
        <p:blipFill>
          <a:blip r:embed="rId8"/>
          <a:stretch>
            <a:fillRect/>
          </a:stretch>
        </p:blipFill>
        <p:spPr>
          <a:xfrm>
            <a:off x="7812405" y="1291590"/>
            <a:ext cx="4251325" cy="4722495"/>
          </a:xfrm>
          <a:prstGeom prst="rect">
            <a:avLst/>
          </a:prstGeom>
        </p:spPr>
      </p:pic>
      <p:sp>
        <p:nvSpPr>
          <p:cNvPr id="8" name="文本框 7"/>
          <p:cNvSpPr txBox="1"/>
          <p:nvPr/>
        </p:nvSpPr>
        <p:spPr>
          <a:xfrm>
            <a:off x="7971155" y="6165215"/>
            <a:ext cx="4064000" cy="368300"/>
          </a:xfrm>
          <a:prstGeom prst="rect">
            <a:avLst/>
          </a:prstGeom>
          <a:noFill/>
        </p:spPr>
        <p:txBody>
          <a:bodyPr wrap="square" rtlCol="0">
            <a:spAutoFit/>
          </a:bodyPr>
          <a:p>
            <a:pPr algn="ctr"/>
            <a:r>
              <a:rPr lang="zh-CN" altLang="en-US"/>
              <a:t>经处理过的图片</a:t>
            </a:r>
            <a:endParaRPr lang="zh-CN" altLang="en-US"/>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 name="矩形 32"/>
          <p:cNvSpPr/>
          <p:nvPr/>
        </p:nvSpPr>
        <p:spPr>
          <a:xfrm>
            <a:off x="7933055" y="1737995"/>
            <a:ext cx="4006850" cy="44989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因为华北平原的范围太大，所以需要很多景来拼接成图。我初步是选用了</a:t>
            </a:r>
            <a:r>
              <a:rPr lang="en-US" altLang="zh-CN"/>
              <a:t>8</a:t>
            </a:r>
            <a:r>
              <a:rPr lang="zh-CN" altLang="en-US"/>
              <a:t>景来拼接的，覆盖效果感觉还是很好的。最后的成图就是在</a:t>
            </a:r>
            <a:r>
              <a:rPr lang="en-US" altLang="zh-CN"/>
              <a:t>Sigma0_VV</a:t>
            </a:r>
            <a:r>
              <a:rPr lang="zh-CN" altLang="en-US"/>
              <a:t>和</a:t>
            </a:r>
            <a:r>
              <a:rPr lang="en-US" altLang="zh-CN"/>
              <a:t>Sigma0_VH</a:t>
            </a:r>
            <a:r>
              <a:rPr lang="zh-CN" altLang="en-US"/>
              <a:t>里面。结尾的</a:t>
            </a:r>
            <a:r>
              <a:rPr lang="en-US" altLang="zh-CN"/>
              <a:t>V</a:t>
            </a:r>
            <a:r>
              <a:rPr lang="zh-CN" altLang="en-US"/>
              <a:t>和</a:t>
            </a:r>
            <a:r>
              <a:rPr lang="en-US" altLang="zh-CN"/>
              <a:t>H</a:t>
            </a:r>
            <a:r>
              <a:rPr lang="zh-CN" altLang="en-US"/>
              <a:t>不同代表数据来源的不同极化接受方式。</a:t>
            </a:r>
            <a:r>
              <a:rPr lang="en-US" altLang="zh-CN"/>
              <a:t>VV</a:t>
            </a:r>
            <a:r>
              <a:rPr lang="zh-CN" altLang="en-US"/>
              <a:t>对地表粗糙度，裸土，岩石等更敏感。</a:t>
            </a:r>
            <a:r>
              <a:rPr lang="en-US" altLang="zh-CN"/>
              <a:t>VH</a:t>
            </a:r>
            <a:r>
              <a:rPr lang="zh-CN" altLang="en-US"/>
              <a:t>对植被覆盖，森林，农作物更敏感。</a:t>
            </a:r>
            <a:endParaRPr lang="zh-CN" altLang="en-US"/>
          </a:p>
        </p:txBody>
      </p:sp>
      <p:sp>
        <p:nvSpPr>
          <p:cNvPr id="2" name="文本占位符 1"/>
          <p:cNvSpPr>
            <a:spLocks noGrp="1"/>
          </p:cNvSpPr>
          <p:nvPr>
            <p:ph type="body" sz="quarter" idx="10"/>
            <p:custDataLst>
              <p:tags r:id="rId1"/>
            </p:custDataLst>
          </p:nvPr>
        </p:nvSpPr>
        <p:spPr/>
        <p:txBody>
          <a:bodyPr wrap="none"/>
          <a:p>
            <a:pPr algn="l"/>
            <a:r>
              <a:rPr lang="zh-CN" altLang="en-US" dirty="0"/>
              <a:t>数据处理</a:t>
            </a:r>
            <a:endParaRPr lang="zh-CN" altLang="en-US" dirty="0"/>
          </a:p>
        </p:txBody>
      </p:sp>
      <p:pic>
        <p:nvPicPr>
          <p:cNvPr id="3" name="图片 2" descr="屏幕截图 2026-03-28 231050"/>
          <p:cNvPicPr>
            <a:picLocks noChangeAspect="1"/>
          </p:cNvPicPr>
          <p:nvPr/>
        </p:nvPicPr>
        <p:blipFill>
          <a:blip r:embed="rId2"/>
          <a:stretch>
            <a:fillRect/>
          </a:stretch>
        </p:blipFill>
        <p:spPr>
          <a:xfrm>
            <a:off x="549910" y="948690"/>
            <a:ext cx="6905625" cy="567436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p:nvSpPr>
        <p:spPr>
          <a:xfrm>
            <a:off x="9087485" y="1013460"/>
            <a:ext cx="2877185" cy="534289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把</a:t>
            </a:r>
            <a:r>
              <a:rPr lang="en-US" altLang="zh-CN"/>
              <a:t>8</a:t>
            </a:r>
            <a:r>
              <a:rPr lang="zh-CN" altLang="en-US"/>
              <a:t>景的图像两次处理完之后就用</a:t>
            </a:r>
            <a:r>
              <a:rPr lang="en-US" altLang="zh-CN"/>
              <a:t>SAR-mosaic</a:t>
            </a:r>
            <a:r>
              <a:rPr lang="zh-CN" altLang="en-US"/>
              <a:t>工具将</a:t>
            </a:r>
            <a:r>
              <a:rPr lang="en-US" altLang="zh-CN"/>
              <a:t>8</a:t>
            </a:r>
            <a:r>
              <a:rPr lang="zh-CN" altLang="en-US"/>
              <a:t>景拼接好就行了，拼接和自动将重复区域的数据处理好。红色框的是数据范围，大致是华北平原，右图是拼接成的图像，分辨率是</a:t>
            </a:r>
            <a:r>
              <a:rPr lang="en-US" altLang="zh-CN"/>
              <a:t>10m</a:t>
            </a:r>
            <a:r>
              <a:rPr lang="zh-CN" altLang="en-US"/>
              <a:t>，</a:t>
            </a:r>
            <a:r>
              <a:rPr lang="en-US" altLang="zh-CN"/>
              <a:t>snap</a:t>
            </a:r>
            <a:r>
              <a:rPr lang="zh-CN" altLang="en-US"/>
              <a:t>软件会自动处理为</a:t>
            </a:r>
            <a:r>
              <a:rPr lang="en-US" altLang="zh-CN"/>
              <a:t>512*512</a:t>
            </a:r>
            <a:r>
              <a:rPr lang="zh-CN" altLang="en-US"/>
              <a:t>格式的。</a:t>
            </a:r>
            <a:endParaRPr lang="zh-CN" altLang="en-US"/>
          </a:p>
        </p:txBody>
      </p:sp>
      <p:sp>
        <p:nvSpPr>
          <p:cNvPr id="3" name="文本占位符 2"/>
          <p:cNvSpPr>
            <a:spLocks noGrp="1"/>
          </p:cNvSpPr>
          <p:nvPr>
            <p:ph type="body" sz="quarter" idx="10"/>
          </p:nvPr>
        </p:nvSpPr>
        <p:spPr>
          <a:xfrm>
            <a:off x="485775" y="348615"/>
            <a:ext cx="6827520" cy="1249680"/>
          </a:xfrm>
        </p:spPr>
        <p:txBody>
          <a:bodyPr/>
          <a:p>
            <a:pPr algn="l"/>
            <a:r>
              <a:rPr lang="zh-CN" altLang="en-US" dirty="0">
                <a:sym typeface="+mn-ea"/>
              </a:rPr>
              <a:t>数据处理</a:t>
            </a:r>
            <a:endParaRPr lang="zh-CN" altLang="en-US" dirty="0"/>
          </a:p>
          <a:p>
            <a:endParaRPr lang="zh-CN" altLang="en-US"/>
          </a:p>
        </p:txBody>
      </p:sp>
      <p:sp>
        <p:nvSpPr>
          <p:cNvPr id="2" name="灯片编号占位符 1"/>
          <p:cNvSpPr>
            <a:spLocks noGrp="1"/>
          </p:cNvSpPr>
          <p:nvPr>
            <p:ph type="sldNum" sz="quarter" idx="4294967295"/>
          </p:nvPr>
        </p:nvSpPr>
        <p:spPr>
          <a:xfrm>
            <a:off x="9448800" y="6356350"/>
            <a:ext cx="2743200" cy="365125"/>
          </a:xfrm>
        </p:spPr>
        <p:txBody>
          <a:bodyPr/>
          <a:p>
            <a:fld id="{7D9BB5D0-35E4-459D-AEF3-FE4D7C45CC19}" type="slidenum">
              <a:rPr lang="zh-CN" altLang="en-US" smtClean="0"/>
            </a:fld>
            <a:endParaRPr lang="zh-CN" altLang="en-US"/>
          </a:p>
        </p:txBody>
      </p:sp>
      <p:pic>
        <p:nvPicPr>
          <p:cNvPr id="10" name="图片 9" descr="屏幕截图 2026-03-28 232547"/>
          <p:cNvPicPr>
            <a:picLocks noChangeAspect="1"/>
          </p:cNvPicPr>
          <p:nvPr/>
        </p:nvPicPr>
        <p:blipFill>
          <a:blip r:embed="rId1"/>
          <a:stretch>
            <a:fillRect/>
          </a:stretch>
        </p:blipFill>
        <p:spPr>
          <a:xfrm>
            <a:off x="0" y="1003935"/>
            <a:ext cx="8947785" cy="546608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0"/>
            <p:custDataLst>
              <p:tags r:id="rId1"/>
            </p:custDataLst>
          </p:nvPr>
        </p:nvSpPr>
        <p:spPr/>
        <p:txBody>
          <a:bodyPr/>
          <a:p>
            <a:r>
              <a:rPr lang="zh-CN" altLang="en-US"/>
              <a:t>数据处理</a:t>
            </a:r>
            <a:endParaRPr lang="zh-CN" altLang="en-US"/>
          </a:p>
        </p:txBody>
      </p:sp>
      <p:sp>
        <p:nvSpPr>
          <p:cNvPr id="2" name="灯片编号占位符 1"/>
          <p:cNvSpPr>
            <a:spLocks noGrp="1"/>
          </p:cNvSpPr>
          <p:nvPr>
            <p:ph type="sldNum" sz="quarter" idx="4294967295"/>
          </p:nvPr>
        </p:nvSpPr>
        <p:spPr>
          <a:xfrm>
            <a:off x="9448800" y="6356350"/>
            <a:ext cx="2743200" cy="365125"/>
          </a:xfrm>
        </p:spPr>
        <p:txBody>
          <a:bodyPr/>
          <a:p>
            <a:fld id="{7D9BB5D0-35E4-459D-AEF3-FE4D7C45CC19}" type="slidenum">
              <a:rPr lang="zh-CN" altLang="en-US" smtClean="0"/>
            </a:fld>
            <a:endParaRPr lang="zh-CN" altLang="en-US"/>
          </a:p>
        </p:txBody>
      </p:sp>
      <p:pic>
        <p:nvPicPr>
          <p:cNvPr id="4" name="图片 3" descr="屏幕截图 2026-03-28 233246"/>
          <p:cNvPicPr>
            <a:picLocks noChangeAspect="1"/>
          </p:cNvPicPr>
          <p:nvPr/>
        </p:nvPicPr>
        <p:blipFill>
          <a:blip r:embed="rId2"/>
          <a:stretch>
            <a:fillRect/>
          </a:stretch>
        </p:blipFill>
        <p:spPr>
          <a:xfrm>
            <a:off x="536575" y="845820"/>
            <a:ext cx="7162800" cy="5715000"/>
          </a:xfrm>
          <a:prstGeom prst="rect">
            <a:avLst/>
          </a:prstGeom>
        </p:spPr>
      </p:pic>
      <p:sp>
        <p:nvSpPr>
          <p:cNvPr id="33" name="矩形 32"/>
          <p:cNvSpPr/>
          <p:nvPr/>
        </p:nvSpPr>
        <p:spPr>
          <a:xfrm>
            <a:off x="7836535" y="1454150"/>
            <a:ext cx="4006850" cy="44989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为了减小偶然误差，涵盖更多的信息，我采用选取一年内</a:t>
            </a:r>
            <a:r>
              <a:rPr lang="en-US" altLang="zh-CN"/>
              <a:t>4</a:t>
            </a:r>
            <a:r>
              <a:rPr lang="zh-CN" altLang="en-US"/>
              <a:t>个时令内的数据，将每一个时令的数据按照前述做法处理拼接成图，最后生成一整年的一张完整的图。</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46647" y="1812643"/>
            <a:ext cx="2261912" cy="713479"/>
          </a:xfrm>
          <a:prstGeom prst="rect">
            <a:avLst/>
          </a:prstGeom>
          <a:noFill/>
        </p:spPr>
        <p:txBody>
          <a:bodyPr wrap="square" lIns="0" tIns="0" rIns="0" bIns="0" anchor="t" anchorCtr="0">
            <a:noAutofit/>
          </a:bodyPr>
          <a:lstStyle>
            <a:defPPr>
              <a:defRPr lang="zh-CN"/>
            </a:defPPr>
            <a:lvl1pPr algn="just">
              <a:defRPr sz="1400" spc="0">
                <a:ln>
                  <a:noFill/>
                  <a:prstDash val="sysDot"/>
                </a:ln>
                <a:solidFill>
                  <a:schemeClr val="tx1">
                    <a:lumMod val="75000"/>
                    <a:lumOff val="25000"/>
                  </a:schemeClr>
                </a:solidFill>
                <a:latin typeface="微软雅黑 Light" panose="020B0502040204020203" pitchFamily="34" charset="-122"/>
                <a:ea typeface="微软雅黑 Light" panose="020B0502040204020203" pitchFamily="34" charset="-122"/>
              </a:defRPr>
            </a:lvl1pPr>
          </a:lstStyle>
          <a:p>
            <a:pPr algn="ctr">
              <a:lnSpc>
                <a:spcPct val="130000"/>
              </a:lnSpc>
              <a:spcBef>
                <a:spcPts val="0"/>
              </a:spcBef>
              <a:spcAft>
                <a:spcPts val="0"/>
              </a:spcAft>
            </a:pPr>
            <a:r>
              <a:rPr lang="zh-CN" altLang="en-US" sz="1200" dirty="0">
                <a:solidFill>
                  <a:schemeClr val="tx1">
                    <a:lumMod val="85000"/>
                    <a:lumOff val="15000"/>
                  </a:schemeClr>
                </a:solidFill>
                <a:latin typeface="+mn-ea"/>
                <a:ea typeface="+mn-ea"/>
              </a:rPr>
              <a:t>处理数据过程太过繁琐，数据量太大。</a:t>
            </a:r>
            <a:endParaRPr lang="zh-CN" altLang="en-US" sz="1200" dirty="0">
              <a:solidFill>
                <a:schemeClr val="tx1">
                  <a:lumMod val="85000"/>
                  <a:lumOff val="15000"/>
                </a:schemeClr>
              </a:solidFill>
              <a:latin typeface="+mn-ea"/>
              <a:ea typeface="+mn-ea"/>
            </a:endParaRPr>
          </a:p>
        </p:txBody>
      </p:sp>
      <p:sp>
        <p:nvSpPr>
          <p:cNvPr id="7" name="文本框 6"/>
          <p:cNvSpPr txBox="1"/>
          <p:nvPr>
            <p:custDataLst>
              <p:tags r:id="rId2"/>
            </p:custDataLst>
          </p:nvPr>
        </p:nvSpPr>
        <p:spPr>
          <a:xfrm>
            <a:off x="1246505" y="1315085"/>
            <a:ext cx="1139190" cy="356235"/>
          </a:xfrm>
          <a:prstGeom prst="rect">
            <a:avLst/>
          </a:prstGeom>
          <a:noFill/>
        </p:spPr>
        <p:txBody>
          <a:bodyPr wrap="square" lIns="0" tIns="0" rIns="0" bIns="0" anchor="t" anchorCtr="0">
            <a:noAutofit/>
          </a:bodyPr>
          <a:lstStyle/>
          <a:p>
            <a:pPr algn="ctr">
              <a:lnSpc>
                <a:spcPct val="150000"/>
              </a:lnSpc>
            </a:pPr>
            <a:r>
              <a:rPr lang="zh-CN" altLang="en-US" b="1" dirty="0">
                <a:solidFill>
                  <a:schemeClr val="accent1"/>
                </a:solidFill>
                <a:latin typeface="+mn-ea"/>
              </a:rPr>
              <a:t>数据量大</a:t>
            </a:r>
            <a:endParaRPr lang="zh-CN" altLang="en-US" b="1" dirty="0">
              <a:solidFill>
                <a:schemeClr val="accent1"/>
              </a:solidFill>
              <a:latin typeface="+mn-ea"/>
            </a:endParaRPr>
          </a:p>
        </p:txBody>
      </p:sp>
      <p:sp>
        <p:nvSpPr>
          <p:cNvPr id="8" name="文本框 7"/>
          <p:cNvSpPr txBox="1"/>
          <p:nvPr>
            <p:custDataLst>
              <p:tags r:id="rId3"/>
            </p:custDataLst>
          </p:nvPr>
        </p:nvSpPr>
        <p:spPr>
          <a:xfrm>
            <a:off x="1246603" y="3111218"/>
            <a:ext cx="2261912" cy="713479"/>
          </a:xfrm>
          <a:prstGeom prst="rect">
            <a:avLst/>
          </a:prstGeom>
          <a:noFill/>
        </p:spPr>
        <p:txBody>
          <a:bodyPr wrap="square" lIns="0" tIns="0" rIns="0" bIns="0" anchor="t" anchorCtr="0">
            <a:noAutofit/>
          </a:bodyPr>
          <a:lstStyle>
            <a:defPPr>
              <a:defRPr lang="zh-CN"/>
            </a:defPPr>
            <a:lvl1pPr algn="just">
              <a:defRPr sz="1400" spc="0">
                <a:ln>
                  <a:noFill/>
                  <a:prstDash val="sysDot"/>
                </a:ln>
                <a:solidFill>
                  <a:schemeClr val="tx1">
                    <a:lumMod val="75000"/>
                    <a:lumOff val="25000"/>
                  </a:schemeClr>
                </a:solidFill>
                <a:latin typeface="微软雅黑 Light" panose="020B0502040204020203" pitchFamily="34" charset="-122"/>
                <a:ea typeface="微软雅黑 Light" panose="020B0502040204020203" pitchFamily="34" charset="-122"/>
              </a:defRPr>
            </a:lvl1pPr>
          </a:lstStyle>
          <a:p>
            <a:pPr algn="ctr">
              <a:lnSpc>
                <a:spcPct val="130000"/>
              </a:lnSpc>
              <a:spcBef>
                <a:spcPts val="0"/>
              </a:spcBef>
              <a:spcAft>
                <a:spcPts val="0"/>
              </a:spcAft>
            </a:pPr>
            <a:r>
              <a:rPr lang="zh-CN" altLang="en-US" sz="1200" spc="0" dirty="0">
                <a:ln>
                  <a:noFill/>
                  <a:prstDash val="sysDot"/>
                </a:ln>
                <a:solidFill>
                  <a:schemeClr val="tx1">
                    <a:lumMod val="85000"/>
                    <a:lumOff val="15000"/>
                  </a:schemeClr>
                </a:solidFill>
                <a:latin typeface="+mn-ea"/>
                <a:ea typeface="+mn-ea"/>
                <a:sym typeface="+mn-ea"/>
              </a:rPr>
              <a:t>每一步处理都要几分钟到几十分钟不等。尤其最后一步的拼接，最长的一次拼了</a:t>
            </a:r>
            <a:r>
              <a:rPr lang="en-US" altLang="zh-CN" sz="1200" spc="0" dirty="0">
                <a:ln>
                  <a:noFill/>
                  <a:prstDash val="sysDot"/>
                </a:ln>
                <a:solidFill>
                  <a:schemeClr val="tx1">
                    <a:lumMod val="85000"/>
                    <a:lumOff val="15000"/>
                  </a:schemeClr>
                </a:solidFill>
                <a:latin typeface="+mn-ea"/>
                <a:ea typeface="+mn-ea"/>
                <a:sym typeface="+mn-ea"/>
              </a:rPr>
              <a:t>40</a:t>
            </a:r>
            <a:r>
              <a:rPr lang="zh-CN" altLang="en-US" sz="1200" spc="0" dirty="0">
                <a:ln>
                  <a:noFill/>
                  <a:prstDash val="sysDot"/>
                </a:ln>
                <a:solidFill>
                  <a:schemeClr val="tx1">
                    <a:lumMod val="85000"/>
                    <a:lumOff val="15000"/>
                  </a:schemeClr>
                </a:solidFill>
                <a:latin typeface="+mn-ea"/>
                <a:ea typeface="+mn-ea"/>
                <a:sym typeface="+mn-ea"/>
              </a:rPr>
              <a:t>多分钟。</a:t>
            </a:r>
            <a:endParaRPr lang="zh-CN" altLang="en-US" sz="1200" spc="0" dirty="0">
              <a:ln>
                <a:noFill/>
                <a:prstDash val="sysDot"/>
              </a:ln>
              <a:solidFill>
                <a:schemeClr val="tx1">
                  <a:lumMod val="85000"/>
                  <a:lumOff val="15000"/>
                </a:schemeClr>
              </a:solidFill>
              <a:latin typeface="+mn-ea"/>
              <a:ea typeface="+mn-ea"/>
              <a:sym typeface="+mn-ea"/>
            </a:endParaRPr>
          </a:p>
        </p:txBody>
      </p:sp>
      <p:sp>
        <p:nvSpPr>
          <p:cNvPr id="9" name="文本框 8"/>
          <p:cNvSpPr txBox="1"/>
          <p:nvPr>
            <p:custDataLst>
              <p:tags r:id="rId4"/>
            </p:custDataLst>
          </p:nvPr>
        </p:nvSpPr>
        <p:spPr>
          <a:xfrm>
            <a:off x="1246505" y="2667635"/>
            <a:ext cx="1362710" cy="346710"/>
          </a:xfrm>
          <a:prstGeom prst="rect">
            <a:avLst/>
          </a:prstGeom>
          <a:noFill/>
        </p:spPr>
        <p:txBody>
          <a:bodyPr wrap="square" lIns="0" tIns="0" rIns="0" bIns="0" anchor="t" anchorCtr="0">
            <a:noAutofit/>
          </a:bodyPr>
          <a:lstStyle/>
          <a:p>
            <a:pPr algn="ctr">
              <a:lnSpc>
                <a:spcPct val="150000"/>
              </a:lnSpc>
            </a:pPr>
            <a:r>
              <a:rPr lang="zh-CN" altLang="en-US" b="1" dirty="0">
                <a:solidFill>
                  <a:schemeClr val="accent1"/>
                </a:solidFill>
                <a:latin typeface="+mn-ea"/>
              </a:rPr>
              <a:t>耗费时间长</a:t>
            </a:r>
            <a:endParaRPr lang="zh-CN" altLang="en-US" b="1" dirty="0">
              <a:solidFill>
                <a:schemeClr val="accent1"/>
              </a:solidFill>
              <a:latin typeface="+mn-ea"/>
            </a:endParaRPr>
          </a:p>
        </p:txBody>
      </p:sp>
      <p:sp>
        <p:nvSpPr>
          <p:cNvPr id="10" name="椭圆 9"/>
          <p:cNvSpPr/>
          <p:nvPr>
            <p:custDataLst>
              <p:tags r:id="rId5"/>
            </p:custDataLst>
          </p:nvPr>
        </p:nvSpPr>
        <p:spPr>
          <a:xfrm>
            <a:off x="158205" y="2530210"/>
            <a:ext cx="849974" cy="849974"/>
          </a:xfrm>
          <a:prstGeom prst="ellipse">
            <a:avLst/>
          </a:prstGeom>
          <a:solidFill>
            <a:srgbClr val="FFFFFF">
              <a:alpha val="85000"/>
            </a:srgbClr>
          </a:solidFill>
          <a:ln>
            <a:noFill/>
          </a:ln>
          <a:effectLst>
            <a:outerShdw blurRad="63500" dist="38100" dir="2700000" algn="tl"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400" b="1" dirty="0">
                <a:solidFill>
                  <a:schemeClr val="accent1"/>
                </a:solidFill>
                <a:latin typeface="+mn-ea"/>
              </a:rPr>
              <a:t>02</a:t>
            </a:r>
            <a:endParaRPr lang="en-US" altLang="zh-CN" sz="2400" b="1" dirty="0">
              <a:solidFill>
                <a:schemeClr val="accent1"/>
              </a:solidFill>
              <a:latin typeface="+mn-ea"/>
            </a:endParaRPr>
          </a:p>
        </p:txBody>
      </p:sp>
      <p:sp>
        <p:nvSpPr>
          <p:cNvPr id="14" name="椭圆 13"/>
          <p:cNvSpPr/>
          <p:nvPr>
            <p:custDataLst>
              <p:tags r:id="rId6"/>
            </p:custDataLst>
          </p:nvPr>
        </p:nvSpPr>
        <p:spPr>
          <a:xfrm>
            <a:off x="158248" y="1314820"/>
            <a:ext cx="849974" cy="849974"/>
          </a:xfrm>
          <a:prstGeom prst="ellipse">
            <a:avLst/>
          </a:prstGeom>
          <a:solidFill>
            <a:srgbClr val="FFFFFF">
              <a:alpha val="85000"/>
            </a:srgbClr>
          </a:solidFill>
          <a:ln>
            <a:noFill/>
          </a:ln>
          <a:effectLst>
            <a:outerShdw blurRad="63500" dist="38100" dir="2700000" algn="tl"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400" b="1" dirty="0">
                <a:solidFill>
                  <a:schemeClr val="accent1"/>
                </a:solidFill>
                <a:latin typeface="+mn-ea"/>
              </a:rPr>
              <a:t>01</a:t>
            </a:r>
            <a:endParaRPr lang="en-US" altLang="zh-CN" sz="2400" b="1" dirty="0">
              <a:solidFill>
                <a:schemeClr val="accent1"/>
              </a:solidFill>
              <a:latin typeface="+mn-ea"/>
            </a:endParaRPr>
          </a:p>
        </p:txBody>
      </p:sp>
      <p:sp>
        <p:nvSpPr>
          <p:cNvPr id="15" name="文本框 14"/>
          <p:cNvSpPr txBox="1"/>
          <p:nvPr>
            <p:custDataLst>
              <p:tags r:id="rId7"/>
            </p:custDataLst>
          </p:nvPr>
        </p:nvSpPr>
        <p:spPr>
          <a:xfrm>
            <a:off x="1111250" y="4410075"/>
            <a:ext cx="2616200" cy="1159510"/>
          </a:xfrm>
          <a:prstGeom prst="rect">
            <a:avLst/>
          </a:prstGeom>
          <a:noFill/>
        </p:spPr>
        <p:txBody>
          <a:bodyPr wrap="square" lIns="0" tIns="0" rIns="0" bIns="0" anchor="t" anchorCtr="0">
            <a:noAutofit/>
          </a:bodyPr>
          <a:lstStyle>
            <a:defPPr>
              <a:defRPr lang="zh-CN"/>
            </a:defPPr>
            <a:lvl1pPr algn="just">
              <a:defRPr sz="1400" spc="0">
                <a:ln>
                  <a:noFill/>
                  <a:prstDash val="sysDot"/>
                </a:ln>
                <a:solidFill>
                  <a:schemeClr val="tx1">
                    <a:lumMod val="75000"/>
                    <a:lumOff val="25000"/>
                  </a:schemeClr>
                </a:solidFill>
                <a:latin typeface="微软雅黑 Light" panose="020B0502040204020203" pitchFamily="34" charset="-122"/>
                <a:ea typeface="微软雅黑 Light" panose="020B0502040204020203" pitchFamily="34" charset="-122"/>
              </a:defRPr>
            </a:lvl1pPr>
          </a:lstStyle>
          <a:p>
            <a:pPr algn="ctr">
              <a:lnSpc>
                <a:spcPct val="130000"/>
              </a:lnSpc>
              <a:spcBef>
                <a:spcPts val="0"/>
              </a:spcBef>
              <a:spcAft>
                <a:spcPts val="0"/>
              </a:spcAft>
            </a:pPr>
            <a:r>
              <a:rPr lang="zh-CN" sz="1200" spc="0" dirty="0">
                <a:ln>
                  <a:noFill/>
                  <a:prstDash val="sysDot"/>
                </a:ln>
                <a:solidFill>
                  <a:schemeClr val="tx1">
                    <a:lumMod val="85000"/>
                    <a:lumOff val="15000"/>
                  </a:schemeClr>
                </a:solidFill>
                <a:latin typeface="+mn-ea"/>
                <a:ea typeface="+mn-ea"/>
                <a:sym typeface="+mn-ea"/>
              </a:rPr>
              <a:t>为节约时间我想用批量处理的方法，但是中间总是不成功，我用了各种方法，但是数据总是读不进去。</a:t>
            </a:r>
            <a:endParaRPr lang="zh-CN" sz="1200" spc="0" dirty="0">
              <a:ln>
                <a:noFill/>
                <a:prstDash val="sysDot"/>
              </a:ln>
              <a:solidFill>
                <a:schemeClr val="tx1">
                  <a:lumMod val="85000"/>
                  <a:lumOff val="15000"/>
                </a:schemeClr>
              </a:solidFill>
              <a:latin typeface="+mn-ea"/>
              <a:ea typeface="+mn-ea"/>
              <a:sym typeface="+mn-ea"/>
            </a:endParaRPr>
          </a:p>
        </p:txBody>
      </p:sp>
      <p:sp>
        <p:nvSpPr>
          <p:cNvPr id="16" name="文本框 15"/>
          <p:cNvSpPr txBox="1"/>
          <p:nvPr>
            <p:custDataLst>
              <p:tags r:id="rId8"/>
            </p:custDataLst>
          </p:nvPr>
        </p:nvSpPr>
        <p:spPr>
          <a:xfrm>
            <a:off x="685220" y="3921483"/>
            <a:ext cx="2261912" cy="356046"/>
          </a:xfrm>
          <a:prstGeom prst="rect">
            <a:avLst/>
          </a:prstGeom>
          <a:noFill/>
        </p:spPr>
        <p:txBody>
          <a:bodyPr wrap="square" lIns="0" tIns="0" rIns="0" bIns="0" anchor="t" anchorCtr="0">
            <a:noAutofit/>
          </a:bodyPr>
          <a:lstStyle/>
          <a:p>
            <a:pPr algn="ctr">
              <a:lnSpc>
                <a:spcPct val="150000"/>
              </a:lnSpc>
            </a:pPr>
            <a:r>
              <a:rPr lang="zh-CN" altLang="en-US" b="1" dirty="0">
                <a:solidFill>
                  <a:schemeClr val="accent1"/>
                </a:solidFill>
                <a:latin typeface="+mn-ea"/>
              </a:rPr>
              <a:t>处理方法</a:t>
            </a:r>
            <a:endParaRPr lang="zh-CN" altLang="en-US" b="1" dirty="0">
              <a:solidFill>
                <a:schemeClr val="accent1"/>
              </a:solidFill>
              <a:latin typeface="+mn-ea"/>
            </a:endParaRPr>
          </a:p>
        </p:txBody>
      </p:sp>
      <p:sp>
        <p:nvSpPr>
          <p:cNvPr id="18" name="椭圆 17"/>
          <p:cNvSpPr/>
          <p:nvPr>
            <p:custDataLst>
              <p:tags r:id="rId9"/>
            </p:custDataLst>
          </p:nvPr>
        </p:nvSpPr>
        <p:spPr>
          <a:xfrm>
            <a:off x="158161" y="3745600"/>
            <a:ext cx="849974" cy="849974"/>
          </a:xfrm>
          <a:prstGeom prst="ellipse">
            <a:avLst/>
          </a:prstGeom>
          <a:solidFill>
            <a:srgbClr val="FFFFFF">
              <a:alpha val="85000"/>
            </a:srgbClr>
          </a:solidFill>
          <a:ln>
            <a:noFill/>
          </a:ln>
          <a:effectLst>
            <a:outerShdw blurRad="63500" dist="38100" dir="2700000" algn="tl"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400" b="1" dirty="0">
                <a:solidFill>
                  <a:schemeClr val="accent1"/>
                </a:solidFill>
                <a:latin typeface="+mn-ea"/>
              </a:rPr>
              <a:t>03</a:t>
            </a:r>
            <a:endParaRPr lang="en-US" altLang="zh-CN" sz="2400" b="1" dirty="0">
              <a:solidFill>
                <a:schemeClr val="accent1"/>
              </a:solidFill>
              <a:latin typeface="+mn-ea"/>
            </a:endParaRPr>
          </a:p>
        </p:txBody>
      </p:sp>
      <p:sp>
        <p:nvSpPr>
          <p:cNvPr id="2" name="文本占位符 1"/>
          <p:cNvSpPr>
            <a:spLocks noGrp="1"/>
          </p:cNvSpPr>
          <p:nvPr>
            <p:ph type="body" sz="quarter" idx="10"/>
            <p:custDataLst>
              <p:tags r:id="rId10"/>
            </p:custDataLst>
          </p:nvPr>
        </p:nvSpPr>
        <p:spPr/>
        <p:txBody>
          <a:bodyPr wrap="none"/>
          <a:p>
            <a:pPr algn="l"/>
            <a:r>
              <a:rPr lang="zh-CN" altLang="en-US" dirty="0"/>
              <a:t>问题</a:t>
            </a:r>
            <a:endParaRPr lang="zh-CN" altLang="en-US" dirty="0"/>
          </a:p>
        </p:txBody>
      </p:sp>
      <p:sp>
        <p:nvSpPr>
          <p:cNvPr id="12" name="文本框 11"/>
          <p:cNvSpPr txBox="1"/>
          <p:nvPr/>
        </p:nvSpPr>
        <p:spPr>
          <a:xfrm>
            <a:off x="3968115" y="949325"/>
            <a:ext cx="4744085" cy="521970"/>
          </a:xfrm>
          <a:prstGeom prst="rect">
            <a:avLst/>
          </a:prstGeom>
          <a:noFill/>
        </p:spPr>
        <p:txBody>
          <a:bodyPr wrap="square" rtlCol="0">
            <a:spAutoFit/>
          </a:bodyPr>
          <a:p>
            <a:r>
              <a:rPr lang="zh-CN" altLang="en-US" sz="1400" b="1"/>
              <a:t>每一景都要用相同的处理方法处理两次，处理之后的数据是保留的，导致中间额外的，重复的数据残留太多。</a:t>
            </a:r>
            <a:endParaRPr lang="zh-CN" altLang="en-US" sz="1400" b="1"/>
          </a:p>
        </p:txBody>
      </p:sp>
      <p:cxnSp>
        <p:nvCxnSpPr>
          <p:cNvPr id="20" name="曲线连接符 19"/>
          <p:cNvCxnSpPr/>
          <p:nvPr/>
        </p:nvCxnSpPr>
        <p:spPr>
          <a:xfrm>
            <a:off x="6111240" y="1683385"/>
            <a:ext cx="2873375" cy="1794510"/>
          </a:xfrm>
          <a:prstGeom prst="curvedConnector3">
            <a:avLst>
              <a:gd name="adj1" fmla="val 5001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曲线连接符 22"/>
          <p:cNvCxnSpPr/>
          <p:nvPr/>
        </p:nvCxnSpPr>
        <p:spPr>
          <a:xfrm>
            <a:off x="8599170" y="1143635"/>
            <a:ext cx="462280" cy="198120"/>
          </a:xfrm>
          <a:prstGeom prst="curvedConnector3">
            <a:avLst>
              <a:gd name="adj1" fmla="val 50137"/>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3968115" y="2047875"/>
            <a:ext cx="3115310" cy="1430020"/>
          </a:xfrm>
          <a:prstGeom prst="rect">
            <a:avLst/>
          </a:prstGeom>
          <a:noFill/>
        </p:spPr>
        <p:txBody>
          <a:bodyPr wrap="square" rtlCol="0">
            <a:noAutofit/>
          </a:bodyPr>
          <a:p>
            <a:r>
              <a:rPr lang="zh-CN" altLang="en-US" sz="1400" b="1"/>
              <a:t>完整处理一张图因为中间哪些重复的步骤，以及最后的拼接的大量耗时，及其的浪费时间。</a:t>
            </a:r>
            <a:endParaRPr lang="zh-CN" altLang="en-US" sz="1400" b="1"/>
          </a:p>
        </p:txBody>
      </p:sp>
      <p:sp>
        <p:nvSpPr>
          <p:cNvPr id="39" name="文本框 38"/>
          <p:cNvSpPr txBox="1"/>
          <p:nvPr/>
        </p:nvSpPr>
        <p:spPr>
          <a:xfrm>
            <a:off x="16567785" y="-2427605"/>
            <a:ext cx="4064000" cy="368300"/>
          </a:xfrm>
          <a:prstGeom prst="rect">
            <a:avLst/>
          </a:prstGeom>
          <a:noFill/>
        </p:spPr>
        <p:txBody>
          <a:bodyPr wrap="square" rtlCol="0">
            <a:spAutoFit/>
          </a:bodyPr>
          <a:p>
            <a:endParaRPr lang="zh-CN" altLang="en-US"/>
          </a:p>
        </p:txBody>
      </p:sp>
      <p:sp>
        <p:nvSpPr>
          <p:cNvPr id="40" name="文本框 39"/>
          <p:cNvSpPr txBox="1"/>
          <p:nvPr/>
        </p:nvSpPr>
        <p:spPr>
          <a:xfrm>
            <a:off x="15926435" y="6919595"/>
            <a:ext cx="4064000" cy="368300"/>
          </a:xfrm>
          <a:prstGeom prst="rect">
            <a:avLst/>
          </a:prstGeom>
          <a:noFill/>
        </p:spPr>
        <p:txBody>
          <a:bodyPr wrap="square" rtlCol="0">
            <a:spAutoFit/>
          </a:bodyPr>
          <a:p>
            <a:endParaRPr lang="zh-CN" altLang="en-US"/>
          </a:p>
        </p:txBody>
      </p:sp>
      <p:pic>
        <p:nvPicPr>
          <p:cNvPr id="3" name="图片 2" descr="屏幕截图 2026-03-28 234648"/>
          <p:cNvPicPr>
            <a:picLocks noChangeAspect="1"/>
          </p:cNvPicPr>
          <p:nvPr/>
        </p:nvPicPr>
        <p:blipFill>
          <a:blip r:embed="rId11"/>
          <a:stretch>
            <a:fillRect/>
          </a:stretch>
        </p:blipFill>
        <p:spPr>
          <a:xfrm>
            <a:off x="8046720" y="4010025"/>
            <a:ext cx="3771900" cy="116205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280035" y="2241550"/>
            <a:ext cx="3137535" cy="19196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1"/>
            </p:custDataLst>
          </p:nvPr>
        </p:nvSpPr>
        <p:spPr>
          <a:xfrm>
            <a:off x="222429" y="1220025"/>
            <a:ext cx="2063062" cy="381469"/>
          </a:xfrm>
          <a:prstGeom prst="rect">
            <a:avLst/>
          </a:prstGeom>
          <a:noFill/>
        </p:spPr>
        <p:txBody>
          <a:bodyPr wrap="square" lIns="0" tIns="0" rIns="0" bIns="0" rtlCol="0" anchor="b">
            <a:noAutofit/>
          </a:bodyPr>
          <a:p>
            <a:pPr algn="ctr">
              <a:spcBef>
                <a:spcPct val="0"/>
              </a:spcBef>
              <a:spcAft>
                <a:spcPct val="0"/>
              </a:spcAft>
            </a:pPr>
            <a:r>
              <a:rPr lang="en-US" altLang="zh-CN" b="1">
                <a:solidFill>
                  <a:schemeClr val="tx1"/>
                </a:solidFill>
                <a:latin typeface="+mn-ea"/>
                <a:cs typeface="+mn-ea"/>
              </a:rPr>
              <a:t>3.</a:t>
            </a:r>
            <a:r>
              <a:rPr lang="zh-CN" altLang="en-US" b="1">
                <a:solidFill>
                  <a:schemeClr val="tx1"/>
                </a:solidFill>
                <a:latin typeface="+mn-ea"/>
                <a:cs typeface="+mn-ea"/>
              </a:rPr>
              <a:t>处理方法</a:t>
            </a:r>
            <a:endParaRPr lang="zh-CN" altLang="en-US" b="1">
              <a:solidFill>
                <a:schemeClr val="tx1"/>
              </a:solidFill>
              <a:latin typeface="+mn-ea"/>
              <a:cs typeface="+mn-ea"/>
            </a:endParaRPr>
          </a:p>
        </p:txBody>
      </p:sp>
      <p:sp>
        <p:nvSpPr>
          <p:cNvPr id="7" name="文本占位符 6"/>
          <p:cNvSpPr>
            <a:spLocks noGrp="1"/>
          </p:cNvSpPr>
          <p:nvPr>
            <p:ph type="body" sz="quarter" idx="10"/>
            <p:custDataLst>
              <p:tags r:id="rId2"/>
            </p:custDataLst>
          </p:nvPr>
        </p:nvSpPr>
        <p:spPr/>
        <p:txBody>
          <a:bodyPr wrap="none"/>
          <a:p>
            <a:pPr algn="l"/>
            <a:r>
              <a:rPr lang="zh-CN" altLang="en-US" dirty="0">
                <a:ea typeface="+mn-lt"/>
              </a:rPr>
              <a:t>问题</a:t>
            </a:r>
            <a:endParaRPr lang="zh-CN" altLang="en-US" dirty="0">
              <a:ea typeface="+mn-lt"/>
            </a:endParaRPr>
          </a:p>
        </p:txBody>
      </p:sp>
      <p:sp>
        <p:nvSpPr>
          <p:cNvPr id="9" name="文本框 8"/>
          <p:cNvSpPr txBox="1"/>
          <p:nvPr/>
        </p:nvSpPr>
        <p:spPr>
          <a:xfrm>
            <a:off x="405765" y="2306320"/>
            <a:ext cx="2885440" cy="737235"/>
          </a:xfrm>
          <a:prstGeom prst="rect">
            <a:avLst/>
          </a:prstGeom>
          <a:noFill/>
        </p:spPr>
        <p:txBody>
          <a:bodyPr wrap="square" rtlCol="0">
            <a:spAutoFit/>
          </a:bodyPr>
          <a:p>
            <a:r>
              <a:rPr lang="zh-CN" altLang="en-US" sz="1400" b="1">
                <a:solidFill>
                  <a:schemeClr val="bg1"/>
                </a:solidFill>
              </a:rPr>
              <a:t>为节约时间，我尝试使用</a:t>
            </a:r>
            <a:r>
              <a:rPr lang="en-US" altLang="zh-CN" sz="1400" b="1">
                <a:solidFill>
                  <a:schemeClr val="bg1"/>
                </a:solidFill>
              </a:rPr>
              <a:t>snap</a:t>
            </a:r>
            <a:r>
              <a:rPr lang="zh-CN" altLang="en-US" sz="1400" b="1">
                <a:solidFill>
                  <a:schemeClr val="bg1"/>
                </a:solidFill>
              </a:rPr>
              <a:t>里的批量处理工具，在尝试调配工具参数时一直显示，数据读不进去。</a:t>
            </a:r>
            <a:endParaRPr lang="zh-CN" altLang="en-US" sz="1400" b="1">
              <a:solidFill>
                <a:schemeClr val="bg1"/>
              </a:solidFill>
            </a:endParaRPr>
          </a:p>
        </p:txBody>
      </p:sp>
      <p:pic>
        <p:nvPicPr>
          <p:cNvPr id="4" name="图片 3" descr="屏幕截图 2026-03-28 235227"/>
          <p:cNvPicPr>
            <a:picLocks noChangeAspect="1"/>
          </p:cNvPicPr>
          <p:nvPr/>
        </p:nvPicPr>
        <p:blipFill>
          <a:blip r:embed="rId3"/>
          <a:stretch>
            <a:fillRect/>
          </a:stretch>
        </p:blipFill>
        <p:spPr>
          <a:xfrm>
            <a:off x="3613150" y="445135"/>
            <a:ext cx="5840730" cy="6066155"/>
          </a:xfrm>
          <a:prstGeom prst="rect">
            <a:avLst/>
          </a:prstGeom>
        </p:spPr>
      </p:pic>
      <p:sp>
        <p:nvSpPr>
          <p:cNvPr id="5" name="矩形 4"/>
          <p:cNvSpPr/>
          <p:nvPr/>
        </p:nvSpPr>
        <p:spPr>
          <a:xfrm>
            <a:off x="9604375" y="2428875"/>
            <a:ext cx="2377440" cy="3296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r>
              <a:rPr lang="zh-CN" altLang="en-US"/>
              <a:t>利用</a:t>
            </a:r>
            <a:r>
              <a:rPr lang="en-US" altLang="zh-CN"/>
              <a:t>ai</a:t>
            </a:r>
            <a:r>
              <a:rPr lang="zh-CN" altLang="en-US"/>
              <a:t>写了一个</a:t>
            </a:r>
            <a:r>
              <a:rPr lang="en-US" altLang="zh-CN"/>
              <a:t>.xml</a:t>
            </a:r>
            <a:r>
              <a:rPr lang="zh-CN" altLang="en-US"/>
              <a:t>类程序文件，构建好了批量处理的流程。</a:t>
            </a:r>
            <a:endParaRPr lang="zh-CN" altLang="en-US"/>
          </a:p>
          <a:p>
            <a:pPr algn="ctr"/>
            <a:r>
              <a:rPr lang="en-US" altLang="zh-CN"/>
              <a:t>2.</a:t>
            </a:r>
            <a:r>
              <a:rPr lang="zh-CN" altLang="en-US"/>
              <a:t>自己调配参数，所有步骤都没有问题，但一直报错文件数据读取不了。</a:t>
            </a:r>
            <a:endParaRPr lang="zh-CN" alt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UNIT_ID" val="_1**"/>
  <p:tag name="KSO_WM_BEAUTIFY_FLAG" val="#wm#"/>
  <p:tag name="KSO_WM_TAG_VERSION" val="3.0"/>
  <p:tag name="KSO_WM_UNIT_LAYERLEVEL" val="1"/>
  <p:tag name="KSO_WM_TEMPLATE_INDEX" val="96"/>
  <p:tag name="KSO_WM_TEMPLATE_CATEGORY" val="custom"/>
</p:tagLst>
</file>

<file path=ppt/tags/tag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xml><?xml version="1.0" encoding="utf-8"?>
<p:tagLst xmlns:p="http://schemas.openxmlformats.org/presentationml/2006/main">
  <p:tag name="ISLIDE.VECTOR" val="a36ff0dd-52e7-4a40-98ef-054fbf16791a"/>
</p:tagLst>
</file>

<file path=ppt/tags/tag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0.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1.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3.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1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0.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1.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3.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2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0.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1.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3.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3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0.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1.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3.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4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0.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1.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2.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3.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4.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5.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6.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7.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8.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59.xml><?xml version="1.0" encoding="utf-8"?>
<p:tagLst xmlns:p="http://schemas.openxmlformats.org/presentationml/2006/main">
  <p:tag name="KSO_WM_UNIT_ID" val="_3**"/>
  <p:tag name="KSO_WM_BEAUTIFY_FLAG" val="#wm#"/>
  <p:tag name="KSO_WM_TAG_VERSION" val="3.0"/>
  <p:tag name="KSO_WM_UNIT_LAYERLEVEL" val="1"/>
  <p:tag name="KSO_WM_TEMPLATE_INDEX" val="96"/>
  <p:tag name="KSO_WM_TEMPLATE_CATEGORY" val="custom"/>
</p:tagLst>
</file>

<file path=ppt/tags/tag6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6.xml><?xml version="1.0" encoding="utf-8"?>
<p:tagLst xmlns:p="http://schemas.openxmlformats.org/presentationml/2006/main">
  <p:tag name="ISLIDE.VECTOR" val="a36ff0dd-52e7-4a40-98ef-054fbf16791a"/>
</p:tagLst>
</file>

<file path=ppt/tags/tag6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69.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6.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79.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6.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89.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6.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99.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6.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09.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0.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2.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3.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4.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5.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6.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7.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8.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11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0.xml><?xml version="1.0" encoding="utf-8"?>
<p:tagLst xmlns:p="http://schemas.openxmlformats.org/presentationml/2006/main">
  <p:tag name="ISLIDE.VECTOR" val="a36ff0dd-52e7-4a40-98ef-054fbf16791a"/>
</p:tagLst>
</file>

<file path=ppt/tags/tag12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3.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4.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5.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6.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7.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8.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2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0.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3.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4.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5.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6.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7.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8.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3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0.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3.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4.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5.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6.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7.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8.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4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0.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3.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4.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5.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6.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7.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8.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5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0.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3.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4.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5.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6.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7.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8.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69.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70.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71.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72.xml><?xml version="1.0" encoding="utf-8"?>
<p:tagLst xmlns:p="http://schemas.openxmlformats.org/presentationml/2006/main">
  <p:tag name="KSO_WM_UNIT_ID" val="_5**"/>
  <p:tag name="KSO_WM_BEAUTIFY_FLAG" val="#wm#"/>
  <p:tag name="KSO_WM_TAG_VERSION" val="3.0"/>
  <p:tag name="KSO_WM_UNIT_LAYERLEVEL" val="1"/>
  <p:tag name="KSO_WM_TEMPLATE_INDEX" val="96"/>
  <p:tag name="KSO_WM_TEMPLATE_CATEGORY" val="custom"/>
</p:tagLst>
</file>

<file path=ppt/tags/tag173.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4.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5.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6.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7.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8.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79.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0.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1.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2.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3.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4.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5.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6.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7.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8.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89.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0.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1.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2.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3.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4.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5.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6.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7.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8.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199.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200.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201.xml><?xml version="1.0" encoding="utf-8"?>
<p:tagLst xmlns:p="http://schemas.openxmlformats.org/presentationml/2006/main">
  <p:tag name="KSO_WM_UNIT_ID" val="_6**"/>
  <p:tag name="KSO_WM_BEAUTIFY_FLAG" val="#wm#"/>
  <p:tag name="KSO_WM_TAG_VERSION" val="3.0"/>
  <p:tag name="KSO_WM_UNIT_LAYERLEVEL" val="1"/>
  <p:tag name="KSO_WM_TEMPLATE_INDEX" val="96"/>
  <p:tag name="KSO_WM_TEMPLATE_CATEGORY" val="custom"/>
</p:tagLst>
</file>

<file path=ppt/tags/tag20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4.xml><?xml version="1.0" encoding="utf-8"?>
<p:tagLst xmlns:p="http://schemas.openxmlformats.org/presentationml/2006/main">
  <p:tag name="ISLIDE.VECTOR" val="a36ff0dd-52e7-4a40-98ef-054fbf16791a"/>
</p:tagLst>
</file>

<file path=ppt/tags/tag20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7.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8.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09.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0.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1.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4.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7.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8.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19.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0.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1.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4.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7.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8.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29.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0.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1.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4.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7.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8.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39.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0.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1.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4.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7.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8.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49.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0.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1.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2.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3.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4.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5.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6.xml><?xml version="1.0" encoding="utf-8"?>
<p:tagLst xmlns:p="http://schemas.openxmlformats.org/presentationml/2006/main">
  <p:tag name="KSO_WM_UNIT_ID" val="_7**"/>
  <p:tag name="KSO_WM_BEAUTIFY_FLAG" val="#wm#"/>
  <p:tag name="KSO_WM_TAG_VERSION" val="3.0"/>
  <p:tag name="KSO_WM_UNIT_LAYERLEVEL" val="1"/>
  <p:tag name="KSO_WM_TEMPLATE_INDEX" val="96"/>
  <p:tag name="KSO_WM_TEMPLATE_CATEGORY" val="custom"/>
</p:tagLst>
</file>

<file path=ppt/tags/tag257.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58.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59.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0.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1.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2.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3.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4.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5.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6.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7.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8.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69.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0.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1.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2.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3.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4.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5.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6.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7.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8.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79.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0.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1.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2.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3.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4.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5.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6.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7.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8.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89.xml><?xml version="1.0" encoding="utf-8"?>
<p:tagLst xmlns:p="http://schemas.openxmlformats.org/presentationml/2006/main">
  <p:tag name="KSO_WM_UNIT_ID" val="_8**"/>
  <p:tag name="KSO_WM_BEAUTIFY_FLAG" val="#wm#"/>
  <p:tag name="KSO_WM_TAG_VERSION" val="3.0"/>
  <p:tag name="KSO_WM_UNIT_LAYERLEVEL" val="1"/>
  <p:tag name="KSO_WM_TEMPLATE_INDEX" val="96"/>
  <p:tag name="KSO_WM_TEMPLATE_CATEGORY" val="custom"/>
</p:tagLst>
</file>

<file path=ppt/tags/tag290.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1.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2.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3.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4.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5.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6.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7.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8.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299.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300.xml><?xml version="1.0" encoding="utf-8"?>
<p:tagLst xmlns:p="http://schemas.openxmlformats.org/presentationml/2006/main">
  <p:tag name="KSO_WM_UNIT_ID" val="_9**"/>
  <p:tag name="KSO_WM_BEAUTIFY_FLAG" val="#wm#"/>
  <p:tag name="KSO_WM_TAG_VERSION" val="3.0"/>
  <p:tag name="KSO_WM_UNIT_LAYERLEVEL" val="1"/>
  <p:tag name="KSO_WM_TEMPLATE_INDEX" val="96"/>
  <p:tag name="KSO_WM_TEMPLATE_CATEGORY" val="custom"/>
</p:tagLst>
</file>

<file path=ppt/tags/tag301.xml><?xml version="1.0" encoding="utf-8"?>
<p:tagLst xmlns:p="http://schemas.openxmlformats.org/presentationml/2006/main">
  <p:tag name="KSO_WM_UNIT_ID" val="_0**"/>
  <p:tag name="KSO_WM_BEAUTIFY_FLAG" val="#wm#"/>
  <p:tag name="KSO_WM_TAG_VERSION" val="3.0"/>
  <p:tag name="KSO_WM_UNIT_LAYERLEVEL" val="1"/>
  <p:tag name="KSO_WM_TEMPLATE_INDEX" val="96"/>
  <p:tag name="KSO_WM_TEMPLATE_CATEGORY" val="custom"/>
</p:tagLst>
</file>

<file path=ppt/tags/tag302.xml><?xml version="1.0" encoding="utf-8"?>
<p:tagLst xmlns:p="http://schemas.openxmlformats.org/presentationml/2006/main">
  <p:tag name="KSO_WM_UNIT_ID" val="_0**"/>
  <p:tag name="KSO_WM_BEAUTIFY_FLAG" val="#wm#"/>
  <p:tag name="KSO_WM_TAG_VERSION" val="3.0"/>
  <p:tag name="KSO_WM_UNIT_LAYERLEVEL" val="1"/>
  <p:tag name="KSO_WM_TEMPLATE_INDEX" val="96"/>
  <p:tag name="KSO_WM_TEMPLATE_CATEGORY" val="custom"/>
</p:tagLst>
</file>

<file path=ppt/tags/tag303.xml><?xml version="1.0" encoding="utf-8"?>
<p:tagLst xmlns:p="http://schemas.openxmlformats.org/presentationml/2006/main">
  <p:tag name="KSO_WM_UNIT_ID" val="_0**"/>
  <p:tag name="KSO_WM_BEAUTIFY_FLAG" val="#wm#"/>
  <p:tag name="KSO_WM_TAG_VERSION" val="3.0"/>
  <p:tag name="KSO_WM_UNIT_LAYERLEVEL" val="1"/>
  <p:tag name="KSO_WM_TEMPLATE_INDEX" val="96"/>
  <p:tag name="KSO_WM_TEMPLATE_CATEGORY" val="custom"/>
</p:tagLst>
</file>

<file path=ppt/tags/tag304.xml><?xml version="1.0" encoding="utf-8"?>
<p:tagLst xmlns:p="http://schemas.openxmlformats.org/presentationml/2006/main">
  <p:tag name="KSO_WM_UNIT_ID" val="_0**"/>
  <p:tag name="KSO_WM_BEAUTIFY_FLAG" val="#wm#"/>
  <p:tag name="KSO_WM_TAG_VERSION" val="3.0"/>
  <p:tag name="KSO_WM_UNIT_LAYERLEVEL" val="1"/>
  <p:tag name="KSO_WM_TEMPLATE_INDEX" val="96"/>
  <p:tag name="KSO_WM_TEMPLATE_CATEGORY" val="custom"/>
</p:tagLst>
</file>

<file path=ppt/tags/tag3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3588"/>
  <p:tag name="KSO_WM_UNIT_ID" val="custom20233588_1*a*1"/>
  <p:tag name="KSO_WM_UNIT_PRESET_TEXT" val="单击此处添加标题"/>
</p:tagLst>
</file>

<file path=ppt/tags/tag30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19_2*l_h_f*1_1_1"/>
  <p:tag name="KSO_WM_TEMPLATE_CATEGORY" val="diagram"/>
  <p:tag name="KSO_WM_TEMPLATE_INDEX" val="20233519"/>
  <p:tag name="KSO_WM_UNIT_LAYERLEVEL" val="1_1_1"/>
  <p:tag name="KSO_WM_TAG_VERSION" val="3.0"/>
  <p:tag name="KSO_WM_BEAUTIFY_FLAG" val="#wm#"/>
  <p:tag name="KSO_WM_UNIT_PRESET_TEXT" val="单击此处输入您的项正文"/>
  <p:tag name="KSO_WM_UNIT_TEXT_FILL_FORE_SCHEMECOLOR_INDEX" val="1"/>
  <p:tag name="KSO_WM_UNIT_TEXT_FILL_TYPE" val="1"/>
  <p:tag name="KSO_WM_DIAGRAM_MAX_ITEMCNT" val="3"/>
  <p:tag name="KSO_WM_DIAGRAM_MIN_ITEMCNT" val="2"/>
  <p:tag name="KSO_WM_DIAGRAM_VIRTUALLY_FRAME" val="{&quot;height&quot;:356.8699951171875,&quot;left&quot;:584.5264642382043,&quot;top&quot;:143.99563236266613,&quot;width&quot;:298.097229003906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30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19_2*l_h_f*1_3_1"/>
  <p:tag name="KSO_WM_TEMPLATE_CATEGORY" val="diagram"/>
  <p:tag name="KSO_WM_TEMPLATE_INDEX" val="20233519"/>
  <p:tag name="KSO_WM_UNIT_LAYERLEVEL" val="1_1_1"/>
  <p:tag name="KSO_WM_TAG_VERSION" val="3.0"/>
  <p:tag name="KSO_WM_BEAUTIFY_FLAG" val="#wm#"/>
  <p:tag name="KSO_WM_UNIT_VALUE" val="11"/>
  <p:tag name="KSO_WM_UNIT_PRESET_TEXT" val="单击此处输入您的项正文"/>
  <p:tag name="KSO_WM_UNIT_TEXT_FILL_FORE_SCHEMECOLOR_INDEX" val="1"/>
  <p:tag name="KSO_WM_UNIT_TEXT_FILL_TYPE" val="1"/>
  <p:tag name="KSO_WM_DIAGRAM_MAX_ITEMCNT" val="3"/>
  <p:tag name="KSO_WM_DIAGRAM_MIN_ITEMCNT" val="2"/>
  <p:tag name="KSO_WM_DIAGRAM_VIRTUALLY_FRAME" val="{&quot;height&quot;:356.8699951171875,&quot;left&quot;:584.5264642382043,&quot;top&quot;:143.99563236266613,&quot;width&quot;:298.097229003906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30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19_2*l_h_a*1_1_1"/>
  <p:tag name="KSO_WM_TEMPLATE_CATEGORY" val="diagram"/>
  <p:tag name="KSO_WM_TEMPLATE_INDEX" val="20233519"/>
  <p:tag name="KSO_WM_UNIT_LAYERLEVEL" val="1_1_1"/>
  <p:tag name="KSO_WM_TAG_VERSION" val="3.0"/>
  <p:tag name="KSO_WM_UNIT_PRESET_TEXT" val="单击添加项标题"/>
  <p:tag name="KSO_WM_UNIT_TEXT_FILL_FORE_SCHEMECOLOR_INDEX" val="1"/>
  <p:tag name="KSO_WM_UNIT_TEXT_FILL_TYPE" val="1"/>
  <p:tag name="KSO_WM_DIAGRAM_MAX_ITEMCNT" val="3"/>
  <p:tag name="KSO_WM_DIAGRAM_MIN_ITEMCNT" val="2"/>
  <p:tag name="KSO_WM_DIAGRAM_VIRTUALLY_FRAME" val="{&quot;height&quot;:356.8699951171875,&quot;left&quot;:584.5264642382043,&quot;top&quot;:143.99563236266613,&quot;width&quot;:298.097229003906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
  <p:tag name="KSO_WM_UNIT_TEXT_TYPE" val="1"/>
</p:tagLst>
</file>

<file path=ppt/tags/tag309.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298.097*315.1"/>
  <p:tag name="KSO_WM_SLIDE_POSITION" val="584.528*164.889"/>
  <p:tag name="KSO_WM_SLIDE_LAYOUT" val="a_d_l"/>
  <p:tag name="KSO_WM_SLIDE_LAYOUT_CNT" val="1_1_1"/>
  <p:tag name="KSO_WM_SPECIAL_SOURCE" val="bdnull"/>
  <p:tag name="KSO_WM_DIAGRAM_GROUP_CODE" val="l1-1"/>
  <p:tag name="KSO_WM_SLIDE_DIAGTYPE" val="l"/>
  <p:tag name="KSO_WM_TEMPLATE_INDEX" val="20233588"/>
  <p:tag name="KSO_WM_TEMPLATE_SUBCATEGORY" val="0"/>
  <p:tag name="KSO_WM_SLIDE_INDEX" val="1"/>
  <p:tag name="KSO_WM_TAG_VERSION" val="3.0"/>
  <p:tag name="KSO_WM_SLIDE_ID" val="custom20233588_1"/>
  <p:tag name="KSO_WM_SLIDE_ITEM_CNT" val="2"/>
</p:tagLst>
</file>

<file path=ppt/tags/tag31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339_1*l_h_i*1_1_1"/>
  <p:tag name="KSO_WM_TEMPLATE_CATEGORY" val="diagram"/>
  <p:tag name="KSO_WM_TEMPLATE_INDEX" val="20233339"/>
  <p:tag name="KSO_WM_UNIT_LAYERLEVEL" val="1_1_1"/>
  <p:tag name="KSO_WM_TAG_VERSION" val="3.0"/>
  <p:tag name="KSO_WM_BEAUTIFY_FLAG" val="#wm#"/>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solid&quot;:{&quot;brightness&quot;:0,&quot;colorType&quot;:2,&quot;rgb&quot;:&quot;#ffffff&quot;,&quot;transparency&quot;:0},&quot;type&quot;:1},&quot;glow&quot;:{&quot;colorType&quot;:0},&quot;line&quot;:{&quot;type&quot;:0},&quot;shadow&quot;:{&quot;brightness&quot;:0,&quot;colorType&quot;:1,&quot;foreColorIndex&quot;:13,&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39_1*l_h_f*1_1_1"/>
  <p:tag name="KSO_WM_TEMPLATE_CATEGORY" val="diagram"/>
  <p:tag name="KSO_WM_TEMPLATE_INDEX" val="20233339"/>
  <p:tag name="KSO_WM_UNIT_LAYERLEVEL" val="1_1_1"/>
  <p:tag name="KSO_WM_TAG_VERSION" val="3.0"/>
  <p:tag name="KSO_WM_BEAUTIFY_FLAG" val="#wm#"/>
  <p:tag name="KSO_WM_UNIT_PRESET_TEXT" val="单击此处添加您的文本具体内容"/>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31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39_1*l_h_a*1_1_1"/>
  <p:tag name="KSO_WM_TEMPLATE_CATEGORY" val="diagram"/>
  <p:tag name="KSO_WM_TEMPLATE_INDEX" val="20233339"/>
  <p:tag name="KSO_WM_UNIT_LAYERLEVEL" val="1_1_1"/>
  <p:tag name="KSO_WM_TAG_VERSION" val="3.0"/>
  <p:tag name="KSO_WM_BEAUTIFY_FLAG" val="#wm#"/>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
  <p:tag name="KSO_WM_UNIT_PRESET_TEXT" val="此处添加项标题"/>
  <p:tag name="KSO_WM_UNIT_TEXT_FILL_FORE_SCHEMECOLOR_INDEX" val="1"/>
  <p:tag name="KSO_WM_UNIT_TEXT_FILL_TYPE" val="1"/>
  <p:tag name="KSO_WM_UNIT_TEXT_TYPE" val="1"/>
</p:tagLst>
</file>

<file path=ppt/tags/tag31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339_1*l_h_i*1_2_1"/>
  <p:tag name="KSO_WM_TEMPLATE_CATEGORY" val="diagram"/>
  <p:tag name="KSO_WM_TEMPLATE_INDEX" val="20233339"/>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5},&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39_1*l_h_f*1_2_1"/>
  <p:tag name="KSO_WM_TEMPLATE_CATEGORY" val="diagram"/>
  <p:tag name="KSO_WM_TEMPLATE_INDEX" val="20233339"/>
  <p:tag name="KSO_WM_UNIT_LAYERLEVEL" val="1_1_1"/>
  <p:tag name="KSO_WM_TAG_VERSION" val="3.0"/>
  <p:tag name="KSO_WM_BEAUTIFY_FLAG" val="#wm#"/>
  <p:tag name="KSO_WM_UNIT_PRESET_TEXT" val="单击此处添加您的文本具体内容"/>
  <p:tag name="KSO_WM_UNIT_TEXT_FILL_FORE_SCHEMECOLOR_INDEX" val="1"/>
  <p:tag name="KSO_WM_UNIT_TEXT_FILL_TYPE" val="1"/>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31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39_1*l_h_a*1_2_1"/>
  <p:tag name="KSO_WM_TEMPLATE_CATEGORY" val="diagram"/>
  <p:tag name="KSO_WM_TEMPLATE_INDEX" val="20233339"/>
  <p:tag name="KSO_WM_UNIT_LAYERLEVEL" val="1_1_1"/>
  <p:tag name="KSO_WM_TAG_VERSION" val="3.0"/>
  <p:tag name="KSO_WM_BEAUTIFY_FLAG" val="#wm#"/>
  <p:tag name="KSO_WM_DIAGRAM_MAX_ITEMCNT" val="3"/>
  <p:tag name="KSO_WM_DIAGRAM_MIN_ITEMCNT" val="3"/>
  <p:tag name="KSO_WM_DIAGRAM_VIRTUALLY_FRAME" val="{&quot;height&quot;:388.3998425196851,&quot;left&quot;:55.345590551181104,&quot;top&quot;:105.65007874015748,&quot;width&quot;:849.93622047244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
  <p:tag name="KSO_WM_UNIT_PRESET_TEXT" val="此处添加项标题"/>
  <p:tag name="KSO_WM_UNIT_TEXT_FILL_FORE_SCHEMECOLOR_INDEX" val="1"/>
  <p:tag name="KSO_WM_UNIT_TEXT_FILL_TYPE" val="1"/>
  <p:tag name="KSO_WM_UNIT_TEXT_TYPE" val="1"/>
</p:tagLst>
</file>

<file path=ppt/tags/tag316.xml><?xml version="1.0" encoding="utf-8"?>
<p:tagLst xmlns:p="http://schemas.openxmlformats.org/presentationml/2006/main">
  <p:tag name="KSO_WM_UNIT_TYPE" val="a"/>
  <p:tag name="KSO_WM_UNIT_INDEX" val="1"/>
  <p:tag name="KSO_WM_BEAUTIFY_FLAG" val="#wm#"/>
  <p:tag name="KSO_WM_TAG_VERSION" val="3.0"/>
  <p:tag name="KSO_WM_UNIT_ID" val="custom96_4*a*1"/>
  <p:tag name="KSO_WM_UNIT_LAYERLEVEL" val="1"/>
  <p:tag name="KSO_WM_TEMPLATE_INDEX" val="96"/>
  <p:tag name="KSO_WM_TEMPLATE_CATEGORY" val="custom"/>
</p:tagLst>
</file>

<file path=ppt/tags/tag317.xml><?xml version="1.0" encoding="utf-8"?>
<p:tagLst xmlns:p="http://schemas.openxmlformats.org/presentationml/2006/main">
  <p:tag name="KSO_WM_BEAUTIFY_FLAG" val="#wm#"/>
  <p:tag name="KSO_WM_TEMPLATE_CATEGORY" val="diagram"/>
  <p:tag name="KSO_WM_TEMPLATE_INDEX" val="20233339"/>
  <p:tag name="KSO_WM_SLIDE_ID" val="diagram20233339_1"/>
  <p:tag name="KSO_WM_TEMPLATE_SUBCATEGORY" val="0"/>
  <p:tag name="KSO_WM_TEMPLATE_MASTER_TYPE" val="0"/>
  <p:tag name="KSO_WM_TEMPLATE_COLOR_TYPE" val="0"/>
  <p:tag name="KSO_WM_SLIDE_TYPE" val="text"/>
  <p:tag name="KSO_WM_SLIDE_SUBTYPE" val="diag"/>
  <p:tag name="KSO_WM_SLIDE_ITEM_CNT" val="3"/>
  <p:tag name="KSO_WM_SLIDE_INDEX" val="1"/>
  <p:tag name="KSO_WM_SLIDE_SIZE" val="849.904*388.375"/>
  <p:tag name="KSO_WM_SLIDE_POSITION" val="55.3456*105.625"/>
  <p:tag name="KSO_WM_DIAGRAM_GROUP_CODE" val="l1-1"/>
  <p:tag name="KSO_WM_SLIDE_DIAGTYPE" val="l"/>
  <p:tag name="KSO_WM_TAG_VERSION" val="3.0"/>
  <p:tag name="KSO_WM_SLIDE_LAYOUT" val="a_l"/>
  <p:tag name="KSO_WM_SLIDE_LAYOUT_CNT" val="1_1"/>
</p:tagLst>
</file>

<file path=ppt/tags/tag318.xml><?xml version="1.0" encoding="utf-8"?>
<p:tagLst xmlns:p="http://schemas.openxmlformats.org/presentationml/2006/main">
  <p:tag name="KSO_WM_UNIT_TYPE" val="a"/>
  <p:tag name="KSO_WM_UNIT_INDEX" val="1"/>
  <p:tag name="KSO_WM_BEAUTIFY_FLAG" val="#wm#"/>
  <p:tag name="KSO_WM_TAG_VERSION" val="3.0"/>
  <p:tag name="KSO_WM_UNIT_ID" val="custom96_4*a*1"/>
  <p:tag name="KSO_WM_UNIT_LAYERLEVEL" val="1"/>
  <p:tag name="KSO_WM_TEMPLATE_INDEX" val="96"/>
  <p:tag name="KSO_WM_TEMPLATE_CATEGORY" val="custom"/>
</p:tagLst>
</file>

<file path=ppt/tags/tag319.xml><?xml version="1.0" encoding="utf-8"?>
<p:tagLst xmlns:p="http://schemas.openxmlformats.org/presentationml/2006/main">
  <p:tag name="KSO_WM_SLIDE_ID" val="custom20231928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1928"/>
  <p:tag name="KSO_WM_SLIDE_TYPE" val="text"/>
  <p:tag name="KSO_WM_SLIDE_SUBTYPE" val="picTxt"/>
  <p:tag name="KSO_WM_SLIDE_SIZE" val="371.8*337.15"/>
  <p:tag name="KSO_WM_SLIDE_POSITION" val="95*146.1"/>
  <p:tag name="KSO_WM_SLIDE_LAYOUT" val="a_d_l"/>
  <p:tag name="KSO_WM_SLIDE_LAYOUT_CNT" val="1_1_1"/>
  <p:tag name="KSO_WM_SPECIAL_SOURCE" val="bdnull"/>
  <p:tag name="KSO_WM_DIAGRAM_GROUP_CODE" val="l1-1"/>
  <p:tag name="KSO_WM_SLIDE_DIAGTYPE" val="l"/>
</p:tagLst>
</file>

<file path=ppt/tags/tag320.xml><?xml version="1.0" encoding="utf-8"?>
<p:tagLst xmlns:p="http://schemas.openxmlformats.org/presentationml/2006/main">
  <p:tag name="KSO_WM_BEAUTIFY_FLAG" val="#wm#"/>
  <p:tag name="KSO_WM_TEMPLATE_CATEGORY" val="custom"/>
  <p:tag name="KSO_WM_TEMPLATE_INDEX" val="20231928"/>
</p:tagLst>
</file>

<file path=ppt/tags/tag321.xml><?xml version="1.0" encoding="utf-8"?>
<p:tagLst xmlns:p="http://schemas.openxmlformats.org/presentationml/2006/main">
  <p:tag name="KSO_WM_UNIT_ID" val="_4**"/>
  <p:tag name="KSO_WM_BEAUTIFY_FLAG" val="#wm#"/>
  <p:tag name="KSO_WM_TAG_VERSION" val="3.0"/>
  <p:tag name="KSO_WM_UNIT_LAYERLEVEL" val="1"/>
  <p:tag name="KSO_WM_TEMPLATE_INDEX" val="96"/>
  <p:tag name="KSO_WM_TEMPLATE_CATEGORY" val="custom"/>
</p:tagLst>
</file>

<file path=ppt/tags/tag322.xml><?xml version="1.0" encoding="utf-8"?>
<p:tagLst xmlns:p="http://schemas.openxmlformats.org/presentationml/2006/main">
  <p:tag name="KSO_WM_BEAUTIFY_FLAG" val="#wm#"/>
  <p:tag name="KSO_WM_TEMPLATE_CATEGORY" val="custom"/>
  <p:tag name="KSO_WM_TEMPLATE_INDEX" val="20231928"/>
</p:tagLst>
</file>

<file path=ppt/tags/tag323.xml><?xml version="1.0" encoding="utf-8"?>
<p:tagLst xmlns:p="http://schemas.openxmlformats.org/presentationml/2006/main">
  <p:tag name="KSO_WM_DIAGRAM_VIRTUALLY_FRAME" val="{&quot;height&quot;:364.08803131343814,&quot;left&quot;:-6.287480314960634,&quot;top&quot;:103.52913385826768,&quot;width&quot;:910.8585700376018}"/>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459_1*l_h_f*1_1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文本的具体内容简明阐述您的观点"/>
  <p:tag name="KSO_WM_UNIT_TEXT_FILL_FORE_SCHEMECOLOR_INDEX" val="1"/>
  <p:tag name="KSO_WM_UNIT_TEXT_FILL_TYPE" val="1"/>
  <p:tag name="KSO_WM_UNIT_TEXT_TYPE" val="1"/>
</p:tagLst>
</file>

<file path=ppt/tags/tag324.xml><?xml version="1.0" encoding="utf-8"?>
<p:tagLst xmlns:p="http://schemas.openxmlformats.org/presentationml/2006/main">
  <p:tag name="KSO_WM_DIAGRAM_VIRTUALLY_FRAME" val="{&quot;height&quot;:364.08803131343814,&quot;left&quot;:-6.287480314960634,&quot;top&quot;:103.52913385826768,&quot;width&quot;:910.8585700376018}"/>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459_1*l_h_a*1_1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PRESET_TEXT" val="此处添加项标题"/>
  <p:tag name="KSO_WM_UNIT_TEXT_FILL_FORE_SCHEMECOLOR_INDEX" val="1"/>
  <p:tag name="KSO_WM_UNIT_TEXT_FILL_TYPE" val="1"/>
  <p:tag name="KSO_WM_UNIT_TEXT_TYPE" val="1"/>
</p:tagLst>
</file>

<file path=ppt/tags/tag325.xml><?xml version="1.0" encoding="utf-8"?>
<p:tagLst xmlns:p="http://schemas.openxmlformats.org/presentationml/2006/main">
  <p:tag name="KSO_WM_DIAGRAM_VIRTUALLY_FRAME" val="{&quot;height&quot;:364.08803131343814,&quot;left&quot;:-6.287480314960634,&quot;top&quot;:103.52913385826768,&quot;width&quot;:910.8585700376018}"/>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59_1*l_h_f*1_2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文本的具体内容简明阐述您的观点"/>
  <p:tag name="KSO_WM_UNIT_TEXT_FILL_FORE_SCHEMECOLOR_INDEX" val="1"/>
  <p:tag name="KSO_WM_UNIT_TEXT_FILL_TYPE" val="1"/>
  <p:tag name="KSO_WM_UNIT_TEXT_TYPE" val="1"/>
</p:tagLst>
</file>

<file path=ppt/tags/tag326.xml><?xml version="1.0" encoding="utf-8"?>
<p:tagLst xmlns:p="http://schemas.openxmlformats.org/presentationml/2006/main">
  <p:tag name="KSO_WM_DIAGRAM_VIRTUALLY_FRAME" val="{&quot;height&quot;:364.08803131343814,&quot;left&quot;:-6.287480314960634,&quot;top&quot;:103.52913385826768,&quot;width&quot;:910.8585700376018}"/>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4459_1*l_h_a*1_2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327.xml><?xml version="1.0" encoding="utf-8"?>
<p:tagLst xmlns:p="http://schemas.openxmlformats.org/presentationml/2006/main">
  <p:tag name="KSO_WM_DIAGRAM_VIRTUALLY_FRAME" val="{&quot;height&quot;:364.08803131343814,&quot;left&quot;:-6.287480314960634,&quot;top&quot;:103.52913385826768,&quot;width&quot;:910.8585700376018}"/>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4459_1*l_h_i*1_2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solid&quot;:{&quot;brightness&quot;:0,&quot;colorType&quot;:2,&quot;rgb&quot;:&quot;#ffffff&quot;,&quot;transparency&quot;:0.15000000596046448},&quot;type&quot;:1},&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4459_1*l_h_i*1_1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VIRTUALLY_FRAME" val="{&quot;height&quot;:364.08803131343814,&quot;left&quot;:-6.287480314960634,&quot;top&quot;:103.52913385826768,&quot;width&quot;:910.8585700376018}"/>
  <p:tag name="KSO_WM_DIAGRAM_COLOR_MATCH_VALUE" val="{&quot;shape&quot;:{&quot;fill&quot;:{&quot;solid&quot;:{&quot;brightness&quot;:0,&quot;colorType&quot;:2,&quot;rgb&quot;:&quot;#ffffff&quot;,&quot;transparency&quot;:0.15000000596046448},&quot;type&quot;:1},&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29.xml><?xml version="1.0" encoding="utf-8"?>
<p:tagLst xmlns:p="http://schemas.openxmlformats.org/presentationml/2006/main">
  <p:tag name="KSO_WM_DIAGRAM_VIRTUALLY_FRAME" val="{&quot;height&quot;:364.08803131343814,&quot;left&quot;:-6.287480314960634,&quot;top&quot;:103.52913385826768,&quot;width&quot;:910.8585700376018}"/>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4459_1*l_h_f*1_3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文本的具体内容简明阐述您的观点"/>
  <p:tag name="KSO_WM_UNIT_TEXT_FILL_FORE_SCHEMECOLOR_INDEX" val="1"/>
  <p:tag name="KSO_WM_UNIT_TEXT_FILL_TYPE" val="1"/>
  <p:tag name="KSO_WM_UNIT_TEXT_TYPE" val="1"/>
</p:tagLst>
</file>

<file path=ppt/tags/tag330.xml><?xml version="1.0" encoding="utf-8"?>
<p:tagLst xmlns:p="http://schemas.openxmlformats.org/presentationml/2006/main">
  <p:tag name="KSO_WM_DIAGRAM_VIRTUALLY_FRAME" val="{&quot;height&quot;:364.08803131343814,&quot;left&quot;:-6.287480314960634,&quot;top&quot;:103.52913385826768,&quot;width&quot;:910.8585700376018}"/>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4459_1*l_h_a*1_3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331.xml><?xml version="1.0" encoding="utf-8"?>
<p:tagLst xmlns:p="http://schemas.openxmlformats.org/presentationml/2006/main">
  <p:tag name="KSO_WM_DIAGRAM_VIRTUALLY_FRAME" val="{&quot;height&quot;:364.08803131343814,&quot;left&quot;:-6.287480314960634,&quot;top&quot;:103.52913385826768,&quot;width&quot;:910.8585700376018}"/>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4459_1*l_h_i*1_3_1"/>
  <p:tag name="KSO_WM_TEMPLATE_CATEGORY" val="diagram"/>
  <p:tag name="KSO_WM_TEMPLATE_INDEX" val="2023445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3"/>
  <p:tag name="KSO_WM_DIAGRAM_MIN_ITEMCNT" val="3"/>
  <p:tag name="KSO_WM_DIAGRAM_COLOR_MATCH_VALUE" val="{&quot;shape&quot;:{&quot;fill&quot;:{&quot;solid&quot;:{&quot;brightness&quot;:0,&quot;colorType&quot;:2,&quot;rgb&quot;:&quot;#ffffff&quot;,&quot;transparency&quot;:0.15000000596046448},&quot;type&quot;:1},&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32.xml><?xml version="1.0" encoding="utf-8"?>
<p:tagLst xmlns:p="http://schemas.openxmlformats.org/presentationml/2006/main">
  <p:tag name="KSO_WM_UNIT_TYPE" val="a"/>
  <p:tag name="KSO_WM_UNIT_INDEX" val="1"/>
  <p:tag name="KSO_WM_BEAUTIFY_FLAG" val="#wm#"/>
  <p:tag name="KSO_WM_TAG_VERSION" val="3.0"/>
  <p:tag name="KSO_WM_UNIT_ID" val="custom96_4*a*1"/>
  <p:tag name="KSO_WM_UNIT_LAYERLEVEL" val="1"/>
  <p:tag name="KSO_WM_TEMPLATE_INDEX" val="96"/>
  <p:tag name="KSO_WM_TEMPLATE_CATEGORY" val="custom"/>
</p:tagLst>
</file>

<file path=ppt/tags/tag333.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4460"/>
  <p:tag name="KSO_WM_SLIDE_TYPE" val="text"/>
  <p:tag name="KSO_WM_SLIDE_SUBTYPE" val="diag"/>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3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19_3*l_h_a*1_1_1"/>
  <p:tag name="KSO_WM_TEMPLATE_CATEGORY" val="diagram"/>
  <p:tag name="KSO_WM_TEMPLATE_INDEX" val="20233219"/>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PRESET_TEXT" val="添加项标题"/>
  <p:tag name="KSO_WM_DIAGRAM_MAX_ITEMCNT" val="4"/>
  <p:tag name="KSO_WM_DIAGRAM_MIN_ITEMCNT" val="1"/>
  <p:tag name="KSO_WM_DIAGRAM_VIRTUALLY_FRAME" val="{&quot;height&quot;:288.1636220472442,&quot;left&quot;:17.514094488188977,&quot;top&quot;:92.96496062992125,&quot;width&quot;:907.0859055118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335.xml><?xml version="1.0" encoding="utf-8"?>
<p:tagLst xmlns:p="http://schemas.openxmlformats.org/presentationml/2006/main">
  <p:tag name="KSO_WM_UNIT_TYPE" val="a"/>
  <p:tag name="KSO_WM_UNIT_INDEX" val="1"/>
  <p:tag name="KSO_WM_BEAUTIFY_FLAG" val="#wm#"/>
  <p:tag name="KSO_WM_TAG_VERSION" val="3.0"/>
  <p:tag name="KSO_WM_UNIT_ID" val="custom96_4*a*1"/>
  <p:tag name="KSO_WM_UNIT_LAYERLEVEL" val="1"/>
  <p:tag name="KSO_WM_TEMPLATE_INDEX" val="96"/>
  <p:tag name="KSO_WM_TEMPLATE_CATEGORY" val="custom"/>
</p:tagLst>
</file>

<file path=ppt/tags/tag336.xml><?xml version="1.0" encoding="utf-8"?>
<p:tagLst xmlns:p="http://schemas.openxmlformats.org/presentationml/2006/main">
  <p:tag name="KSO_WM_SLIDE_ID" val="custom2023322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220"/>
  <p:tag name="KSO_WM_SLIDE_TYPE" val="text"/>
  <p:tag name="KSO_WM_SLIDE_SUBTYPE" val="picTxt"/>
  <p:tag name="KSO_WM_SLIDE_SIZE" val="541.7*156.75"/>
  <p:tag name="KSO_WM_SLIDE_POSITION" val="338.75*218.8"/>
  <p:tag name="KSO_WM_SLIDE_LAYOUT" val="a_d_l"/>
  <p:tag name="KSO_WM_SLIDE_LAYOUT_CNT" val="1_1_1"/>
  <p:tag name="KSO_WM_SPECIAL_SOURCE" val="bdnull"/>
  <p:tag name="KSO_WM_DIAGRAM_GROUP_CODE" val="l1-1"/>
  <p:tag name="KSO_WM_SLIDE_DIAGTYPE" val="l"/>
</p:tagLst>
</file>

<file path=ppt/tags/tag337.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Office 主题​​">
  <a:themeElements>
    <a:clrScheme name="中山大学模板">
      <a:dk1>
        <a:srgbClr val="1F1F1F"/>
      </a:dk1>
      <a:lt1>
        <a:srgbClr val="F2F2F2"/>
      </a:lt1>
      <a:dk2>
        <a:srgbClr val="778495"/>
      </a:dk2>
      <a:lt2>
        <a:srgbClr val="F0F0F0"/>
      </a:lt2>
      <a:accent1>
        <a:srgbClr val="00561F"/>
      </a:accent1>
      <a:accent2>
        <a:srgbClr val="F2F2F2"/>
      </a:accent2>
      <a:accent3>
        <a:srgbClr val="00A386"/>
      </a:accent3>
      <a:accent4>
        <a:srgbClr val="FFC000"/>
      </a:accent4>
      <a:accent5>
        <a:srgbClr val="CE1126"/>
      </a:accent5>
      <a:accent6>
        <a:srgbClr val="CE1126"/>
      </a:accent6>
      <a:hlink>
        <a:srgbClr val="0085C3"/>
      </a:hlink>
      <a:folHlink>
        <a:srgbClr val="BFBFBF"/>
      </a:folHlink>
    </a:clrScheme>
    <a:fontScheme name="党政办">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1090</Words>
  <Application>WPS 演示</Application>
  <PresentationFormat>宽屏</PresentationFormat>
  <Paragraphs>85</Paragraphs>
  <Slides>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宋体</vt:lpstr>
      <vt:lpstr>Wingdings</vt:lpstr>
      <vt:lpstr>阿里巴巴普惠体 H</vt:lpstr>
      <vt:lpstr>阿里巴巴普惠体 L</vt:lpstr>
      <vt:lpstr>微软雅黑 Light</vt:lpstr>
      <vt:lpstr>微软雅黑</vt:lpstr>
      <vt:lpstr>Arial Unicode MS</vt:lpstr>
      <vt:lpstr>Calibri</vt:lpstr>
      <vt:lpstr>阿里巴巴普惠体 H</vt:lpstr>
      <vt:lpstr>阿里巴巴普惠体 L</vt:lpstr>
      <vt:lpstr>AMGDT</vt:lpstr>
      <vt:lpstr>Office 主题​​</vt:lpstr>
      <vt:lpstr>数据处理</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王奇</cp:lastModifiedBy>
  <cp:revision>13</cp:revision>
  <dcterms:created xsi:type="dcterms:W3CDTF">2023-08-09T12:44:00Z</dcterms:created>
  <dcterms:modified xsi:type="dcterms:W3CDTF">2026-03-28T15:56:45Z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2052-12.1.0.24034</vt:lpwstr>
  </property>
</Properties>
</file>