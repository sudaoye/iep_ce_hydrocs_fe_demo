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7" r:id="rId3"/>
    <p:sldId id="259" r:id="rId5"/>
    <p:sldId id="261" r:id="rId6"/>
    <p:sldId id="262" r:id="rId7"/>
    <p:sldId id="272" r:id="rId8"/>
    <p:sldId id="263" r:id="rId9"/>
    <p:sldId id="264" r:id="rId10"/>
    <p:sldId id="294" r:id="rId11"/>
    <p:sldId id="273" r:id="rId12"/>
    <p:sldId id="266" r:id="rId13"/>
    <p:sldId id="275" r:id="rId14"/>
  </p:sldIdLst>
  <p:sldSz cx="12192000" cy="6858000"/>
  <p:notesSz cx="6858000" cy="9144000"/>
  <p:embeddedFontLst>
    <p:embeddedFont>
      <p:font typeface="等线" panose="02010600030101010101" charset="-122"/>
      <p:regular r:id="rId18"/>
    </p:embeddedFont>
  </p:embeddedFontLst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366" y="1140"/>
      </p:cViewPr>
      <p:guideLst>
        <p:guide orient="horz" pos="215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48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45.xml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83FB5F-89F4-4110-9832-D99B9C8674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BEFDC8-2067-471C-8EE2-A28AECC18A4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EFDC8-2067-471C-8EE2-A28AECC18A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EFDC8-2067-471C-8EE2-A28AECC18A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EFDC8-2067-471C-8EE2-A28AECC18A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EFDC8-2067-471C-8EE2-A28AECC18A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EFDC8-2067-471C-8EE2-A28AECC18A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EFDC8-2067-471C-8EE2-A28AECC18A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EFDC8-2067-471C-8EE2-A28AECC18A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EFDC8-2067-471C-8EE2-A28AECC18A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EFDC8-2067-471C-8EE2-A28AECC18A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EFDC8-2067-471C-8EE2-A28AECC18A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 39"/>
          <p:cNvSpPr/>
          <p:nvPr userDrawn="1"/>
        </p:nvSpPr>
        <p:spPr>
          <a:xfrm>
            <a:off x="1316343" y="0"/>
            <a:ext cx="9575380" cy="6858000"/>
          </a:xfrm>
          <a:custGeom>
            <a:avLst/>
            <a:gdLst>
              <a:gd name="connsiteX0" fmla="*/ 1626720 w 9575380"/>
              <a:gd name="connsiteY0" fmla="*/ 0 h 6858000"/>
              <a:gd name="connsiteX1" fmla="*/ 7948660 w 9575380"/>
              <a:gd name="connsiteY1" fmla="*/ 0 h 6858000"/>
              <a:gd name="connsiteX2" fmla="*/ 8006825 w 9575380"/>
              <a:gd name="connsiteY2" fmla="*/ 50383 h 6858000"/>
              <a:gd name="connsiteX3" fmla="*/ 9575380 w 9575380"/>
              <a:gd name="connsiteY3" fmla="*/ 3594315 h 6858000"/>
              <a:gd name="connsiteX4" fmla="*/ 8331625 w 9575380"/>
              <a:gd name="connsiteY4" fmla="*/ 6813447 h 6858000"/>
              <a:gd name="connsiteX5" fmla="*/ 8289148 w 9575380"/>
              <a:gd name="connsiteY5" fmla="*/ 6858000 h 6858000"/>
              <a:gd name="connsiteX6" fmla="*/ 1286233 w 9575380"/>
              <a:gd name="connsiteY6" fmla="*/ 6858000 h 6858000"/>
              <a:gd name="connsiteX7" fmla="*/ 1243755 w 9575380"/>
              <a:gd name="connsiteY7" fmla="*/ 6813447 h 6858000"/>
              <a:gd name="connsiteX8" fmla="*/ 0 w 9575380"/>
              <a:gd name="connsiteY8" fmla="*/ 3594315 h 6858000"/>
              <a:gd name="connsiteX9" fmla="*/ 1568556 w 9575380"/>
              <a:gd name="connsiteY9" fmla="*/ 503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575380" h="6858000">
                <a:moveTo>
                  <a:pt x="1626720" y="0"/>
                </a:moveTo>
                <a:lnTo>
                  <a:pt x="7948660" y="0"/>
                </a:lnTo>
                <a:lnTo>
                  <a:pt x="8006825" y="50383"/>
                </a:lnTo>
                <a:cubicBezTo>
                  <a:pt x="8970421" y="926184"/>
                  <a:pt x="9575380" y="2189602"/>
                  <a:pt x="9575380" y="3594315"/>
                </a:cubicBezTo>
                <a:cubicBezTo>
                  <a:pt x="9575380" y="4833768"/>
                  <a:pt x="9104391" y="5963216"/>
                  <a:pt x="8331625" y="6813447"/>
                </a:cubicBezTo>
                <a:lnTo>
                  <a:pt x="8289148" y="6858000"/>
                </a:lnTo>
                <a:lnTo>
                  <a:pt x="1286233" y="6858000"/>
                </a:lnTo>
                <a:lnTo>
                  <a:pt x="1243755" y="6813447"/>
                </a:lnTo>
                <a:cubicBezTo>
                  <a:pt x="470989" y="5963216"/>
                  <a:pt x="0" y="4833768"/>
                  <a:pt x="0" y="3594315"/>
                </a:cubicBezTo>
                <a:cubicBezTo>
                  <a:pt x="0" y="2189602"/>
                  <a:pt x="604959" y="926184"/>
                  <a:pt x="1568556" y="50383"/>
                </a:cubicBezTo>
                <a:close/>
              </a:path>
            </a:pathLst>
          </a:custGeom>
          <a:noFill/>
          <a:ln w="6350">
            <a:solidFill>
              <a:schemeClr val="accent1">
                <a:alpha val="3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33" name="任意多边形 40"/>
          <p:cNvSpPr/>
          <p:nvPr userDrawn="1"/>
        </p:nvSpPr>
        <p:spPr>
          <a:xfrm>
            <a:off x="1811175" y="0"/>
            <a:ext cx="8585716" cy="6858000"/>
          </a:xfrm>
          <a:custGeom>
            <a:avLst/>
            <a:gdLst>
              <a:gd name="connsiteX0" fmla="*/ 1946666 w 8585716"/>
              <a:gd name="connsiteY0" fmla="*/ 0 h 6858000"/>
              <a:gd name="connsiteX1" fmla="*/ 6639050 w 8585716"/>
              <a:gd name="connsiteY1" fmla="*/ 0 h 6858000"/>
              <a:gd name="connsiteX2" fmla="*/ 6693036 w 8585716"/>
              <a:gd name="connsiteY2" fmla="*/ 34610 h 6858000"/>
              <a:gd name="connsiteX3" fmla="*/ 8585716 w 8585716"/>
              <a:gd name="connsiteY3" fmla="*/ 3594314 h 6858000"/>
              <a:gd name="connsiteX4" fmla="*/ 7328367 w 8585716"/>
              <a:gd name="connsiteY4" fmla="*/ 6629822 h 6858000"/>
              <a:gd name="connsiteX5" fmla="*/ 7077308 w 8585716"/>
              <a:gd name="connsiteY5" fmla="*/ 6858000 h 6858000"/>
              <a:gd name="connsiteX6" fmla="*/ 1508408 w 8585716"/>
              <a:gd name="connsiteY6" fmla="*/ 6858000 h 6858000"/>
              <a:gd name="connsiteX7" fmla="*/ 1257349 w 8585716"/>
              <a:gd name="connsiteY7" fmla="*/ 6629822 h 6858000"/>
              <a:gd name="connsiteX8" fmla="*/ 0 w 8585716"/>
              <a:gd name="connsiteY8" fmla="*/ 3594314 h 6858000"/>
              <a:gd name="connsiteX9" fmla="*/ 1892681 w 8585716"/>
              <a:gd name="connsiteY9" fmla="*/ 3461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585716" h="6858000">
                <a:moveTo>
                  <a:pt x="1946666" y="0"/>
                </a:moveTo>
                <a:lnTo>
                  <a:pt x="6639050" y="0"/>
                </a:lnTo>
                <a:lnTo>
                  <a:pt x="6693036" y="34610"/>
                </a:lnTo>
                <a:cubicBezTo>
                  <a:pt x="7834943" y="806067"/>
                  <a:pt x="8585716" y="2112515"/>
                  <a:pt x="8585716" y="3594314"/>
                </a:cubicBezTo>
                <a:cubicBezTo>
                  <a:pt x="8585716" y="4779754"/>
                  <a:pt x="8105221" y="5852968"/>
                  <a:pt x="7328367" y="6629822"/>
                </a:cubicBezTo>
                <a:lnTo>
                  <a:pt x="7077308" y="6858000"/>
                </a:lnTo>
                <a:lnTo>
                  <a:pt x="1508408" y="6858000"/>
                </a:lnTo>
                <a:lnTo>
                  <a:pt x="1257349" y="6629822"/>
                </a:lnTo>
                <a:cubicBezTo>
                  <a:pt x="480495" y="5852968"/>
                  <a:pt x="0" y="4779754"/>
                  <a:pt x="0" y="3594314"/>
                </a:cubicBezTo>
                <a:cubicBezTo>
                  <a:pt x="0" y="2112515"/>
                  <a:pt x="750773" y="806067"/>
                  <a:pt x="1892681" y="34610"/>
                </a:cubicBezTo>
                <a:close/>
              </a:path>
            </a:pathLst>
          </a:custGeom>
          <a:noFill/>
          <a:ln w="25400">
            <a:solidFill>
              <a:schemeClr val="accent1">
                <a:alpha val="63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34" name="任意多边形 44"/>
          <p:cNvSpPr/>
          <p:nvPr userDrawn="1"/>
        </p:nvSpPr>
        <p:spPr>
          <a:xfrm>
            <a:off x="2337842" y="0"/>
            <a:ext cx="7532382" cy="6858000"/>
          </a:xfrm>
          <a:custGeom>
            <a:avLst/>
            <a:gdLst>
              <a:gd name="connsiteX0" fmla="*/ 2638689 w 7532382"/>
              <a:gd name="connsiteY0" fmla="*/ 0 h 6858000"/>
              <a:gd name="connsiteX1" fmla="*/ 4893694 w 7532382"/>
              <a:gd name="connsiteY1" fmla="*/ 0 h 6858000"/>
              <a:gd name="connsiteX2" fmla="*/ 5061134 w 7532382"/>
              <a:gd name="connsiteY2" fmla="*/ 56656 h 6858000"/>
              <a:gd name="connsiteX3" fmla="*/ 7532382 w 7532382"/>
              <a:gd name="connsiteY3" fmla="*/ 3594315 h 6858000"/>
              <a:gd name="connsiteX4" fmla="*/ 5719098 w 7532382"/>
              <a:gd name="connsiteY4" fmla="*/ 6815262 h 6858000"/>
              <a:gd name="connsiteX5" fmla="*/ 5644770 w 7532382"/>
              <a:gd name="connsiteY5" fmla="*/ 6858000 h 6858000"/>
              <a:gd name="connsiteX6" fmla="*/ 1887613 w 7532382"/>
              <a:gd name="connsiteY6" fmla="*/ 6858000 h 6858000"/>
              <a:gd name="connsiteX7" fmla="*/ 1813284 w 7532382"/>
              <a:gd name="connsiteY7" fmla="*/ 6815262 h 6858000"/>
              <a:gd name="connsiteX8" fmla="*/ 0 w 7532382"/>
              <a:gd name="connsiteY8" fmla="*/ 3594315 h 6858000"/>
              <a:gd name="connsiteX9" fmla="*/ 2471248 w 7532382"/>
              <a:gd name="connsiteY9" fmla="*/ 5665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532382" h="6858000">
                <a:moveTo>
                  <a:pt x="2638689" y="0"/>
                </a:moveTo>
                <a:lnTo>
                  <a:pt x="4893694" y="0"/>
                </a:lnTo>
                <a:lnTo>
                  <a:pt x="5061134" y="56656"/>
                </a:lnTo>
                <a:cubicBezTo>
                  <a:pt x="6503219" y="584674"/>
                  <a:pt x="7532382" y="1969307"/>
                  <a:pt x="7532382" y="3594315"/>
                </a:cubicBezTo>
                <a:cubicBezTo>
                  <a:pt x="7532382" y="4959322"/>
                  <a:pt x="6806204" y="6154720"/>
                  <a:pt x="5719098" y="6815262"/>
                </a:cubicBezTo>
                <a:lnTo>
                  <a:pt x="5644770" y="6858000"/>
                </a:lnTo>
                <a:lnTo>
                  <a:pt x="1887613" y="6858000"/>
                </a:lnTo>
                <a:lnTo>
                  <a:pt x="1813284" y="6815262"/>
                </a:lnTo>
                <a:cubicBezTo>
                  <a:pt x="726178" y="6154720"/>
                  <a:pt x="0" y="4959322"/>
                  <a:pt x="0" y="3594315"/>
                </a:cubicBezTo>
                <a:cubicBezTo>
                  <a:pt x="0" y="1969307"/>
                  <a:pt x="1029163" y="584674"/>
                  <a:pt x="2471248" y="56656"/>
                </a:cubicBezTo>
                <a:close/>
              </a:path>
            </a:pathLst>
          </a:custGeom>
          <a:noFill/>
          <a:ln w="38100">
            <a:solidFill>
              <a:schemeClr val="accent1">
                <a:alpha val="48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41" name="椭圆 40"/>
          <p:cNvSpPr/>
          <p:nvPr userDrawn="1"/>
        </p:nvSpPr>
        <p:spPr>
          <a:xfrm rot="12568257">
            <a:off x="11865241" y="1804506"/>
            <a:ext cx="743690" cy="743690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6000"/>
                </a:schemeClr>
              </a:gs>
              <a:gs pos="43000">
                <a:schemeClr val="accent1">
                  <a:alpha val="2500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/>
          <p:cNvSpPr/>
          <p:nvPr userDrawn="1"/>
        </p:nvSpPr>
        <p:spPr>
          <a:xfrm rot="2275760">
            <a:off x="11493635" y="3306495"/>
            <a:ext cx="245008" cy="245008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6000"/>
                </a:schemeClr>
              </a:gs>
              <a:gs pos="43000">
                <a:schemeClr val="accent1">
                  <a:alpha val="2500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/>
          <p:cNvSpPr/>
          <p:nvPr userDrawn="1"/>
        </p:nvSpPr>
        <p:spPr>
          <a:xfrm rot="2275760">
            <a:off x="11435981" y="4608374"/>
            <a:ext cx="245008" cy="245008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6000"/>
                </a:schemeClr>
              </a:gs>
              <a:gs pos="43000">
                <a:schemeClr val="accent1">
                  <a:alpha val="2500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/>
          <p:cNvSpPr/>
          <p:nvPr userDrawn="1"/>
        </p:nvSpPr>
        <p:spPr>
          <a:xfrm rot="2275760">
            <a:off x="512638" y="4591479"/>
            <a:ext cx="245008" cy="245008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6000"/>
                </a:schemeClr>
              </a:gs>
              <a:gs pos="43000">
                <a:schemeClr val="accent1">
                  <a:alpha val="2500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/>
          <p:cNvSpPr/>
          <p:nvPr userDrawn="1"/>
        </p:nvSpPr>
        <p:spPr>
          <a:xfrm rot="10210369">
            <a:off x="783442" y="1491552"/>
            <a:ext cx="671641" cy="671641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6000"/>
                </a:schemeClr>
              </a:gs>
              <a:gs pos="43000">
                <a:schemeClr val="accent1">
                  <a:alpha val="2500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/>
          <p:cNvSpPr/>
          <p:nvPr userDrawn="1"/>
        </p:nvSpPr>
        <p:spPr>
          <a:xfrm rot="2275760">
            <a:off x="-401781" y="4063701"/>
            <a:ext cx="615393" cy="615393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6000"/>
                </a:schemeClr>
              </a:gs>
              <a:gs pos="43000">
                <a:schemeClr val="accent1">
                  <a:alpha val="2500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/>
          <p:cNvSpPr/>
          <p:nvPr userDrawn="1"/>
        </p:nvSpPr>
        <p:spPr>
          <a:xfrm rot="13368028">
            <a:off x="241377" y="3208640"/>
            <a:ext cx="210811" cy="210811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6000"/>
                </a:schemeClr>
              </a:gs>
              <a:gs pos="43000">
                <a:schemeClr val="accent1">
                  <a:alpha val="2500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/>
          <p:cNvSpPr/>
          <p:nvPr userDrawn="1"/>
        </p:nvSpPr>
        <p:spPr>
          <a:xfrm rot="13500000">
            <a:off x="-180903" y="2115112"/>
            <a:ext cx="361804" cy="361804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6000"/>
                </a:schemeClr>
              </a:gs>
              <a:gs pos="43000">
                <a:schemeClr val="accent1">
                  <a:alpha val="2500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/>
          <p:cNvSpPr/>
          <p:nvPr userDrawn="1"/>
        </p:nvSpPr>
        <p:spPr>
          <a:xfrm rot="12941190">
            <a:off x="10842016" y="5333459"/>
            <a:ext cx="448456" cy="448456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6000"/>
                </a:schemeClr>
              </a:gs>
              <a:gs pos="43000">
                <a:schemeClr val="accent1">
                  <a:alpha val="2500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椭圆 50"/>
          <p:cNvSpPr/>
          <p:nvPr userDrawn="1"/>
        </p:nvSpPr>
        <p:spPr>
          <a:xfrm rot="16919231">
            <a:off x="10871473" y="3916427"/>
            <a:ext cx="145524" cy="145524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6000"/>
                </a:schemeClr>
              </a:gs>
              <a:gs pos="43000">
                <a:schemeClr val="accent1">
                  <a:alpha val="2500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/>
          <p:cNvSpPr/>
          <p:nvPr userDrawn="1"/>
        </p:nvSpPr>
        <p:spPr>
          <a:xfrm rot="16919231">
            <a:off x="11502428" y="2728065"/>
            <a:ext cx="145524" cy="145524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6000"/>
                </a:schemeClr>
              </a:gs>
              <a:gs pos="43000">
                <a:schemeClr val="accent1">
                  <a:alpha val="2500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椭圆 52"/>
          <p:cNvSpPr/>
          <p:nvPr userDrawn="1"/>
        </p:nvSpPr>
        <p:spPr>
          <a:xfrm rot="13368028">
            <a:off x="732135" y="3337265"/>
            <a:ext cx="112400" cy="112400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6000"/>
                </a:schemeClr>
              </a:gs>
              <a:gs pos="43000">
                <a:schemeClr val="accent1">
                  <a:alpha val="2500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任意多边形 45"/>
          <p:cNvSpPr/>
          <p:nvPr userDrawn="1"/>
        </p:nvSpPr>
        <p:spPr>
          <a:xfrm>
            <a:off x="0" y="5671989"/>
            <a:ext cx="12192000" cy="1186011"/>
          </a:xfrm>
          <a:custGeom>
            <a:avLst/>
            <a:gdLst>
              <a:gd name="connsiteX0" fmla="*/ 12192000 w 12192000"/>
              <a:gd name="connsiteY0" fmla="*/ 0 h 1186011"/>
              <a:gd name="connsiteX1" fmla="*/ 12192000 w 12192000"/>
              <a:gd name="connsiteY1" fmla="*/ 1186011 h 1186011"/>
              <a:gd name="connsiteX2" fmla="*/ 0 w 12192000"/>
              <a:gd name="connsiteY2" fmla="*/ 1186011 h 1186011"/>
              <a:gd name="connsiteX3" fmla="*/ 0 w 12192000"/>
              <a:gd name="connsiteY3" fmla="*/ 215799 h 1186011"/>
              <a:gd name="connsiteX4" fmla="*/ 148285 w 12192000"/>
              <a:gd name="connsiteY4" fmla="*/ 241870 h 1186011"/>
              <a:gd name="connsiteX5" fmla="*/ 1760279 w 12192000"/>
              <a:gd name="connsiteY5" fmla="*/ 500087 h 1186011"/>
              <a:gd name="connsiteX6" fmla="*/ 5125780 w 12192000"/>
              <a:gd name="connsiteY6" fmla="*/ 957287 h 1186011"/>
              <a:gd name="connsiteX7" fmla="*/ 7767379 w 12192000"/>
              <a:gd name="connsiteY7" fmla="*/ 792187 h 1186011"/>
              <a:gd name="connsiteX8" fmla="*/ 12062815 w 12192000"/>
              <a:gd name="connsiteY8" fmla="*/ 22327 h 1186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1186011">
                <a:moveTo>
                  <a:pt x="12192000" y="0"/>
                </a:moveTo>
                <a:lnTo>
                  <a:pt x="12192000" y="1186011"/>
                </a:lnTo>
                <a:lnTo>
                  <a:pt x="0" y="1186011"/>
                </a:lnTo>
                <a:lnTo>
                  <a:pt x="0" y="215799"/>
                </a:lnTo>
                <a:lnTo>
                  <a:pt x="148285" y="241870"/>
                </a:lnTo>
                <a:cubicBezTo>
                  <a:pt x="602727" y="320501"/>
                  <a:pt x="1171581" y="412775"/>
                  <a:pt x="1760279" y="500087"/>
                </a:cubicBezTo>
                <a:cubicBezTo>
                  <a:pt x="2702196" y="639787"/>
                  <a:pt x="4124596" y="908604"/>
                  <a:pt x="5125780" y="957287"/>
                </a:cubicBezTo>
                <a:cubicBezTo>
                  <a:pt x="6126962" y="1005970"/>
                  <a:pt x="6582046" y="953054"/>
                  <a:pt x="7767379" y="792187"/>
                </a:cubicBezTo>
                <a:cubicBezTo>
                  <a:pt x="8878629" y="641374"/>
                  <a:pt x="11100509" y="192906"/>
                  <a:pt x="12062815" y="22327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6000"/>
                </a:schemeClr>
              </a:gs>
              <a:gs pos="43000">
                <a:schemeClr val="accent1">
                  <a:alpha val="25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5" name="任意多边形 46"/>
          <p:cNvSpPr/>
          <p:nvPr userDrawn="1"/>
        </p:nvSpPr>
        <p:spPr>
          <a:xfrm>
            <a:off x="0" y="5144648"/>
            <a:ext cx="12192000" cy="1713353"/>
          </a:xfrm>
          <a:custGeom>
            <a:avLst/>
            <a:gdLst>
              <a:gd name="connsiteX0" fmla="*/ 380070 w 12192000"/>
              <a:gd name="connsiteY0" fmla="*/ 424 h 1713353"/>
              <a:gd name="connsiteX1" fmla="*/ 984604 w 12192000"/>
              <a:gd name="connsiteY1" fmla="*/ 401502 h 1713353"/>
              <a:gd name="connsiteX2" fmla="*/ 2624133 w 12192000"/>
              <a:gd name="connsiteY2" fmla="*/ 1356947 h 1713353"/>
              <a:gd name="connsiteX3" fmla="*/ 5861165 w 12192000"/>
              <a:gd name="connsiteY3" fmla="*/ 781115 h 1713353"/>
              <a:gd name="connsiteX4" fmla="*/ 7868125 w 12192000"/>
              <a:gd name="connsiteY4" fmla="*/ 662486 h 1713353"/>
              <a:gd name="connsiteX5" fmla="*/ 9910294 w 12192000"/>
              <a:gd name="connsiteY5" fmla="*/ 970921 h 1713353"/>
              <a:gd name="connsiteX6" fmla="*/ 11565156 w 12192000"/>
              <a:gd name="connsiteY6" fmla="*/ 1397984 h 1713353"/>
              <a:gd name="connsiteX7" fmla="*/ 12059606 w 12192000"/>
              <a:gd name="connsiteY7" fmla="*/ 1596687 h 1713353"/>
              <a:gd name="connsiteX8" fmla="*/ 12192000 w 12192000"/>
              <a:gd name="connsiteY8" fmla="*/ 1655475 h 1713353"/>
              <a:gd name="connsiteX9" fmla="*/ 12192000 w 12192000"/>
              <a:gd name="connsiteY9" fmla="*/ 1713353 h 1713353"/>
              <a:gd name="connsiteX10" fmla="*/ 30010 w 12192000"/>
              <a:gd name="connsiteY10" fmla="*/ 1713353 h 1713353"/>
              <a:gd name="connsiteX11" fmla="*/ 10281 w 12192000"/>
              <a:gd name="connsiteY11" fmla="*/ 1596198 h 1713353"/>
              <a:gd name="connsiteX12" fmla="*/ 280408 w 12192000"/>
              <a:gd name="connsiteY12" fmla="*/ 116793 h 1713353"/>
              <a:gd name="connsiteX13" fmla="*/ 380070 w 12192000"/>
              <a:gd name="connsiteY13" fmla="*/ 424 h 171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1713353">
                <a:moveTo>
                  <a:pt x="380070" y="424"/>
                </a:moveTo>
                <a:cubicBezTo>
                  <a:pt x="501428" y="-11875"/>
                  <a:pt x="691639" y="246484"/>
                  <a:pt x="984604" y="401502"/>
                </a:cubicBezTo>
                <a:cubicBezTo>
                  <a:pt x="1375226" y="608194"/>
                  <a:pt x="1811373" y="1293678"/>
                  <a:pt x="2624133" y="1356947"/>
                </a:cubicBezTo>
                <a:cubicBezTo>
                  <a:pt x="3436893" y="1420215"/>
                  <a:pt x="4987167" y="896858"/>
                  <a:pt x="5861165" y="781115"/>
                </a:cubicBezTo>
                <a:cubicBezTo>
                  <a:pt x="6735164" y="665371"/>
                  <a:pt x="7193270" y="630851"/>
                  <a:pt x="7868125" y="662486"/>
                </a:cubicBezTo>
                <a:cubicBezTo>
                  <a:pt x="8542979" y="694120"/>
                  <a:pt x="9294122" y="848337"/>
                  <a:pt x="9910294" y="970921"/>
                </a:cubicBezTo>
                <a:cubicBezTo>
                  <a:pt x="10526466" y="1093504"/>
                  <a:pt x="10975391" y="1188407"/>
                  <a:pt x="11565156" y="1397984"/>
                </a:cubicBezTo>
                <a:cubicBezTo>
                  <a:pt x="11712597" y="1450379"/>
                  <a:pt x="11882411" y="1519826"/>
                  <a:pt x="12059606" y="1596687"/>
                </a:cubicBezTo>
                <a:lnTo>
                  <a:pt x="12192000" y="1655475"/>
                </a:lnTo>
                <a:lnTo>
                  <a:pt x="12192000" y="1713353"/>
                </a:lnTo>
                <a:lnTo>
                  <a:pt x="30010" y="1713353"/>
                </a:lnTo>
                <a:lnTo>
                  <a:pt x="10281" y="1596198"/>
                </a:lnTo>
                <a:cubicBezTo>
                  <a:pt x="-54830" y="1013584"/>
                  <a:pt x="207788" y="331561"/>
                  <a:pt x="280408" y="116793"/>
                </a:cubicBezTo>
                <a:cubicBezTo>
                  <a:pt x="306815" y="38696"/>
                  <a:pt x="339618" y="4523"/>
                  <a:pt x="380070" y="42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6000"/>
                </a:schemeClr>
              </a:gs>
              <a:gs pos="43000">
                <a:schemeClr val="accent1">
                  <a:alpha val="2500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 userDrawn="1"/>
        </p:nvSpPr>
        <p:spPr>
          <a:xfrm>
            <a:off x="5417352" y="552188"/>
            <a:ext cx="21627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accent1"/>
                </a:solidFill>
              </a:rPr>
              <a:t>LOGO</a:t>
            </a:r>
            <a:endParaRPr lang="zh-CN" altLang="en-US" sz="40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 userDrawn="1"/>
        </p:nvSpPr>
        <p:spPr>
          <a:xfrm rot="2275760">
            <a:off x="11004285" y="925098"/>
            <a:ext cx="1070962" cy="1070962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6000"/>
                </a:schemeClr>
              </a:gs>
              <a:gs pos="43000">
                <a:schemeClr val="accent1">
                  <a:alpha val="2500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 47"/>
          <p:cNvSpPr/>
          <p:nvPr userDrawn="1"/>
        </p:nvSpPr>
        <p:spPr>
          <a:xfrm rot="12287884">
            <a:off x="-200019" y="-450758"/>
            <a:ext cx="1740766" cy="2150058"/>
          </a:xfrm>
          <a:custGeom>
            <a:avLst/>
            <a:gdLst>
              <a:gd name="connsiteX0" fmla="*/ 1740766 w 1740766"/>
              <a:gd name="connsiteY0" fmla="*/ 1360571 h 2150058"/>
              <a:gd name="connsiteX1" fmla="*/ 32010 w 1740766"/>
              <a:gd name="connsiteY1" fmla="*/ 2150058 h 2150058"/>
              <a:gd name="connsiteX2" fmla="*/ 10425 w 1740766"/>
              <a:gd name="connsiteY2" fmla="*/ 2008624 h 2150058"/>
              <a:gd name="connsiteX3" fmla="*/ 0 w 1740766"/>
              <a:gd name="connsiteY3" fmla="*/ 1802175 h 2150058"/>
              <a:gd name="connsiteX4" fmla="*/ 1056716 w 1740766"/>
              <a:gd name="connsiteY4" fmla="*/ 26704 h 2150058"/>
              <a:gd name="connsiteX5" fmla="*/ 1112150 w 1740766"/>
              <a:gd name="connsiteY5" fmla="*/ 0 h 2150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0766" h="2150058">
                <a:moveTo>
                  <a:pt x="1740766" y="1360571"/>
                </a:moveTo>
                <a:lnTo>
                  <a:pt x="32010" y="2150058"/>
                </a:lnTo>
                <a:lnTo>
                  <a:pt x="10425" y="2008624"/>
                </a:lnTo>
                <a:cubicBezTo>
                  <a:pt x="3531" y="1940745"/>
                  <a:pt x="0" y="1871872"/>
                  <a:pt x="0" y="1802175"/>
                </a:cubicBezTo>
                <a:cubicBezTo>
                  <a:pt x="0" y="1035503"/>
                  <a:pt x="427288" y="368630"/>
                  <a:pt x="1056716" y="26704"/>
                </a:cubicBezTo>
                <a:lnTo>
                  <a:pt x="111215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6000"/>
                </a:schemeClr>
              </a:gs>
              <a:gs pos="43000">
                <a:schemeClr val="accent1">
                  <a:alpha val="2500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 userDrawn="1"/>
        </p:nvSpPr>
        <p:spPr>
          <a:xfrm rot="2275760">
            <a:off x="11493635" y="3306495"/>
            <a:ext cx="245008" cy="245008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6000"/>
                </a:schemeClr>
              </a:gs>
              <a:gs pos="43000">
                <a:schemeClr val="accent1">
                  <a:alpha val="2500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 rot="2275760">
            <a:off x="11435981" y="4608374"/>
            <a:ext cx="245008" cy="245008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6000"/>
                </a:schemeClr>
              </a:gs>
              <a:gs pos="43000">
                <a:schemeClr val="accent1">
                  <a:alpha val="2500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 userDrawn="1"/>
        </p:nvSpPr>
        <p:spPr>
          <a:xfrm rot="12941190">
            <a:off x="10435997" y="4302575"/>
            <a:ext cx="448456" cy="448456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6000"/>
                </a:schemeClr>
              </a:gs>
              <a:gs pos="43000">
                <a:schemeClr val="accent1">
                  <a:alpha val="2500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 rot="16919231">
            <a:off x="10871473" y="3916427"/>
            <a:ext cx="145524" cy="145524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6000"/>
                </a:schemeClr>
              </a:gs>
              <a:gs pos="43000">
                <a:schemeClr val="accent1">
                  <a:alpha val="2500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/>
        </p:nvSpPr>
        <p:spPr>
          <a:xfrm rot="16919231">
            <a:off x="11502428" y="2728065"/>
            <a:ext cx="145524" cy="145524"/>
          </a:xfrm>
          <a:prstGeom prst="ellipse">
            <a:avLst/>
          </a:prstGeom>
          <a:gradFill flip="none" rotWithShape="1">
            <a:gsLst>
              <a:gs pos="0">
                <a:srgbClr val="468AF6"/>
              </a:gs>
              <a:gs pos="75000">
                <a:srgbClr val="468AF6">
                  <a:alpha val="6000"/>
                </a:srgbClr>
              </a:gs>
              <a:gs pos="43000">
                <a:srgbClr val="468AF6">
                  <a:alpha val="25000"/>
                </a:srgbClr>
              </a:gs>
              <a:gs pos="100000">
                <a:srgbClr val="468AF6">
                  <a:alpha val="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10362841" y="170133"/>
            <a:ext cx="21627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accent1"/>
                </a:solidFill>
              </a:rPr>
              <a:t>LOGO</a:t>
            </a:r>
            <a:endParaRPr lang="zh-CN" altLang="en-US" sz="40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 userDrawn="1"/>
        </p:nvSpPr>
        <p:spPr>
          <a:xfrm rot="2275760">
            <a:off x="11004285" y="925098"/>
            <a:ext cx="1070962" cy="1070962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6000"/>
                </a:schemeClr>
              </a:gs>
              <a:gs pos="43000">
                <a:schemeClr val="accent1">
                  <a:alpha val="2500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 47"/>
          <p:cNvSpPr/>
          <p:nvPr userDrawn="1"/>
        </p:nvSpPr>
        <p:spPr>
          <a:xfrm rot="12287884">
            <a:off x="-200019" y="-450758"/>
            <a:ext cx="1740766" cy="2150058"/>
          </a:xfrm>
          <a:custGeom>
            <a:avLst/>
            <a:gdLst>
              <a:gd name="connsiteX0" fmla="*/ 1740766 w 1740766"/>
              <a:gd name="connsiteY0" fmla="*/ 1360571 h 2150058"/>
              <a:gd name="connsiteX1" fmla="*/ 32010 w 1740766"/>
              <a:gd name="connsiteY1" fmla="*/ 2150058 h 2150058"/>
              <a:gd name="connsiteX2" fmla="*/ 10425 w 1740766"/>
              <a:gd name="connsiteY2" fmla="*/ 2008624 h 2150058"/>
              <a:gd name="connsiteX3" fmla="*/ 0 w 1740766"/>
              <a:gd name="connsiteY3" fmla="*/ 1802175 h 2150058"/>
              <a:gd name="connsiteX4" fmla="*/ 1056716 w 1740766"/>
              <a:gd name="connsiteY4" fmla="*/ 26704 h 2150058"/>
              <a:gd name="connsiteX5" fmla="*/ 1112150 w 1740766"/>
              <a:gd name="connsiteY5" fmla="*/ 0 h 2150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0766" h="2150058">
                <a:moveTo>
                  <a:pt x="1740766" y="1360571"/>
                </a:moveTo>
                <a:lnTo>
                  <a:pt x="32010" y="2150058"/>
                </a:lnTo>
                <a:lnTo>
                  <a:pt x="10425" y="2008624"/>
                </a:lnTo>
                <a:cubicBezTo>
                  <a:pt x="3531" y="1940745"/>
                  <a:pt x="0" y="1871872"/>
                  <a:pt x="0" y="1802175"/>
                </a:cubicBezTo>
                <a:cubicBezTo>
                  <a:pt x="0" y="1035503"/>
                  <a:pt x="427288" y="368630"/>
                  <a:pt x="1056716" y="26704"/>
                </a:cubicBezTo>
                <a:lnTo>
                  <a:pt x="111215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6000"/>
                </a:schemeClr>
              </a:gs>
              <a:gs pos="43000">
                <a:schemeClr val="accent1">
                  <a:alpha val="2500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 userDrawn="1"/>
        </p:nvSpPr>
        <p:spPr>
          <a:xfrm rot="2275760">
            <a:off x="11493635" y="3306495"/>
            <a:ext cx="245008" cy="245008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6000"/>
                </a:schemeClr>
              </a:gs>
              <a:gs pos="43000">
                <a:schemeClr val="accent1">
                  <a:alpha val="2500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/>
          <p:cNvSpPr/>
          <p:nvPr userDrawn="1"/>
        </p:nvSpPr>
        <p:spPr>
          <a:xfrm rot="2275760">
            <a:off x="11435981" y="4608374"/>
            <a:ext cx="245008" cy="245008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6000"/>
                </a:schemeClr>
              </a:gs>
              <a:gs pos="43000">
                <a:schemeClr val="accent1">
                  <a:alpha val="2500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/>
          <p:cNvSpPr/>
          <p:nvPr userDrawn="1"/>
        </p:nvSpPr>
        <p:spPr>
          <a:xfrm rot="12941190">
            <a:off x="10435997" y="4302575"/>
            <a:ext cx="448456" cy="448456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6000"/>
                </a:schemeClr>
              </a:gs>
              <a:gs pos="43000">
                <a:schemeClr val="accent1">
                  <a:alpha val="2500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 userDrawn="1"/>
        </p:nvSpPr>
        <p:spPr>
          <a:xfrm rot="16919231">
            <a:off x="10871473" y="3916427"/>
            <a:ext cx="145524" cy="145524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6000"/>
                </a:schemeClr>
              </a:gs>
              <a:gs pos="43000">
                <a:schemeClr val="accent1">
                  <a:alpha val="2500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/>
          <p:cNvSpPr/>
          <p:nvPr userDrawn="1"/>
        </p:nvSpPr>
        <p:spPr>
          <a:xfrm rot="16919231">
            <a:off x="11502428" y="2728065"/>
            <a:ext cx="145524" cy="145524"/>
          </a:xfrm>
          <a:prstGeom prst="ellipse">
            <a:avLst/>
          </a:prstGeom>
          <a:gradFill flip="none" rotWithShape="1">
            <a:gsLst>
              <a:gs pos="0">
                <a:srgbClr val="468AF6"/>
              </a:gs>
              <a:gs pos="75000">
                <a:srgbClr val="468AF6">
                  <a:alpha val="6000"/>
                </a:srgbClr>
              </a:gs>
              <a:gs pos="43000">
                <a:srgbClr val="468AF6">
                  <a:alpha val="25000"/>
                </a:srgbClr>
              </a:gs>
              <a:gs pos="100000">
                <a:srgbClr val="468AF6">
                  <a:alpha val="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/>
          <p:cNvSpPr/>
          <p:nvPr userDrawn="1"/>
        </p:nvSpPr>
        <p:spPr>
          <a:xfrm rot="2275760">
            <a:off x="596758" y="4416942"/>
            <a:ext cx="245008" cy="245008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6000"/>
                </a:schemeClr>
              </a:gs>
              <a:gs pos="43000">
                <a:schemeClr val="accent1">
                  <a:alpha val="2500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 userDrawn="1"/>
        </p:nvSpPr>
        <p:spPr>
          <a:xfrm rot="2275760">
            <a:off x="1728452" y="5740282"/>
            <a:ext cx="245008" cy="245008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6000"/>
                </a:schemeClr>
              </a:gs>
              <a:gs pos="43000">
                <a:schemeClr val="accent1">
                  <a:alpha val="2500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 userDrawn="1"/>
        </p:nvSpPr>
        <p:spPr>
          <a:xfrm rot="16919231">
            <a:off x="523287" y="5026971"/>
            <a:ext cx="145524" cy="145524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6000"/>
                </a:schemeClr>
              </a:gs>
              <a:gs pos="43000">
                <a:schemeClr val="accent1">
                  <a:alpha val="2500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/>
          <p:cNvSpPr/>
          <p:nvPr userDrawn="1"/>
        </p:nvSpPr>
        <p:spPr>
          <a:xfrm rot="16919231">
            <a:off x="1154242" y="3838609"/>
            <a:ext cx="145524" cy="145524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6000"/>
                </a:schemeClr>
              </a:gs>
              <a:gs pos="43000">
                <a:schemeClr val="accent1">
                  <a:alpha val="2500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10362841" y="170133"/>
            <a:ext cx="21627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accent1"/>
                </a:solidFill>
              </a:rPr>
              <a:t>LOGO</a:t>
            </a:r>
            <a:endParaRPr lang="zh-CN" altLang="en-US" sz="40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8F707-8F64-47E5-8F34-DB6DC2AAB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0018C0-DC72-4568-ACB5-58F47F19F52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2.jpeg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6.png"/><Relationship Id="rId12" Type="http://schemas.openxmlformats.org/officeDocument/2006/relationships/image" Target="../media/image5.jpeg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tags" Target="../tags/tag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5" Type="http://schemas.openxmlformats.org/officeDocument/2006/relationships/notesSlide" Target="../notesSlides/notesSlide9.x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9.png"/><Relationship Id="rId12" Type="http://schemas.openxmlformats.org/officeDocument/2006/relationships/tags" Target="../tags/tag44.xml"/><Relationship Id="rId11" Type="http://schemas.openxmlformats.org/officeDocument/2006/relationships/tags" Target="../tags/tag43.xml"/><Relationship Id="rId10" Type="http://schemas.openxmlformats.org/officeDocument/2006/relationships/tags" Target="../tags/tag42.xml"/><Relationship Id="rId1" Type="http://schemas.openxmlformats.org/officeDocument/2006/relationships/tags" Target="../tags/tag3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任意多边形 39"/>
          <p:cNvSpPr/>
          <p:nvPr/>
        </p:nvSpPr>
        <p:spPr>
          <a:xfrm>
            <a:off x="1316343" y="0"/>
            <a:ext cx="9575380" cy="6858000"/>
          </a:xfrm>
          <a:custGeom>
            <a:avLst/>
            <a:gdLst>
              <a:gd name="connsiteX0" fmla="*/ 1626720 w 9575380"/>
              <a:gd name="connsiteY0" fmla="*/ 0 h 6858000"/>
              <a:gd name="connsiteX1" fmla="*/ 7948660 w 9575380"/>
              <a:gd name="connsiteY1" fmla="*/ 0 h 6858000"/>
              <a:gd name="connsiteX2" fmla="*/ 8006825 w 9575380"/>
              <a:gd name="connsiteY2" fmla="*/ 50383 h 6858000"/>
              <a:gd name="connsiteX3" fmla="*/ 9575380 w 9575380"/>
              <a:gd name="connsiteY3" fmla="*/ 3594315 h 6858000"/>
              <a:gd name="connsiteX4" fmla="*/ 8331625 w 9575380"/>
              <a:gd name="connsiteY4" fmla="*/ 6813447 h 6858000"/>
              <a:gd name="connsiteX5" fmla="*/ 8289148 w 9575380"/>
              <a:gd name="connsiteY5" fmla="*/ 6858000 h 6858000"/>
              <a:gd name="connsiteX6" fmla="*/ 1286233 w 9575380"/>
              <a:gd name="connsiteY6" fmla="*/ 6858000 h 6858000"/>
              <a:gd name="connsiteX7" fmla="*/ 1243755 w 9575380"/>
              <a:gd name="connsiteY7" fmla="*/ 6813447 h 6858000"/>
              <a:gd name="connsiteX8" fmla="*/ 0 w 9575380"/>
              <a:gd name="connsiteY8" fmla="*/ 3594315 h 6858000"/>
              <a:gd name="connsiteX9" fmla="*/ 1568556 w 9575380"/>
              <a:gd name="connsiteY9" fmla="*/ 503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575380" h="6858000">
                <a:moveTo>
                  <a:pt x="1626720" y="0"/>
                </a:moveTo>
                <a:lnTo>
                  <a:pt x="7948660" y="0"/>
                </a:lnTo>
                <a:lnTo>
                  <a:pt x="8006825" y="50383"/>
                </a:lnTo>
                <a:cubicBezTo>
                  <a:pt x="8970421" y="926184"/>
                  <a:pt x="9575380" y="2189602"/>
                  <a:pt x="9575380" y="3594315"/>
                </a:cubicBezTo>
                <a:cubicBezTo>
                  <a:pt x="9575380" y="4833768"/>
                  <a:pt x="9104391" y="5963216"/>
                  <a:pt x="8331625" y="6813447"/>
                </a:cubicBezTo>
                <a:lnTo>
                  <a:pt x="8289148" y="6858000"/>
                </a:lnTo>
                <a:lnTo>
                  <a:pt x="1286233" y="6858000"/>
                </a:lnTo>
                <a:lnTo>
                  <a:pt x="1243755" y="6813447"/>
                </a:lnTo>
                <a:cubicBezTo>
                  <a:pt x="470989" y="5963216"/>
                  <a:pt x="0" y="4833768"/>
                  <a:pt x="0" y="3594315"/>
                </a:cubicBezTo>
                <a:cubicBezTo>
                  <a:pt x="0" y="2189602"/>
                  <a:pt x="604959" y="926184"/>
                  <a:pt x="1568556" y="50383"/>
                </a:cubicBezTo>
                <a:close/>
              </a:path>
            </a:pathLst>
          </a:custGeom>
          <a:noFill/>
          <a:ln w="6350">
            <a:solidFill>
              <a:schemeClr val="accent1">
                <a:alpha val="3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1" name="任意多边形 40"/>
          <p:cNvSpPr/>
          <p:nvPr/>
        </p:nvSpPr>
        <p:spPr>
          <a:xfrm>
            <a:off x="1811175" y="0"/>
            <a:ext cx="8585716" cy="6858000"/>
          </a:xfrm>
          <a:custGeom>
            <a:avLst/>
            <a:gdLst>
              <a:gd name="connsiteX0" fmla="*/ 1946666 w 8585716"/>
              <a:gd name="connsiteY0" fmla="*/ 0 h 6858000"/>
              <a:gd name="connsiteX1" fmla="*/ 6639050 w 8585716"/>
              <a:gd name="connsiteY1" fmla="*/ 0 h 6858000"/>
              <a:gd name="connsiteX2" fmla="*/ 6693036 w 8585716"/>
              <a:gd name="connsiteY2" fmla="*/ 34610 h 6858000"/>
              <a:gd name="connsiteX3" fmla="*/ 8585716 w 8585716"/>
              <a:gd name="connsiteY3" fmla="*/ 3594314 h 6858000"/>
              <a:gd name="connsiteX4" fmla="*/ 7328367 w 8585716"/>
              <a:gd name="connsiteY4" fmla="*/ 6629822 h 6858000"/>
              <a:gd name="connsiteX5" fmla="*/ 7077308 w 8585716"/>
              <a:gd name="connsiteY5" fmla="*/ 6858000 h 6858000"/>
              <a:gd name="connsiteX6" fmla="*/ 1508408 w 8585716"/>
              <a:gd name="connsiteY6" fmla="*/ 6858000 h 6858000"/>
              <a:gd name="connsiteX7" fmla="*/ 1257349 w 8585716"/>
              <a:gd name="connsiteY7" fmla="*/ 6629822 h 6858000"/>
              <a:gd name="connsiteX8" fmla="*/ 0 w 8585716"/>
              <a:gd name="connsiteY8" fmla="*/ 3594314 h 6858000"/>
              <a:gd name="connsiteX9" fmla="*/ 1892681 w 8585716"/>
              <a:gd name="connsiteY9" fmla="*/ 3461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585716" h="6858000">
                <a:moveTo>
                  <a:pt x="1946666" y="0"/>
                </a:moveTo>
                <a:lnTo>
                  <a:pt x="6639050" y="0"/>
                </a:lnTo>
                <a:lnTo>
                  <a:pt x="6693036" y="34610"/>
                </a:lnTo>
                <a:cubicBezTo>
                  <a:pt x="7834943" y="806067"/>
                  <a:pt x="8585716" y="2112515"/>
                  <a:pt x="8585716" y="3594314"/>
                </a:cubicBezTo>
                <a:cubicBezTo>
                  <a:pt x="8585716" y="4779754"/>
                  <a:pt x="8105221" y="5852968"/>
                  <a:pt x="7328367" y="6629822"/>
                </a:cubicBezTo>
                <a:lnTo>
                  <a:pt x="7077308" y="6858000"/>
                </a:lnTo>
                <a:lnTo>
                  <a:pt x="1508408" y="6858000"/>
                </a:lnTo>
                <a:lnTo>
                  <a:pt x="1257349" y="6629822"/>
                </a:lnTo>
                <a:cubicBezTo>
                  <a:pt x="480495" y="5852968"/>
                  <a:pt x="0" y="4779754"/>
                  <a:pt x="0" y="3594314"/>
                </a:cubicBezTo>
                <a:cubicBezTo>
                  <a:pt x="0" y="2112515"/>
                  <a:pt x="750773" y="806067"/>
                  <a:pt x="1892681" y="34610"/>
                </a:cubicBezTo>
                <a:close/>
              </a:path>
            </a:pathLst>
          </a:custGeom>
          <a:noFill/>
          <a:ln w="25400">
            <a:solidFill>
              <a:schemeClr val="accent1">
                <a:alpha val="63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5" name="任意多边形 44"/>
          <p:cNvSpPr/>
          <p:nvPr/>
        </p:nvSpPr>
        <p:spPr>
          <a:xfrm>
            <a:off x="2337842" y="0"/>
            <a:ext cx="7532382" cy="6858000"/>
          </a:xfrm>
          <a:custGeom>
            <a:avLst/>
            <a:gdLst>
              <a:gd name="connsiteX0" fmla="*/ 2638689 w 7532382"/>
              <a:gd name="connsiteY0" fmla="*/ 0 h 6858000"/>
              <a:gd name="connsiteX1" fmla="*/ 4893694 w 7532382"/>
              <a:gd name="connsiteY1" fmla="*/ 0 h 6858000"/>
              <a:gd name="connsiteX2" fmla="*/ 5061134 w 7532382"/>
              <a:gd name="connsiteY2" fmla="*/ 56656 h 6858000"/>
              <a:gd name="connsiteX3" fmla="*/ 7532382 w 7532382"/>
              <a:gd name="connsiteY3" fmla="*/ 3594315 h 6858000"/>
              <a:gd name="connsiteX4" fmla="*/ 5719098 w 7532382"/>
              <a:gd name="connsiteY4" fmla="*/ 6815262 h 6858000"/>
              <a:gd name="connsiteX5" fmla="*/ 5644770 w 7532382"/>
              <a:gd name="connsiteY5" fmla="*/ 6858000 h 6858000"/>
              <a:gd name="connsiteX6" fmla="*/ 1887613 w 7532382"/>
              <a:gd name="connsiteY6" fmla="*/ 6858000 h 6858000"/>
              <a:gd name="connsiteX7" fmla="*/ 1813284 w 7532382"/>
              <a:gd name="connsiteY7" fmla="*/ 6815262 h 6858000"/>
              <a:gd name="connsiteX8" fmla="*/ 0 w 7532382"/>
              <a:gd name="connsiteY8" fmla="*/ 3594315 h 6858000"/>
              <a:gd name="connsiteX9" fmla="*/ 2471248 w 7532382"/>
              <a:gd name="connsiteY9" fmla="*/ 5665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532382" h="6858000">
                <a:moveTo>
                  <a:pt x="2638689" y="0"/>
                </a:moveTo>
                <a:lnTo>
                  <a:pt x="4893694" y="0"/>
                </a:lnTo>
                <a:lnTo>
                  <a:pt x="5061134" y="56656"/>
                </a:lnTo>
                <a:cubicBezTo>
                  <a:pt x="6503219" y="584674"/>
                  <a:pt x="7532382" y="1969307"/>
                  <a:pt x="7532382" y="3594315"/>
                </a:cubicBezTo>
                <a:cubicBezTo>
                  <a:pt x="7532382" y="4959322"/>
                  <a:pt x="6806204" y="6154720"/>
                  <a:pt x="5719098" y="6815262"/>
                </a:cubicBezTo>
                <a:lnTo>
                  <a:pt x="5644770" y="6858000"/>
                </a:lnTo>
                <a:lnTo>
                  <a:pt x="1887613" y="6858000"/>
                </a:lnTo>
                <a:lnTo>
                  <a:pt x="1813284" y="6815262"/>
                </a:lnTo>
                <a:cubicBezTo>
                  <a:pt x="726178" y="6154720"/>
                  <a:pt x="0" y="4959322"/>
                  <a:pt x="0" y="3594315"/>
                </a:cubicBezTo>
                <a:cubicBezTo>
                  <a:pt x="0" y="1969307"/>
                  <a:pt x="1029163" y="584674"/>
                  <a:pt x="2471248" y="56656"/>
                </a:cubicBezTo>
                <a:close/>
              </a:path>
            </a:pathLst>
          </a:custGeom>
          <a:noFill/>
          <a:ln w="38100">
            <a:solidFill>
              <a:schemeClr val="accent1">
                <a:alpha val="48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279391" y="1691321"/>
            <a:ext cx="556260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80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HydroCS</a:t>
            </a:r>
            <a:r>
              <a:rPr lang="zh-CN" altLang="en-US" sz="80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大创数据进度</a:t>
            </a:r>
            <a:endParaRPr lang="zh-CN" altLang="en-US" sz="80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035813" y="4350824"/>
            <a:ext cx="4120374" cy="398780"/>
            <a:chOff x="3837992" y="3494954"/>
            <a:chExt cx="4705350" cy="667041"/>
          </a:xfrm>
        </p:grpSpPr>
        <p:sp>
          <p:nvSpPr>
            <p:cNvPr id="15" name="圆角矩形 14"/>
            <p:cNvSpPr/>
            <p:nvPr/>
          </p:nvSpPr>
          <p:spPr>
            <a:xfrm>
              <a:off x="3837992" y="3521653"/>
              <a:ext cx="4705350" cy="577048"/>
            </a:xfrm>
            <a:prstGeom prst="roundRect">
              <a:avLst>
                <a:gd name="adj" fmla="val 39004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4175179" y="3494954"/>
              <a:ext cx="4030979" cy="667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25000"/>
                </a:lnSpc>
                <a:spcAft>
                  <a:spcPts val="800"/>
                </a:spcAft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汇报人：王奇</a:t>
              </a:r>
              <a:r>
                <a:rPr lang="en-US" altLang="zh-CN" sz="16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     </a:t>
              </a:r>
              <a:r>
                <a:rPr lang="zh-CN" altLang="en-US" sz="16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日期：</a:t>
              </a:r>
              <a:r>
                <a:rPr lang="en-US" altLang="zh-CN" sz="16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2026</a:t>
              </a:r>
              <a:r>
                <a:rPr lang="zh-CN" altLang="en-US" sz="16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年</a:t>
              </a:r>
              <a:r>
                <a:rPr lang="en-US" altLang="zh-CN" sz="16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3</a:t>
              </a:r>
              <a:r>
                <a:rPr lang="zh-CN" altLang="en-US" sz="16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月</a:t>
              </a:r>
              <a:endParaRPr lang="zh-CN" altLang="en-US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椭圆 23"/>
          <p:cNvSpPr/>
          <p:nvPr/>
        </p:nvSpPr>
        <p:spPr>
          <a:xfrm>
            <a:off x="1988734" y="2301318"/>
            <a:ext cx="2432116" cy="2432116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01</a:t>
            </a:r>
            <a:endParaRPr kumimoji="1" lang="zh-CN" altLang="en-US" sz="80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1887397" y="2124566"/>
            <a:ext cx="843698" cy="84369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174994" y="2546415"/>
            <a:ext cx="1141730" cy="2768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kumimoji="1" lang="en-US" altLang="zh-CN" dirty="0">
                <a:solidFill>
                  <a:schemeClr val="accent1">
                    <a:lumMod val="10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PART</a:t>
            </a:r>
            <a:r>
              <a:rPr kumimoji="1" lang="zh-CN" altLang="en-US" dirty="0">
                <a:solidFill>
                  <a:schemeClr val="accent1">
                    <a:lumMod val="10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 </a:t>
            </a:r>
            <a:r>
              <a:rPr kumimoji="1" lang="en-US" altLang="zh-CN" dirty="0">
                <a:solidFill>
                  <a:schemeClr val="accent1">
                    <a:lumMod val="10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ONE</a:t>
            </a:r>
            <a:r>
              <a:rPr kumimoji="1" lang="zh-CN" altLang="en-US" dirty="0">
                <a:solidFill>
                  <a:schemeClr val="accent1">
                    <a:lumMod val="10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 </a:t>
            </a:r>
            <a:endParaRPr kumimoji="1" lang="zh-CN" altLang="en-US" dirty="0">
              <a:solidFill>
                <a:schemeClr val="accent1">
                  <a:lumMod val="10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cxnSp>
        <p:nvCxnSpPr>
          <p:cNvPr id="27" name="直线连接符 5"/>
          <p:cNvCxnSpPr/>
          <p:nvPr/>
        </p:nvCxnSpPr>
        <p:spPr>
          <a:xfrm>
            <a:off x="6447934" y="2684914"/>
            <a:ext cx="375154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6"/>
          <p:cNvCxnSpPr/>
          <p:nvPr/>
        </p:nvCxnSpPr>
        <p:spPr>
          <a:xfrm>
            <a:off x="5174995" y="4494860"/>
            <a:ext cx="502448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5174994" y="3043584"/>
            <a:ext cx="4064000" cy="123063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kumimoji="1" lang="zh-CN" altLang="en-US" sz="8000" dirty="0">
                <a:solidFill>
                  <a:schemeClr val="accent1">
                    <a:lumMod val="10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项目进展</a:t>
            </a:r>
            <a:endParaRPr kumimoji="1" lang="zh-CN" altLang="en-US" sz="8000" dirty="0">
              <a:solidFill>
                <a:schemeClr val="accent1">
                  <a:lumMod val="10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77666" y="370087"/>
            <a:ext cx="348311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</a:rPr>
              <a:t>项目进展</a:t>
            </a:r>
            <a:endParaRPr lang="zh-CN" altLang="en-US" sz="3200" dirty="0">
              <a:solidFill>
                <a:schemeClr val="accent1"/>
              </a:solidFill>
            </a:endParaRPr>
          </a:p>
        </p:txBody>
      </p:sp>
      <p:pic>
        <p:nvPicPr>
          <p:cNvPr id="49" name="图片占位符 12" descr="C:/Users/21087/Pictures/Screenshots/屏幕截图 2026-03-14 120635.png屏幕截图 2026-03-14 120635"/>
          <p:cNvPicPr>
            <a:picLocks noGrp="1" noChangeAspect="1"/>
          </p:cNvPicPr>
          <p:nvPr/>
        </p:nvPicPr>
        <p:blipFill>
          <a:blip r:embed="rId1"/>
          <a:srcRect l="16540" r="16540"/>
          <a:stretch>
            <a:fillRect/>
          </a:stretch>
        </p:blipFill>
        <p:spPr>
          <a:xfrm>
            <a:off x="8520430" y="3632835"/>
            <a:ext cx="3338830" cy="2999105"/>
          </a:xfrm>
          <a:custGeom>
            <a:avLst/>
            <a:gdLst>
              <a:gd name="connsiteX0" fmla="*/ 0 w 10072048"/>
              <a:gd name="connsiteY0" fmla="*/ 0 h 2088107"/>
              <a:gd name="connsiteX1" fmla="*/ 10072048 w 10072048"/>
              <a:gd name="connsiteY1" fmla="*/ 0 h 2088107"/>
              <a:gd name="connsiteX2" fmla="*/ 10072048 w 10072048"/>
              <a:gd name="connsiteY2" fmla="*/ 2088107 h 2088107"/>
              <a:gd name="connsiteX3" fmla="*/ 0 w 10072048"/>
              <a:gd name="connsiteY3" fmla="*/ 2088107 h 2088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2048" h="2088107">
                <a:moveTo>
                  <a:pt x="0" y="0"/>
                </a:moveTo>
                <a:lnTo>
                  <a:pt x="10072048" y="0"/>
                </a:lnTo>
                <a:lnTo>
                  <a:pt x="10072048" y="2088107"/>
                </a:lnTo>
                <a:lnTo>
                  <a:pt x="0" y="2088107"/>
                </a:lnTo>
                <a:close/>
              </a:path>
            </a:pathLst>
          </a:custGeom>
          <a:pattFill prst="wd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</p:pic>
      <p:pic>
        <p:nvPicPr>
          <p:cNvPr id="50" name="图片占位符 11" descr="D:/21087/Pictures/微信图片_20260314120340_8_4.jpg微信图片_20260314120340_8_4"/>
          <p:cNvPicPr>
            <a:picLocks noGrp="1" noChangeAspect="1"/>
          </p:cNvPicPr>
          <p:nvPr/>
        </p:nvPicPr>
        <p:blipFill>
          <a:blip r:embed="rId2"/>
          <a:srcRect t="26288" b="26288"/>
          <a:stretch>
            <a:fillRect/>
          </a:stretch>
        </p:blipFill>
        <p:spPr>
          <a:xfrm>
            <a:off x="4987290" y="435610"/>
            <a:ext cx="3940175" cy="3431540"/>
          </a:xfrm>
          <a:custGeom>
            <a:avLst/>
            <a:gdLst>
              <a:gd name="connsiteX0" fmla="*/ 0 w 10072048"/>
              <a:gd name="connsiteY0" fmla="*/ 0 h 2088107"/>
              <a:gd name="connsiteX1" fmla="*/ 10072048 w 10072048"/>
              <a:gd name="connsiteY1" fmla="*/ 0 h 2088107"/>
              <a:gd name="connsiteX2" fmla="*/ 10072048 w 10072048"/>
              <a:gd name="connsiteY2" fmla="*/ 2088107 h 2088107"/>
              <a:gd name="connsiteX3" fmla="*/ 0 w 10072048"/>
              <a:gd name="connsiteY3" fmla="*/ 2088107 h 2088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2048" h="2088107">
                <a:moveTo>
                  <a:pt x="0" y="0"/>
                </a:moveTo>
                <a:lnTo>
                  <a:pt x="10072048" y="0"/>
                </a:lnTo>
                <a:lnTo>
                  <a:pt x="10072048" y="2088107"/>
                </a:lnTo>
                <a:lnTo>
                  <a:pt x="0" y="2088107"/>
                </a:lnTo>
                <a:close/>
              </a:path>
            </a:pathLst>
          </a:custGeom>
          <a:pattFill prst="wd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</p:pic>
      <p:grpSp>
        <p:nvGrpSpPr>
          <p:cNvPr id="54" name="组合 53"/>
          <p:cNvGrpSpPr/>
          <p:nvPr>
            <p:custDataLst>
              <p:tags r:id="rId3"/>
            </p:custDataLst>
          </p:nvPr>
        </p:nvGrpSpPr>
        <p:grpSpPr>
          <a:xfrm>
            <a:off x="793577" y="1930968"/>
            <a:ext cx="3776980" cy="1198880"/>
            <a:chOff x="1121" y="3197"/>
            <a:chExt cx="5948" cy="1888"/>
          </a:xfrm>
        </p:grpSpPr>
        <p:sp>
          <p:nvSpPr>
            <p:cNvPr id="55" name="Rectangle 5"/>
            <p:cNvSpPr/>
            <p:nvPr>
              <p:custDataLst>
                <p:tags r:id="rId4"/>
              </p:custDataLst>
            </p:nvPr>
          </p:nvSpPr>
          <p:spPr>
            <a:xfrm>
              <a:off x="1441" y="3197"/>
              <a:ext cx="5628" cy="1888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我们需要很多卫星数据由我和师弟分别完成一些数据的下载，我主要负责哨兵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1,2</a:t>
              </a: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号卫星数据的获取。数据要求是华北平原（北纬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32</a:t>
              </a: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°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-40</a:t>
              </a: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°，东经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114</a:t>
              </a: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°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-121</a:t>
              </a: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°）。</a:t>
              </a:r>
              <a:endPara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6" name="矩形 55"/>
            <p:cNvSpPr/>
            <p:nvPr>
              <p:custDataLst>
                <p:tags r:id="rId5"/>
              </p:custDataLst>
            </p:nvPr>
          </p:nvSpPr>
          <p:spPr>
            <a:xfrm>
              <a:off x="1121" y="3437"/>
              <a:ext cx="120" cy="1448"/>
            </a:xfrm>
            <a:prstGeom prst="rect">
              <a:avLst/>
            </a:prstGeom>
            <a:solidFill>
              <a:srgbClr val="0067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57" name="组合 56"/>
          <p:cNvGrpSpPr/>
          <p:nvPr>
            <p:custDataLst>
              <p:tags r:id="rId6"/>
            </p:custDataLst>
          </p:nvPr>
        </p:nvGrpSpPr>
        <p:grpSpPr>
          <a:xfrm>
            <a:off x="793577" y="3474018"/>
            <a:ext cx="3776980" cy="1078230"/>
            <a:chOff x="1121" y="5627"/>
            <a:chExt cx="5948" cy="1698"/>
          </a:xfrm>
        </p:grpSpPr>
        <p:sp>
          <p:nvSpPr>
            <p:cNvPr id="58" name="Rectangle 5"/>
            <p:cNvSpPr/>
            <p:nvPr>
              <p:custDataLst>
                <p:tags r:id="rId7"/>
              </p:custDataLst>
            </p:nvPr>
          </p:nvSpPr>
          <p:spPr>
            <a:xfrm>
              <a:off x="1441" y="5627"/>
              <a:ext cx="5628" cy="145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我是利用欧空局的官方网站下载数据的，上面有哨兵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1,2</a:t>
              </a: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号的数据，目前我已经完成了哨兵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2</a:t>
              </a: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号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L2A</a:t>
              </a: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数据的下载，正在推进哨兵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1</a:t>
              </a: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号卫星数据的下载。</a:t>
              </a:r>
              <a:endPara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9" name="矩形 58"/>
            <p:cNvSpPr/>
            <p:nvPr>
              <p:custDataLst>
                <p:tags r:id="rId8"/>
              </p:custDataLst>
            </p:nvPr>
          </p:nvSpPr>
          <p:spPr>
            <a:xfrm>
              <a:off x="1121" y="5877"/>
              <a:ext cx="120" cy="1448"/>
            </a:xfrm>
            <a:prstGeom prst="rect">
              <a:avLst/>
            </a:prstGeom>
            <a:solidFill>
              <a:srgbClr val="0067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>
            <p:custDataLst>
              <p:tags r:id="rId9"/>
            </p:custDataLst>
          </p:nvPr>
        </p:nvGrpSpPr>
        <p:grpSpPr>
          <a:xfrm>
            <a:off x="793577" y="5017068"/>
            <a:ext cx="3776980" cy="1198880"/>
            <a:chOff x="1121" y="8057"/>
            <a:chExt cx="5948" cy="1888"/>
          </a:xfrm>
        </p:grpSpPr>
        <p:sp>
          <p:nvSpPr>
            <p:cNvPr id="61" name="Rectangle 5"/>
            <p:cNvSpPr/>
            <p:nvPr>
              <p:custDataLst>
                <p:tags r:id="rId10"/>
              </p:custDataLst>
            </p:nvPr>
          </p:nvSpPr>
          <p:spPr>
            <a:xfrm>
              <a:off x="1441" y="8057"/>
              <a:ext cx="5628" cy="1888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数据处理方面我们需要将下载的数据处理到对应统一的形式，如分辨率等要求。这需要一定的学习时间，目前我已经选了相关的课并且在网上学习相关内容。</a:t>
              </a:r>
              <a:endPara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2" name="矩形 61"/>
            <p:cNvSpPr/>
            <p:nvPr>
              <p:custDataLst>
                <p:tags r:id="rId11"/>
              </p:custDataLst>
            </p:nvPr>
          </p:nvSpPr>
          <p:spPr>
            <a:xfrm>
              <a:off x="1121" y="8297"/>
              <a:ext cx="120" cy="1448"/>
            </a:xfrm>
            <a:prstGeom prst="rect">
              <a:avLst/>
            </a:prstGeom>
            <a:solidFill>
              <a:srgbClr val="0067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06"/>
          <p:cNvSpPr txBox="1"/>
          <p:nvPr/>
        </p:nvSpPr>
        <p:spPr>
          <a:xfrm>
            <a:off x="2136637" y="2878292"/>
            <a:ext cx="1495539" cy="266700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750" b="0" i="0" u="none" strike="noStrike" kern="1200" cap="none" spc="18" normalizeH="0" baseline="0" noProof="0" dirty="0">
                <a:ln>
                  <a:noFill/>
                </a:ln>
                <a:solidFill>
                  <a:srgbClr val="6F6F6F">
                    <a:alpha val="90196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OPPOSans B" panose="00020600040101010101" pitchFamily="18" charset="-122"/>
                <a:sym typeface="思源黑体 CN Medium" panose="020B0600000000000000" pitchFamily="34" charset="-122"/>
              </a:rPr>
              <a:t>开发部门</a:t>
            </a: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思源黑体 CN Medium" panose="020B0600000000000000" pitchFamily="34" charset="-122"/>
            </a:endParaRPr>
          </a:p>
        </p:txBody>
      </p:sp>
      <p:sp>
        <p:nvSpPr>
          <p:cNvPr id="3" name="Object 107"/>
          <p:cNvSpPr txBox="1"/>
          <p:nvPr/>
        </p:nvSpPr>
        <p:spPr>
          <a:xfrm>
            <a:off x="2127228" y="3755736"/>
            <a:ext cx="1727432" cy="266700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750" b="0" i="0" u="none" strike="noStrike" kern="1200" cap="none" spc="18" normalizeH="0" baseline="0" noProof="0" dirty="0">
                <a:ln>
                  <a:noFill/>
                </a:ln>
                <a:solidFill>
                  <a:srgbClr val="6F6F6F">
                    <a:alpha val="90196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OPPOSans B" panose="00020600040101010101" pitchFamily="18" charset="-122"/>
                <a:sym typeface="思源黑体 CN Medium" panose="020B0600000000000000" pitchFamily="34" charset="-122"/>
              </a:rPr>
              <a:t>战略研发部门</a:t>
            </a: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思源黑体 CN Medium" panose="020B0600000000000000" pitchFamily="34" charset="-122"/>
            </a:endParaRPr>
          </a:p>
        </p:txBody>
      </p:sp>
      <p:sp>
        <p:nvSpPr>
          <p:cNvPr id="4" name="Object 108"/>
          <p:cNvSpPr txBox="1"/>
          <p:nvPr/>
        </p:nvSpPr>
        <p:spPr>
          <a:xfrm>
            <a:off x="2134476" y="4624542"/>
            <a:ext cx="1497698" cy="266700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750" b="0" i="0" u="none" strike="noStrike" kern="1200" cap="none" spc="18" normalizeH="0" baseline="0" noProof="0" dirty="0">
                <a:ln>
                  <a:noFill/>
                </a:ln>
                <a:solidFill>
                  <a:srgbClr val="6F6F6F">
                    <a:alpha val="90196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OPPOSans B" panose="00020600040101010101" pitchFamily="18" charset="-122"/>
                <a:sym typeface="思源黑体 CN Medium" panose="020B0600000000000000" pitchFamily="34" charset="-122"/>
              </a:rPr>
              <a:t>工程部门</a:t>
            </a: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思源黑体 CN Medium" panose="020B0600000000000000" pitchFamily="34" charset="-122"/>
            </a:endParaRPr>
          </a:p>
        </p:txBody>
      </p:sp>
      <p:sp>
        <p:nvSpPr>
          <p:cNvPr id="5" name="Object 109"/>
          <p:cNvSpPr txBox="1"/>
          <p:nvPr/>
        </p:nvSpPr>
        <p:spPr>
          <a:xfrm>
            <a:off x="1751717" y="2226047"/>
            <a:ext cx="1729988" cy="317500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21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OPPOSans B" panose="00020600040101010101" pitchFamily="18" charset="-122"/>
                <a:sym typeface="思源黑体 CN Medium" panose="020B0600000000000000" pitchFamily="34" charset="-122"/>
              </a:rPr>
              <a:t>业务部门</a:t>
            </a:r>
            <a:endParaRPr kumimoji="0" lang="zh-CN" altLang="en-US" sz="2100" b="1" i="0" u="none" strike="noStrike" kern="1200" cap="none" spc="21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Object 1021"/>
          <p:cNvSpPr txBox="1"/>
          <p:nvPr/>
        </p:nvSpPr>
        <p:spPr>
          <a:xfrm>
            <a:off x="5712966" y="2879055"/>
            <a:ext cx="1427861" cy="266700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750" b="0" i="0" u="none" strike="noStrike" kern="1200" cap="none" spc="18" normalizeH="0" baseline="0" noProof="0" dirty="0">
                <a:ln>
                  <a:noFill/>
                </a:ln>
                <a:solidFill>
                  <a:srgbClr val="6F6F6F">
                    <a:alpha val="90196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OPPOSans B" panose="00020600040101010101" pitchFamily="18" charset="-122"/>
                <a:sym typeface="思源黑体 CN Medium" panose="020B0600000000000000" pitchFamily="34" charset="-122"/>
              </a:rPr>
              <a:t>行政部</a:t>
            </a: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Object 1022"/>
          <p:cNvSpPr txBox="1"/>
          <p:nvPr/>
        </p:nvSpPr>
        <p:spPr>
          <a:xfrm>
            <a:off x="5696953" y="3754592"/>
            <a:ext cx="1443876" cy="266700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750" b="0" i="0" u="none" strike="noStrike" kern="1200" cap="none" spc="18" normalizeH="0" baseline="0" noProof="0" dirty="0">
                <a:ln>
                  <a:noFill/>
                </a:ln>
                <a:solidFill>
                  <a:srgbClr val="6F6F6F">
                    <a:alpha val="90196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OPPOSans B" panose="00020600040101010101" pitchFamily="18" charset="-122"/>
                <a:sym typeface="思源黑体 CN Medium" panose="020B0600000000000000" pitchFamily="34" charset="-122"/>
              </a:rPr>
              <a:t>人事部</a:t>
            </a: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Object 1023"/>
          <p:cNvSpPr txBox="1"/>
          <p:nvPr/>
        </p:nvSpPr>
        <p:spPr>
          <a:xfrm>
            <a:off x="5707499" y="4624542"/>
            <a:ext cx="1633099" cy="266700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750" b="0" i="0" u="none" strike="noStrike" kern="1200" cap="none" spc="18" normalizeH="0" baseline="0" noProof="0" dirty="0">
                <a:ln>
                  <a:noFill/>
                </a:ln>
                <a:solidFill>
                  <a:srgbClr val="6F6F6F">
                    <a:alpha val="90196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OPPOSans B" panose="00020600040101010101" pitchFamily="18" charset="-122"/>
                <a:sym typeface="思源黑体 CN Medium" panose="020B0600000000000000" pitchFamily="34" charset="-122"/>
              </a:rPr>
              <a:t>法律部</a:t>
            </a: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Object 1024"/>
          <p:cNvSpPr txBox="1"/>
          <p:nvPr/>
        </p:nvSpPr>
        <p:spPr>
          <a:xfrm>
            <a:off x="5707380" y="5494655"/>
            <a:ext cx="2277110" cy="266700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750" b="0" i="0" u="none" strike="noStrike" kern="1200" cap="none" spc="18" normalizeH="0" baseline="0" noProof="0" dirty="0">
                <a:ln>
                  <a:noFill/>
                </a:ln>
                <a:solidFill>
                  <a:srgbClr val="6F6F6F">
                    <a:alpha val="90196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OPPOSans B" panose="00020600040101010101" pitchFamily="18" charset="-122"/>
                <a:sym typeface="思源黑体 CN Medium" panose="020B0600000000000000" pitchFamily="34" charset="-122"/>
              </a:rPr>
              <a:t>下载后的数据形式</a:t>
            </a: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Object 1025"/>
          <p:cNvSpPr txBox="1"/>
          <p:nvPr/>
        </p:nvSpPr>
        <p:spPr>
          <a:xfrm>
            <a:off x="5318263" y="2226047"/>
            <a:ext cx="1672089" cy="317500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21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OPPOSans B" panose="00020600040101010101" pitchFamily="18" charset="-122"/>
                <a:sym typeface="思源黑体 CN Medium" panose="020B0600000000000000" pitchFamily="34" charset="-122"/>
              </a:rPr>
              <a:t>支持部门</a:t>
            </a:r>
            <a:endParaRPr kumimoji="0" lang="zh-CN" altLang="en-US" sz="2100" b="1" i="0" u="none" strike="noStrike" kern="1200" cap="none" spc="21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Object 1029"/>
          <p:cNvSpPr txBox="1"/>
          <p:nvPr/>
        </p:nvSpPr>
        <p:spPr>
          <a:xfrm>
            <a:off x="9253214" y="2878800"/>
            <a:ext cx="1376699" cy="266700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750" b="0" i="0" u="none" strike="noStrike" kern="1200" cap="none" spc="18" normalizeH="0" baseline="0" noProof="0" dirty="0">
                <a:ln>
                  <a:noFill/>
                </a:ln>
                <a:solidFill>
                  <a:srgbClr val="6F6F6F">
                    <a:alpha val="90196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OPPOSans B" panose="00020600040101010101" pitchFamily="18" charset="-122"/>
                <a:sym typeface="思源黑体 CN Medium" panose="020B0600000000000000" pitchFamily="34" charset="-122"/>
              </a:rPr>
              <a:t>秋叶地产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Object 1030"/>
          <p:cNvSpPr txBox="1"/>
          <p:nvPr/>
        </p:nvSpPr>
        <p:spPr>
          <a:xfrm>
            <a:off x="9227814" y="3755482"/>
            <a:ext cx="1402099" cy="266700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750" b="0" i="0" u="none" strike="noStrike" kern="1200" cap="none" spc="18" normalizeH="0" baseline="0" noProof="0" dirty="0">
                <a:ln>
                  <a:noFill/>
                </a:ln>
                <a:solidFill>
                  <a:srgbClr val="6F6F6F">
                    <a:alpha val="90196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OPPOSans B" panose="00020600040101010101" pitchFamily="18" charset="-122"/>
                <a:sym typeface="思源黑体 CN Medium" panose="020B0600000000000000" pitchFamily="34" charset="-122"/>
              </a:rPr>
              <a:t>秋叶物业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Object 1031"/>
          <p:cNvSpPr txBox="1"/>
          <p:nvPr/>
        </p:nvSpPr>
        <p:spPr>
          <a:xfrm>
            <a:off x="9246864" y="4625050"/>
            <a:ext cx="1383049" cy="266700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750" b="0" i="0" u="none" strike="noStrike" kern="1200" cap="none" spc="18" normalizeH="0" baseline="0" noProof="0" dirty="0">
                <a:ln>
                  <a:noFill/>
                </a:ln>
                <a:solidFill>
                  <a:srgbClr val="6F6F6F">
                    <a:alpha val="90196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OPPOSans B" panose="00020600040101010101" pitchFamily="18" charset="-122"/>
                <a:sym typeface="思源黑体 CN Medium" panose="020B0600000000000000" pitchFamily="34" charset="-122"/>
              </a:rPr>
              <a:t>秋叶商场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Object 1032"/>
          <p:cNvSpPr txBox="1"/>
          <p:nvPr/>
        </p:nvSpPr>
        <p:spPr>
          <a:xfrm>
            <a:off x="8851025" y="2225538"/>
            <a:ext cx="1395841" cy="317500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53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OPPOSans B" panose="00020600040101010101" pitchFamily="18" charset="-122"/>
                <a:sym typeface="思源黑体 CN Medium" panose="020B0600000000000000" pitchFamily="34" charset="-122"/>
              </a:rPr>
              <a:t>分公司</a:t>
            </a:r>
            <a:endParaRPr kumimoji="0" lang="zh-CN" altLang="en-US" sz="2100" b="1" i="0" u="none" strike="noStrike" kern="1200" cap="none" spc="53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思源黑体 CN Medium" panose="020B0600000000000000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452996" y="2970022"/>
            <a:ext cx="167386" cy="2792041"/>
            <a:chOff x="5019929" y="2954782"/>
            <a:chExt cx="167386" cy="2792041"/>
          </a:xfrm>
        </p:grpSpPr>
        <p:cxnSp>
          <p:nvCxnSpPr>
            <p:cNvPr id="16" name="直接连接符 15"/>
            <p:cNvCxnSpPr>
              <a:endCxn id="20" idx="4"/>
            </p:cNvCxnSpPr>
            <p:nvPr/>
          </p:nvCxnSpPr>
          <p:spPr>
            <a:xfrm>
              <a:off x="5103594" y="3011642"/>
              <a:ext cx="28" cy="2735181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椭圆 16"/>
            <p:cNvSpPr/>
            <p:nvPr/>
          </p:nvSpPr>
          <p:spPr>
            <a:xfrm>
              <a:off x="5019929" y="2954782"/>
              <a:ext cx="167386" cy="16738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5019929" y="3829667"/>
              <a:ext cx="167386" cy="16738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5019929" y="4704552"/>
              <a:ext cx="167386" cy="16738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5019929" y="5579437"/>
              <a:ext cx="167386" cy="16738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9003933" y="2970022"/>
            <a:ext cx="167386" cy="1917156"/>
            <a:chOff x="5019929" y="2954782"/>
            <a:chExt cx="167386" cy="1917156"/>
          </a:xfrm>
        </p:grpSpPr>
        <p:cxnSp>
          <p:nvCxnSpPr>
            <p:cNvPr id="22" name="直接连接符 21"/>
            <p:cNvCxnSpPr>
              <a:endCxn id="25" idx="4"/>
            </p:cNvCxnSpPr>
            <p:nvPr/>
          </p:nvCxnSpPr>
          <p:spPr>
            <a:xfrm>
              <a:off x="5103594" y="3011642"/>
              <a:ext cx="28" cy="1860296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椭圆 22"/>
            <p:cNvSpPr/>
            <p:nvPr/>
          </p:nvSpPr>
          <p:spPr>
            <a:xfrm>
              <a:off x="5019929" y="2954782"/>
              <a:ext cx="167386" cy="16738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5019929" y="3829667"/>
              <a:ext cx="167386" cy="16738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5019929" y="4704552"/>
              <a:ext cx="167386" cy="16738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1936323" y="2970022"/>
            <a:ext cx="167386" cy="1917156"/>
            <a:chOff x="5019929" y="2954782"/>
            <a:chExt cx="167386" cy="1917156"/>
          </a:xfrm>
        </p:grpSpPr>
        <p:cxnSp>
          <p:nvCxnSpPr>
            <p:cNvPr id="27" name="直接连接符 26"/>
            <p:cNvCxnSpPr>
              <a:endCxn id="30" idx="4"/>
            </p:cNvCxnSpPr>
            <p:nvPr/>
          </p:nvCxnSpPr>
          <p:spPr>
            <a:xfrm>
              <a:off x="5103594" y="3011642"/>
              <a:ext cx="28" cy="1860296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椭圆 27"/>
            <p:cNvSpPr/>
            <p:nvPr/>
          </p:nvSpPr>
          <p:spPr>
            <a:xfrm>
              <a:off x="5019929" y="2954782"/>
              <a:ext cx="167386" cy="16738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5019929" y="3829667"/>
              <a:ext cx="167386" cy="16738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5019929" y="4704552"/>
              <a:ext cx="167386" cy="16738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377666" y="370087"/>
            <a:ext cx="348311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</a:rPr>
              <a:t>项目进展</a:t>
            </a:r>
            <a:endParaRPr lang="zh-CN" altLang="en-US" sz="3200" dirty="0">
              <a:solidFill>
                <a:schemeClr val="accent1"/>
              </a:solidFill>
            </a:endParaRPr>
          </a:p>
        </p:txBody>
      </p:sp>
      <p:pic>
        <p:nvPicPr>
          <p:cNvPr id="32" name="图片 31" descr="S2A_MSIL2A_20251231T030201_N0511_R032_T50SMJ_20251231T063911-ql_精灵看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755" y="1516380"/>
            <a:ext cx="4356100" cy="4356100"/>
          </a:xfrm>
          <a:prstGeom prst="rect">
            <a:avLst/>
          </a:prstGeom>
        </p:spPr>
      </p:pic>
      <p:pic>
        <p:nvPicPr>
          <p:cNvPr id="33" name="图片 32" descr="屏幕截图 2026-03-14 1218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6070" y="1227455"/>
            <a:ext cx="6141085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椭圆 23"/>
          <p:cNvSpPr/>
          <p:nvPr/>
        </p:nvSpPr>
        <p:spPr>
          <a:xfrm>
            <a:off x="1988734" y="2301318"/>
            <a:ext cx="2432116" cy="2432116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02</a:t>
            </a:r>
            <a:endParaRPr kumimoji="1" lang="zh-CN" altLang="en-US" sz="80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1887397" y="2124566"/>
            <a:ext cx="843698" cy="84369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174994" y="2546415"/>
            <a:ext cx="1179195" cy="2768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kumimoji="1" lang="en-US" altLang="zh-CN">
                <a:solidFill>
                  <a:schemeClr val="accent1">
                    <a:lumMod val="10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PART</a:t>
            </a:r>
            <a:r>
              <a:rPr kumimoji="1" lang="zh-CN" altLang="en-US">
                <a:solidFill>
                  <a:schemeClr val="accent1">
                    <a:lumMod val="10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 </a:t>
            </a:r>
            <a:r>
              <a:rPr kumimoji="1" lang="en-US" altLang="zh-CN">
                <a:solidFill>
                  <a:schemeClr val="accent1">
                    <a:lumMod val="10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TWO</a:t>
            </a:r>
            <a:r>
              <a:rPr kumimoji="1" lang="zh-CN" altLang="en-US">
                <a:solidFill>
                  <a:schemeClr val="accent1">
                    <a:lumMod val="10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 </a:t>
            </a:r>
            <a:endParaRPr kumimoji="1" lang="zh-CN" altLang="en-US" dirty="0">
              <a:solidFill>
                <a:schemeClr val="accent1">
                  <a:lumMod val="10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cxnSp>
        <p:nvCxnSpPr>
          <p:cNvPr id="27" name="直线连接符 5"/>
          <p:cNvCxnSpPr/>
          <p:nvPr/>
        </p:nvCxnSpPr>
        <p:spPr>
          <a:xfrm>
            <a:off x="6447934" y="2684914"/>
            <a:ext cx="375154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6"/>
          <p:cNvCxnSpPr/>
          <p:nvPr/>
        </p:nvCxnSpPr>
        <p:spPr>
          <a:xfrm>
            <a:off x="5174995" y="4494860"/>
            <a:ext cx="502448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5174994" y="3043584"/>
            <a:ext cx="4064000" cy="123063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kumimoji="1" lang="zh-CN" altLang="en-US" sz="8000" dirty="0">
                <a:solidFill>
                  <a:schemeClr val="accent1">
                    <a:lumMod val="10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遇到问题</a:t>
            </a:r>
            <a:endParaRPr kumimoji="1" lang="zh-CN" altLang="en-US" sz="8000" dirty="0">
              <a:solidFill>
                <a:schemeClr val="accent1">
                  <a:lumMod val="10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7666" y="370087"/>
            <a:ext cx="34831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</a:rPr>
              <a:t>请在此处输入标题</a:t>
            </a:r>
            <a:endParaRPr lang="zh-CN" altLang="en-US" sz="32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p-right-arrow_56916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4396955" y="3730177"/>
            <a:ext cx="1685967" cy="1663905"/>
          </a:xfrm>
          <a:custGeom>
            <a:avLst/>
            <a:gdLst>
              <a:gd name="T0" fmla="*/ 1756 w 13054"/>
              <a:gd name="T1" fmla="*/ 12900 h 12900"/>
              <a:gd name="T2" fmla="*/ 624 w 13054"/>
              <a:gd name="T3" fmla="*/ 12432 h 12900"/>
              <a:gd name="T4" fmla="*/ 624 w 13054"/>
              <a:gd name="T5" fmla="*/ 10168 h 12900"/>
              <a:gd name="T6" fmla="*/ 7592 w 13054"/>
              <a:gd name="T7" fmla="*/ 3200 h 12900"/>
              <a:gd name="T8" fmla="*/ 4516 w 13054"/>
              <a:gd name="T9" fmla="*/ 3200 h 12900"/>
              <a:gd name="T10" fmla="*/ 2916 w 13054"/>
              <a:gd name="T11" fmla="*/ 1600 h 12900"/>
              <a:gd name="T12" fmla="*/ 4516 w 13054"/>
              <a:gd name="T13" fmla="*/ 0 h 12900"/>
              <a:gd name="T14" fmla="*/ 11455 w 13054"/>
              <a:gd name="T15" fmla="*/ 0 h 12900"/>
              <a:gd name="T16" fmla="*/ 11458 w 13054"/>
              <a:gd name="T17" fmla="*/ 0 h 12900"/>
              <a:gd name="T18" fmla="*/ 12216 w 13054"/>
              <a:gd name="T19" fmla="*/ 192 h 12900"/>
              <a:gd name="T20" fmla="*/ 12218 w 13054"/>
              <a:gd name="T21" fmla="*/ 193 h 12900"/>
              <a:gd name="T22" fmla="*/ 12887 w 13054"/>
              <a:gd name="T23" fmla="*/ 888 h 12900"/>
              <a:gd name="T24" fmla="*/ 13054 w 13054"/>
              <a:gd name="T25" fmla="*/ 1600 h 12900"/>
              <a:gd name="T26" fmla="*/ 13054 w 13054"/>
              <a:gd name="T27" fmla="*/ 8539 h 12900"/>
              <a:gd name="T28" fmla="*/ 11454 w 13054"/>
              <a:gd name="T29" fmla="*/ 10139 h 12900"/>
              <a:gd name="T30" fmla="*/ 9854 w 13054"/>
              <a:gd name="T31" fmla="*/ 8539 h 12900"/>
              <a:gd name="T32" fmla="*/ 9854 w 13054"/>
              <a:gd name="T33" fmla="*/ 5463 h 12900"/>
              <a:gd name="T34" fmla="*/ 2887 w 13054"/>
              <a:gd name="T35" fmla="*/ 12431 h 12900"/>
              <a:gd name="T36" fmla="*/ 1756 w 13054"/>
              <a:gd name="T37" fmla="*/ 12900 h 129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3054" h="12900">
                <a:moveTo>
                  <a:pt x="1756" y="12900"/>
                </a:moveTo>
                <a:cubicBezTo>
                  <a:pt x="1347" y="12900"/>
                  <a:pt x="938" y="12744"/>
                  <a:pt x="624" y="12432"/>
                </a:cubicBezTo>
                <a:cubicBezTo>
                  <a:pt x="0" y="11807"/>
                  <a:pt x="0" y="10793"/>
                  <a:pt x="624" y="10168"/>
                </a:cubicBezTo>
                <a:lnTo>
                  <a:pt x="7592" y="3200"/>
                </a:lnTo>
                <a:lnTo>
                  <a:pt x="4516" y="3200"/>
                </a:lnTo>
                <a:cubicBezTo>
                  <a:pt x="3632" y="3200"/>
                  <a:pt x="2916" y="2484"/>
                  <a:pt x="2916" y="1600"/>
                </a:cubicBezTo>
                <a:cubicBezTo>
                  <a:pt x="2916" y="716"/>
                  <a:pt x="3632" y="0"/>
                  <a:pt x="4516" y="0"/>
                </a:cubicBezTo>
                <a:lnTo>
                  <a:pt x="11455" y="0"/>
                </a:lnTo>
                <a:lnTo>
                  <a:pt x="11458" y="0"/>
                </a:lnTo>
                <a:cubicBezTo>
                  <a:pt x="11722" y="0"/>
                  <a:pt x="11984" y="67"/>
                  <a:pt x="12216" y="192"/>
                </a:cubicBezTo>
                <a:cubicBezTo>
                  <a:pt x="12216" y="192"/>
                  <a:pt x="12218" y="192"/>
                  <a:pt x="12218" y="193"/>
                </a:cubicBezTo>
                <a:cubicBezTo>
                  <a:pt x="12506" y="351"/>
                  <a:pt x="12740" y="595"/>
                  <a:pt x="12887" y="888"/>
                </a:cubicBezTo>
                <a:cubicBezTo>
                  <a:pt x="12998" y="1108"/>
                  <a:pt x="13054" y="1355"/>
                  <a:pt x="13054" y="1600"/>
                </a:cubicBezTo>
                <a:lnTo>
                  <a:pt x="13054" y="8539"/>
                </a:lnTo>
                <a:cubicBezTo>
                  <a:pt x="13054" y="9423"/>
                  <a:pt x="12338" y="10139"/>
                  <a:pt x="11454" y="10139"/>
                </a:cubicBezTo>
                <a:cubicBezTo>
                  <a:pt x="10570" y="10139"/>
                  <a:pt x="9854" y="9423"/>
                  <a:pt x="9854" y="8539"/>
                </a:cubicBezTo>
                <a:lnTo>
                  <a:pt x="9854" y="5463"/>
                </a:lnTo>
                <a:lnTo>
                  <a:pt x="2887" y="12431"/>
                </a:lnTo>
                <a:cubicBezTo>
                  <a:pt x="2575" y="12744"/>
                  <a:pt x="2166" y="12900"/>
                  <a:pt x="1756" y="129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" name="up-right-arrow_56916"/>
          <p:cNvSpPr>
            <a:spLocks noChangeAspect="1"/>
          </p:cNvSpPr>
          <p:nvPr>
            <p:custDataLst>
              <p:tags r:id="rId2"/>
            </p:custDataLst>
          </p:nvPr>
        </p:nvSpPr>
        <p:spPr bwMode="auto">
          <a:xfrm flipH="1">
            <a:off x="6440767" y="3730177"/>
            <a:ext cx="1685967" cy="1663905"/>
          </a:xfrm>
          <a:custGeom>
            <a:avLst/>
            <a:gdLst>
              <a:gd name="T0" fmla="*/ 1756 w 13054"/>
              <a:gd name="T1" fmla="*/ 12900 h 12900"/>
              <a:gd name="T2" fmla="*/ 624 w 13054"/>
              <a:gd name="T3" fmla="*/ 12432 h 12900"/>
              <a:gd name="T4" fmla="*/ 624 w 13054"/>
              <a:gd name="T5" fmla="*/ 10168 h 12900"/>
              <a:gd name="T6" fmla="*/ 7592 w 13054"/>
              <a:gd name="T7" fmla="*/ 3200 h 12900"/>
              <a:gd name="T8" fmla="*/ 4516 w 13054"/>
              <a:gd name="T9" fmla="*/ 3200 h 12900"/>
              <a:gd name="T10" fmla="*/ 2916 w 13054"/>
              <a:gd name="T11" fmla="*/ 1600 h 12900"/>
              <a:gd name="T12" fmla="*/ 4516 w 13054"/>
              <a:gd name="T13" fmla="*/ 0 h 12900"/>
              <a:gd name="T14" fmla="*/ 11455 w 13054"/>
              <a:gd name="T15" fmla="*/ 0 h 12900"/>
              <a:gd name="T16" fmla="*/ 11458 w 13054"/>
              <a:gd name="T17" fmla="*/ 0 h 12900"/>
              <a:gd name="T18" fmla="*/ 12216 w 13054"/>
              <a:gd name="T19" fmla="*/ 192 h 12900"/>
              <a:gd name="T20" fmla="*/ 12218 w 13054"/>
              <a:gd name="T21" fmla="*/ 193 h 12900"/>
              <a:gd name="T22" fmla="*/ 12887 w 13054"/>
              <a:gd name="T23" fmla="*/ 888 h 12900"/>
              <a:gd name="T24" fmla="*/ 13054 w 13054"/>
              <a:gd name="T25" fmla="*/ 1600 h 12900"/>
              <a:gd name="T26" fmla="*/ 13054 w 13054"/>
              <a:gd name="T27" fmla="*/ 8539 h 12900"/>
              <a:gd name="T28" fmla="*/ 11454 w 13054"/>
              <a:gd name="T29" fmla="*/ 10139 h 12900"/>
              <a:gd name="T30" fmla="*/ 9854 w 13054"/>
              <a:gd name="T31" fmla="*/ 8539 h 12900"/>
              <a:gd name="T32" fmla="*/ 9854 w 13054"/>
              <a:gd name="T33" fmla="*/ 5463 h 12900"/>
              <a:gd name="T34" fmla="*/ 2887 w 13054"/>
              <a:gd name="T35" fmla="*/ 12431 h 12900"/>
              <a:gd name="T36" fmla="*/ 1756 w 13054"/>
              <a:gd name="T37" fmla="*/ 12900 h 129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3054" h="12900">
                <a:moveTo>
                  <a:pt x="1756" y="12900"/>
                </a:moveTo>
                <a:cubicBezTo>
                  <a:pt x="1347" y="12900"/>
                  <a:pt x="938" y="12744"/>
                  <a:pt x="624" y="12432"/>
                </a:cubicBezTo>
                <a:cubicBezTo>
                  <a:pt x="0" y="11807"/>
                  <a:pt x="0" y="10793"/>
                  <a:pt x="624" y="10168"/>
                </a:cubicBezTo>
                <a:lnTo>
                  <a:pt x="7592" y="3200"/>
                </a:lnTo>
                <a:lnTo>
                  <a:pt x="4516" y="3200"/>
                </a:lnTo>
                <a:cubicBezTo>
                  <a:pt x="3632" y="3200"/>
                  <a:pt x="2916" y="2484"/>
                  <a:pt x="2916" y="1600"/>
                </a:cubicBezTo>
                <a:cubicBezTo>
                  <a:pt x="2916" y="716"/>
                  <a:pt x="3632" y="0"/>
                  <a:pt x="4516" y="0"/>
                </a:cubicBezTo>
                <a:lnTo>
                  <a:pt x="11455" y="0"/>
                </a:lnTo>
                <a:lnTo>
                  <a:pt x="11458" y="0"/>
                </a:lnTo>
                <a:cubicBezTo>
                  <a:pt x="11722" y="0"/>
                  <a:pt x="11984" y="67"/>
                  <a:pt x="12216" y="192"/>
                </a:cubicBezTo>
                <a:cubicBezTo>
                  <a:pt x="12216" y="192"/>
                  <a:pt x="12218" y="192"/>
                  <a:pt x="12218" y="193"/>
                </a:cubicBezTo>
                <a:cubicBezTo>
                  <a:pt x="12506" y="351"/>
                  <a:pt x="12740" y="595"/>
                  <a:pt x="12887" y="888"/>
                </a:cubicBezTo>
                <a:cubicBezTo>
                  <a:pt x="12998" y="1108"/>
                  <a:pt x="13054" y="1355"/>
                  <a:pt x="13054" y="1600"/>
                </a:cubicBezTo>
                <a:lnTo>
                  <a:pt x="13054" y="8539"/>
                </a:lnTo>
                <a:cubicBezTo>
                  <a:pt x="13054" y="9423"/>
                  <a:pt x="12338" y="10139"/>
                  <a:pt x="11454" y="10139"/>
                </a:cubicBezTo>
                <a:cubicBezTo>
                  <a:pt x="10570" y="10139"/>
                  <a:pt x="9854" y="9423"/>
                  <a:pt x="9854" y="8539"/>
                </a:cubicBezTo>
                <a:lnTo>
                  <a:pt x="9854" y="5463"/>
                </a:lnTo>
                <a:lnTo>
                  <a:pt x="2887" y="12431"/>
                </a:lnTo>
                <a:cubicBezTo>
                  <a:pt x="2575" y="12744"/>
                  <a:pt x="2166" y="12900"/>
                  <a:pt x="1756" y="129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5" name="up-right-arrow_56916"/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 flipV="1">
            <a:off x="4396955" y="1929952"/>
            <a:ext cx="1685967" cy="1663905"/>
          </a:xfrm>
          <a:custGeom>
            <a:avLst/>
            <a:gdLst>
              <a:gd name="T0" fmla="*/ 1756 w 13054"/>
              <a:gd name="T1" fmla="*/ 12900 h 12900"/>
              <a:gd name="T2" fmla="*/ 624 w 13054"/>
              <a:gd name="T3" fmla="*/ 12432 h 12900"/>
              <a:gd name="T4" fmla="*/ 624 w 13054"/>
              <a:gd name="T5" fmla="*/ 10168 h 12900"/>
              <a:gd name="T6" fmla="*/ 7592 w 13054"/>
              <a:gd name="T7" fmla="*/ 3200 h 12900"/>
              <a:gd name="T8" fmla="*/ 4516 w 13054"/>
              <a:gd name="T9" fmla="*/ 3200 h 12900"/>
              <a:gd name="T10" fmla="*/ 2916 w 13054"/>
              <a:gd name="T11" fmla="*/ 1600 h 12900"/>
              <a:gd name="T12" fmla="*/ 4516 w 13054"/>
              <a:gd name="T13" fmla="*/ 0 h 12900"/>
              <a:gd name="T14" fmla="*/ 11455 w 13054"/>
              <a:gd name="T15" fmla="*/ 0 h 12900"/>
              <a:gd name="T16" fmla="*/ 11458 w 13054"/>
              <a:gd name="T17" fmla="*/ 0 h 12900"/>
              <a:gd name="T18" fmla="*/ 12216 w 13054"/>
              <a:gd name="T19" fmla="*/ 192 h 12900"/>
              <a:gd name="T20" fmla="*/ 12218 w 13054"/>
              <a:gd name="T21" fmla="*/ 193 h 12900"/>
              <a:gd name="T22" fmla="*/ 12887 w 13054"/>
              <a:gd name="T23" fmla="*/ 888 h 12900"/>
              <a:gd name="T24" fmla="*/ 13054 w 13054"/>
              <a:gd name="T25" fmla="*/ 1600 h 12900"/>
              <a:gd name="T26" fmla="*/ 13054 w 13054"/>
              <a:gd name="T27" fmla="*/ 8539 h 12900"/>
              <a:gd name="T28" fmla="*/ 11454 w 13054"/>
              <a:gd name="T29" fmla="*/ 10139 h 12900"/>
              <a:gd name="T30" fmla="*/ 9854 w 13054"/>
              <a:gd name="T31" fmla="*/ 8539 h 12900"/>
              <a:gd name="T32" fmla="*/ 9854 w 13054"/>
              <a:gd name="T33" fmla="*/ 5463 h 12900"/>
              <a:gd name="T34" fmla="*/ 2887 w 13054"/>
              <a:gd name="T35" fmla="*/ 12431 h 12900"/>
              <a:gd name="T36" fmla="*/ 1756 w 13054"/>
              <a:gd name="T37" fmla="*/ 12900 h 129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3054" h="12900">
                <a:moveTo>
                  <a:pt x="1756" y="12900"/>
                </a:moveTo>
                <a:cubicBezTo>
                  <a:pt x="1347" y="12900"/>
                  <a:pt x="938" y="12744"/>
                  <a:pt x="624" y="12432"/>
                </a:cubicBezTo>
                <a:cubicBezTo>
                  <a:pt x="0" y="11807"/>
                  <a:pt x="0" y="10793"/>
                  <a:pt x="624" y="10168"/>
                </a:cubicBezTo>
                <a:lnTo>
                  <a:pt x="7592" y="3200"/>
                </a:lnTo>
                <a:lnTo>
                  <a:pt x="4516" y="3200"/>
                </a:lnTo>
                <a:cubicBezTo>
                  <a:pt x="3632" y="3200"/>
                  <a:pt x="2916" y="2484"/>
                  <a:pt x="2916" y="1600"/>
                </a:cubicBezTo>
                <a:cubicBezTo>
                  <a:pt x="2916" y="716"/>
                  <a:pt x="3632" y="0"/>
                  <a:pt x="4516" y="0"/>
                </a:cubicBezTo>
                <a:lnTo>
                  <a:pt x="11455" y="0"/>
                </a:lnTo>
                <a:lnTo>
                  <a:pt x="11458" y="0"/>
                </a:lnTo>
                <a:cubicBezTo>
                  <a:pt x="11722" y="0"/>
                  <a:pt x="11984" y="67"/>
                  <a:pt x="12216" y="192"/>
                </a:cubicBezTo>
                <a:cubicBezTo>
                  <a:pt x="12216" y="192"/>
                  <a:pt x="12218" y="192"/>
                  <a:pt x="12218" y="193"/>
                </a:cubicBezTo>
                <a:cubicBezTo>
                  <a:pt x="12506" y="351"/>
                  <a:pt x="12740" y="595"/>
                  <a:pt x="12887" y="888"/>
                </a:cubicBezTo>
                <a:cubicBezTo>
                  <a:pt x="12998" y="1108"/>
                  <a:pt x="13054" y="1355"/>
                  <a:pt x="13054" y="1600"/>
                </a:cubicBezTo>
                <a:lnTo>
                  <a:pt x="13054" y="8539"/>
                </a:lnTo>
                <a:cubicBezTo>
                  <a:pt x="13054" y="9423"/>
                  <a:pt x="12338" y="10139"/>
                  <a:pt x="11454" y="10139"/>
                </a:cubicBezTo>
                <a:cubicBezTo>
                  <a:pt x="10570" y="10139"/>
                  <a:pt x="9854" y="9423"/>
                  <a:pt x="9854" y="8539"/>
                </a:cubicBezTo>
                <a:lnTo>
                  <a:pt x="9854" y="5463"/>
                </a:lnTo>
                <a:lnTo>
                  <a:pt x="2887" y="12431"/>
                </a:lnTo>
                <a:cubicBezTo>
                  <a:pt x="2575" y="12744"/>
                  <a:pt x="2166" y="12900"/>
                  <a:pt x="1756" y="129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up-right-arrow_56916"/>
          <p:cNvSpPr>
            <a:spLocks noChangeAspect="1"/>
          </p:cNvSpPr>
          <p:nvPr>
            <p:custDataLst>
              <p:tags r:id="rId4"/>
            </p:custDataLst>
          </p:nvPr>
        </p:nvSpPr>
        <p:spPr bwMode="auto">
          <a:xfrm flipH="1" flipV="1">
            <a:off x="6440767" y="1929952"/>
            <a:ext cx="1685967" cy="1663905"/>
          </a:xfrm>
          <a:custGeom>
            <a:avLst/>
            <a:gdLst>
              <a:gd name="T0" fmla="*/ 1756 w 13054"/>
              <a:gd name="T1" fmla="*/ 12900 h 12900"/>
              <a:gd name="T2" fmla="*/ 624 w 13054"/>
              <a:gd name="T3" fmla="*/ 12432 h 12900"/>
              <a:gd name="T4" fmla="*/ 624 w 13054"/>
              <a:gd name="T5" fmla="*/ 10168 h 12900"/>
              <a:gd name="T6" fmla="*/ 7592 w 13054"/>
              <a:gd name="T7" fmla="*/ 3200 h 12900"/>
              <a:gd name="T8" fmla="*/ 4516 w 13054"/>
              <a:gd name="T9" fmla="*/ 3200 h 12900"/>
              <a:gd name="T10" fmla="*/ 2916 w 13054"/>
              <a:gd name="T11" fmla="*/ 1600 h 12900"/>
              <a:gd name="T12" fmla="*/ 4516 w 13054"/>
              <a:gd name="T13" fmla="*/ 0 h 12900"/>
              <a:gd name="T14" fmla="*/ 11455 w 13054"/>
              <a:gd name="T15" fmla="*/ 0 h 12900"/>
              <a:gd name="T16" fmla="*/ 11458 w 13054"/>
              <a:gd name="T17" fmla="*/ 0 h 12900"/>
              <a:gd name="T18" fmla="*/ 12216 w 13054"/>
              <a:gd name="T19" fmla="*/ 192 h 12900"/>
              <a:gd name="T20" fmla="*/ 12218 w 13054"/>
              <a:gd name="T21" fmla="*/ 193 h 12900"/>
              <a:gd name="T22" fmla="*/ 12887 w 13054"/>
              <a:gd name="T23" fmla="*/ 888 h 12900"/>
              <a:gd name="T24" fmla="*/ 13054 w 13054"/>
              <a:gd name="T25" fmla="*/ 1600 h 12900"/>
              <a:gd name="T26" fmla="*/ 13054 w 13054"/>
              <a:gd name="T27" fmla="*/ 8539 h 12900"/>
              <a:gd name="T28" fmla="*/ 11454 w 13054"/>
              <a:gd name="T29" fmla="*/ 10139 h 12900"/>
              <a:gd name="T30" fmla="*/ 9854 w 13054"/>
              <a:gd name="T31" fmla="*/ 8539 h 12900"/>
              <a:gd name="T32" fmla="*/ 9854 w 13054"/>
              <a:gd name="T33" fmla="*/ 5463 h 12900"/>
              <a:gd name="T34" fmla="*/ 2887 w 13054"/>
              <a:gd name="T35" fmla="*/ 12431 h 12900"/>
              <a:gd name="T36" fmla="*/ 1756 w 13054"/>
              <a:gd name="T37" fmla="*/ 12900 h 129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3054" h="12900">
                <a:moveTo>
                  <a:pt x="1756" y="12900"/>
                </a:moveTo>
                <a:cubicBezTo>
                  <a:pt x="1347" y="12900"/>
                  <a:pt x="938" y="12744"/>
                  <a:pt x="624" y="12432"/>
                </a:cubicBezTo>
                <a:cubicBezTo>
                  <a:pt x="0" y="11807"/>
                  <a:pt x="0" y="10793"/>
                  <a:pt x="624" y="10168"/>
                </a:cubicBezTo>
                <a:lnTo>
                  <a:pt x="7592" y="3200"/>
                </a:lnTo>
                <a:lnTo>
                  <a:pt x="4516" y="3200"/>
                </a:lnTo>
                <a:cubicBezTo>
                  <a:pt x="3632" y="3200"/>
                  <a:pt x="2916" y="2484"/>
                  <a:pt x="2916" y="1600"/>
                </a:cubicBezTo>
                <a:cubicBezTo>
                  <a:pt x="2916" y="716"/>
                  <a:pt x="3632" y="0"/>
                  <a:pt x="4516" y="0"/>
                </a:cubicBezTo>
                <a:lnTo>
                  <a:pt x="11455" y="0"/>
                </a:lnTo>
                <a:lnTo>
                  <a:pt x="11458" y="0"/>
                </a:lnTo>
                <a:cubicBezTo>
                  <a:pt x="11722" y="0"/>
                  <a:pt x="11984" y="67"/>
                  <a:pt x="12216" y="192"/>
                </a:cubicBezTo>
                <a:cubicBezTo>
                  <a:pt x="12216" y="192"/>
                  <a:pt x="12218" y="192"/>
                  <a:pt x="12218" y="193"/>
                </a:cubicBezTo>
                <a:cubicBezTo>
                  <a:pt x="12506" y="351"/>
                  <a:pt x="12740" y="595"/>
                  <a:pt x="12887" y="888"/>
                </a:cubicBezTo>
                <a:cubicBezTo>
                  <a:pt x="12998" y="1108"/>
                  <a:pt x="13054" y="1355"/>
                  <a:pt x="13054" y="1600"/>
                </a:cubicBezTo>
                <a:lnTo>
                  <a:pt x="13054" y="8539"/>
                </a:lnTo>
                <a:cubicBezTo>
                  <a:pt x="13054" y="9423"/>
                  <a:pt x="12338" y="10139"/>
                  <a:pt x="11454" y="10139"/>
                </a:cubicBezTo>
                <a:cubicBezTo>
                  <a:pt x="10570" y="10139"/>
                  <a:pt x="9854" y="9423"/>
                  <a:pt x="9854" y="8539"/>
                </a:cubicBezTo>
                <a:lnTo>
                  <a:pt x="9854" y="5463"/>
                </a:lnTo>
                <a:lnTo>
                  <a:pt x="2887" y="12431"/>
                </a:lnTo>
                <a:cubicBezTo>
                  <a:pt x="2575" y="12744"/>
                  <a:pt x="2166" y="12900"/>
                  <a:pt x="1756" y="129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5"/>
            </p:custDataLst>
          </p:nvPr>
        </p:nvSpPr>
        <p:spPr>
          <a:xfrm>
            <a:off x="2184161" y="1690259"/>
            <a:ext cx="1897506" cy="36830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18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数据缺失</a:t>
            </a:r>
            <a:endParaRPr lang="zh-CN" altLang="en-US" sz="1800" b="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汉仪君黑-45简" panose="020B0604020202020204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>
            <a:off x="850681" y="2104558"/>
            <a:ext cx="3288136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原来计划项目需要</a:t>
            </a:r>
            <a:r>
              <a:rPr lang="en-US" altLang="zh-CN" sz="1200" dirty="0">
                <a:solidFill>
                  <a:schemeClr val="accent5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1990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年</a:t>
            </a:r>
            <a:r>
              <a:rPr lang="en-US" altLang="zh-CN" sz="1200" dirty="0">
                <a:solidFill>
                  <a:schemeClr val="accent5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-2025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年的数据，但是哨兵</a:t>
            </a:r>
            <a:r>
              <a:rPr lang="en-US" altLang="zh-CN" sz="1200" dirty="0">
                <a:solidFill>
                  <a:schemeClr val="accent5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1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号卫星</a:t>
            </a:r>
            <a:r>
              <a:rPr lang="en-US" altLang="zh-CN" sz="1200" dirty="0">
                <a:solidFill>
                  <a:schemeClr val="accent5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2014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年，</a:t>
            </a:r>
            <a:r>
              <a:rPr lang="en-US" altLang="zh-CN" sz="1200" dirty="0">
                <a:solidFill>
                  <a:schemeClr val="accent5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2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号卫星</a:t>
            </a:r>
            <a:r>
              <a:rPr lang="en-US" altLang="zh-CN" sz="1200" dirty="0">
                <a:solidFill>
                  <a:schemeClr val="accent5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2015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年才发射，并且发射临近年限数据也不完整。</a:t>
            </a:r>
            <a:endParaRPr kumimoji="1" lang="zh-CN" altLang="en-US" sz="1200" dirty="0">
              <a:solidFill>
                <a:schemeClr val="accent5">
                  <a:lumMod val="5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汉仪君黑-45简" panose="020B0604020202020204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7"/>
            </p:custDataLst>
          </p:nvPr>
        </p:nvSpPr>
        <p:spPr>
          <a:xfrm>
            <a:off x="2184161" y="4434543"/>
            <a:ext cx="1897506" cy="36830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18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数据量太大</a:t>
            </a:r>
            <a:endParaRPr lang="zh-CN" altLang="en-US" sz="1800" b="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9" name="矩形 18"/>
          <p:cNvSpPr/>
          <p:nvPr>
            <p:custDataLst>
              <p:tags r:id="rId8"/>
            </p:custDataLst>
          </p:nvPr>
        </p:nvSpPr>
        <p:spPr>
          <a:xfrm>
            <a:off x="850681" y="4848842"/>
            <a:ext cx="3288136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单单哨兵</a:t>
            </a:r>
            <a:r>
              <a:rPr lang="en-US" altLang="zh-CN" sz="1200" dirty="0">
                <a:solidFill>
                  <a:schemeClr val="accent5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2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号卫星</a:t>
            </a:r>
            <a:r>
              <a:rPr lang="en-US" altLang="zh-CN" sz="1200" dirty="0">
                <a:solidFill>
                  <a:schemeClr val="accent5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17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年到</a:t>
            </a:r>
            <a:r>
              <a:rPr lang="en-US" altLang="zh-CN" sz="1200" dirty="0">
                <a:solidFill>
                  <a:schemeClr val="accent5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25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年的数据以一年一张图为例都需要</a:t>
            </a:r>
            <a:r>
              <a:rPr lang="en-US" altLang="zh-CN" sz="1200" dirty="0">
                <a:solidFill>
                  <a:schemeClr val="accent5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100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多个</a:t>
            </a:r>
            <a:r>
              <a:rPr lang="en-US" altLang="zh-CN" sz="1200" dirty="0">
                <a:solidFill>
                  <a:schemeClr val="accent5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G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的内存，工作量有点大，很难下。</a:t>
            </a:r>
            <a:endParaRPr kumimoji="1" lang="zh-CN" altLang="en-US" sz="1200" dirty="0">
              <a:solidFill>
                <a:schemeClr val="accent5">
                  <a:lumMod val="5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汉仪君黑-45简" panose="020B0604020202020204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9"/>
            </p:custDataLst>
          </p:nvPr>
        </p:nvSpPr>
        <p:spPr>
          <a:xfrm>
            <a:off x="8365906" y="1629771"/>
            <a:ext cx="1897506" cy="36830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18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数据处理困难</a:t>
            </a:r>
            <a:endParaRPr lang="zh-CN" altLang="en-US" sz="1800" b="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3" name="矩形 22"/>
          <p:cNvSpPr/>
          <p:nvPr>
            <p:custDataLst>
              <p:tags r:id="rId10"/>
            </p:custDataLst>
          </p:nvPr>
        </p:nvSpPr>
        <p:spPr>
          <a:xfrm>
            <a:off x="8308756" y="2044070"/>
            <a:ext cx="3288136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虽然在学习相关数据处理的知识，但是基础过于薄弱，面对大量的数据，短期学会处理和完成数据处理肯定比较有难度。</a:t>
            </a:r>
            <a:endParaRPr kumimoji="1"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11"/>
            </p:custDataLst>
          </p:nvPr>
        </p:nvSpPr>
        <p:spPr>
          <a:xfrm>
            <a:off x="8365906" y="4374055"/>
            <a:ext cx="1897506" cy="36830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1800" b="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进度不统一</a:t>
            </a:r>
            <a:endParaRPr lang="zh-CN" altLang="en-US" sz="1800" b="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7" name="矩形 26"/>
          <p:cNvSpPr/>
          <p:nvPr>
            <p:custDataLst>
              <p:tags r:id="rId12"/>
            </p:custDataLst>
          </p:nvPr>
        </p:nvSpPr>
        <p:spPr>
          <a:xfrm>
            <a:off x="8308756" y="4788354"/>
            <a:ext cx="3288136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软件搭建工作进行的比较快，但我们的进度要慢一些，他们需要数据训练模型，让我们这边还是比较有压力的。</a:t>
            </a:r>
            <a:endParaRPr kumimoji="1"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77666" y="370087"/>
            <a:ext cx="348311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</a:rPr>
              <a:t>项目问题</a:t>
            </a:r>
            <a:endParaRPr lang="zh-CN" altLang="en-US" sz="32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同侧圆角矩形 29"/>
          <p:cNvSpPr/>
          <p:nvPr>
            <p:custDataLst>
              <p:tags r:id="rId1"/>
            </p:custDataLst>
          </p:nvPr>
        </p:nvSpPr>
        <p:spPr>
          <a:xfrm rot="10800000">
            <a:off x="2800576" y="4701043"/>
            <a:ext cx="1710447" cy="487825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zh-CN" altLang="en-US" sz="160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990850" y="3667125"/>
            <a:ext cx="1386840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9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单击输入你的正文，文字是您的思想提炼，为了最终演示发布的良好效果，请尽量言简意赅的阐述观点</a:t>
            </a:r>
            <a:endParaRPr lang="zh-CN" altLang="en-US" sz="900" b="0" dirty="0">
              <a:solidFill>
                <a:schemeClr val="bg1"/>
              </a:solidFill>
              <a:effectLst/>
              <a:latin typeface="思源黑体 CN Medium" panose="020B0600000000000000" pitchFamily="34" charset="-122"/>
              <a:ea typeface="思源黑体 CN Medium" panose="020B0600000000000000" pitchFamily="34" charset="-122"/>
              <a:cs typeface="汉仪君黑-45简" panose="020B0604020202020204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同侧圆角矩形 35"/>
          <p:cNvSpPr/>
          <p:nvPr>
            <p:custDataLst>
              <p:tags r:id="rId3"/>
            </p:custDataLst>
          </p:nvPr>
        </p:nvSpPr>
        <p:spPr>
          <a:xfrm rot="10800000">
            <a:off x="5240776" y="4701043"/>
            <a:ext cx="1710447" cy="487825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zh-CN" altLang="en-US" sz="160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5458821" y="3422900"/>
            <a:ext cx="1330237" cy="11537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单击输入你的正文，文字是您的思想提炼，为了最终演示发布的良好效果，请尽量言简意赅的阐述观点</a:t>
            </a:r>
            <a:endParaRPr lang="zh-CN" altLang="en-US" sz="1000" b="0" dirty="0">
              <a:solidFill>
                <a:schemeClr val="bg1"/>
              </a:solidFill>
              <a:effectLst/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5334000" y="2945094"/>
            <a:ext cx="1524000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在此输入标题</a:t>
            </a:r>
            <a:endParaRPr lang="zh-CN" altLang="en-US" sz="20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同侧圆角矩形 41"/>
          <p:cNvSpPr/>
          <p:nvPr>
            <p:custDataLst>
              <p:tags r:id="rId6"/>
            </p:custDataLst>
          </p:nvPr>
        </p:nvSpPr>
        <p:spPr>
          <a:xfrm rot="10800000">
            <a:off x="7680979" y="4701043"/>
            <a:ext cx="1710447" cy="487825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zh-CN" altLang="en-US" sz="160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7"/>
            </p:custDataLst>
          </p:nvPr>
        </p:nvSpPr>
        <p:spPr>
          <a:xfrm>
            <a:off x="7871083" y="3146251"/>
            <a:ext cx="1330237" cy="11537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单击输入你的正文，文字是您的思想提炼，为了最终演示发布的良好效果，请尽量言简意赅的阐述观点</a:t>
            </a:r>
            <a:endParaRPr lang="zh-CN" altLang="en-US" sz="1000" b="0" dirty="0">
              <a:solidFill>
                <a:schemeClr val="bg1"/>
              </a:solidFill>
              <a:effectLst/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7774202" y="2674160"/>
            <a:ext cx="1524000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在此输入标题</a:t>
            </a:r>
            <a:endParaRPr lang="zh-CN" altLang="en-US" sz="20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0" name="矩形 19"/>
          <p:cNvSpPr/>
          <p:nvPr>
            <p:custDataLst>
              <p:tags r:id="rId9"/>
            </p:custDataLst>
          </p:nvPr>
        </p:nvSpPr>
        <p:spPr>
          <a:xfrm>
            <a:off x="3484604" y="3582650"/>
            <a:ext cx="299080" cy="31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zh-CN" altLang="en-US" sz="160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矩形 20"/>
          <p:cNvSpPr/>
          <p:nvPr>
            <p:custDataLst>
              <p:tags r:id="rId10"/>
            </p:custDataLst>
          </p:nvPr>
        </p:nvSpPr>
        <p:spPr>
          <a:xfrm>
            <a:off x="5946458" y="3340954"/>
            <a:ext cx="299080" cy="31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zh-CN" altLang="en-US" sz="160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2" name="矩形 21"/>
          <p:cNvSpPr/>
          <p:nvPr>
            <p:custDataLst>
              <p:tags r:id="rId11"/>
            </p:custDataLst>
          </p:nvPr>
        </p:nvSpPr>
        <p:spPr>
          <a:xfrm>
            <a:off x="8386661" y="3065724"/>
            <a:ext cx="299080" cy="31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zh-CN" altLang="en-US" sz="160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3" name="任意形状 48"/>
          <p:cNvSpPr/>
          <p:nvPr/>
        </p:nvSpPr>
        <p:spPr>
          <a:xfrm>
            <a:off x="2818062" y="1345597"/>
            <a:ext cx="6555873" cy="1402356"/>
          </a:xfrm>
          <a:custGeom>
            <a:avLst/>
            <a:gdLst>
              <a:gd name="connsiteX0" fmla="*/ 0 w 7510182"/>
              <a:gd name="connsiteY0" fmla="*/ 1674159 h 1674159"/>
              <a:gd name="connsiteX1" fmla="*/ 1936376 w 7510182"/>
              <a:gd name="connsiteY1" fmla="*/ 1674159 h 1674159"/>
              <a:gd name="connsiteX2" fmla="*/ 1936376 w 7510182"/>
              <a:gd name="connsiteY2" fmla="*/ 1196789 h 1674159"/>
              <a:gd name="connsiteX3" fmla="*/ 4726641 w 7510182"/>
              <a:gd name="connsiteY3" fmla="*/ 1196789 h 1674159"/>
              <a:gd name="connsiteX4" fmla="*/ 4726641 w 7510182"/>
              <a:gd name="connsiteY4" fmla="*/ 685800 h 1674159"/>
              <a:gd name="connsiteX5" fmla="*/ 7510182 w 7510182"/>
              <a:gd name="connsiteY5" fmla="*/ 0 h 1674159"/>
              <a:gd name="connsiteX0-1" fmla="*/ 0 w 7510182"/>
              <a:gd name="connsiteY0-2" fmla="*/ 1674159 h 1674159"/>
              <a:gd name="connsiteX1-3" fmla="*/ 1936376 w 7510182"/>
              <a:gd name="connsiteY1-4" fmla="*/ 1674159 h 1674159"/>
              <a:gd name="connsiteX2-5" fmla="*/ 1936376 w 7510182"/>
              <a:gd name="connsiteY2-6" fmla="*/ 1196789 h 1674159"/>
              <a:gd name="connsiteX3-7" fmla="*/ 4726641 w 7510182"/>
              <a:gd name="connsiteY3-8" fmla="*/ 1196789 h 1674159"/>
              <a:gd name="connsiteX4-9" fmla="*/ 4726641 w 7510182"/>
              <a:gd name="connsiteY4-10" fmla="*/ 685800 h 1674159"/>
              <a:gd name="connsiteX5-11" fmla="*/ 7510182 w 7510182"/>
              <a:gd name="connsiteY5-12" fmla="*/ 0 h 1674159"/>
              <a:gd name="connsiteX0-13" fmla="*/ 0 w 7510182"/>
              <a:gd name="connsiteY0-14" fmla="*/ 1674159 h 1674159"/>
              <a:gd name="connsiteX1-15" fmla="*/ 1936376 w 7510182"/>
              <a:gd name="connsiteY1-16" fmla="*/ 1674159 h 1674159"/>
              <a:gd name="connsiteX2-17" fmla="*/ 1936376 w 7510182"/>
              <a:gd name="connsiteY2-18" fmla="*/ 1196789 h 1674159"/>
              <a:gd name="connsiteX3-19" fmla="*/ 4726641 w 7510182"/>
              <a:gd name="connsiteY3-20" fmla="*/ 1196789 h 1674159"/>
              <a:gd name="connsiteX4-21" fmla="*/ 4726641 w 7510182"/>
              <a:gd name="connsiteY4-22" fmla="*/ 685800 h 1674159"/>
              <a:gd name="connsiteX5-23" fmla="*/ 7510182 w 7510182"/>
              <a:gd name="connsiteY5-24" fmla="*/ 0 h 1674159"/>
              <a:gd name="connsiteX0-25" fmla="*/ 0 w 7510182"/>
              <a:gd name="connsiteY0-26" fmla="*/ 1674159 h 1674159"/>
              <a:gd name="connsiteX1-27" fmla="*/ 1936376 w 7510182"/>
              <a:gd name="connsiteY1-28" fmla="*/ 1674159 h 1674159"/>
              <a:gd name="connsiteX2-29" fmla="*/ 1936376 w 7510182"/>
              <a:gd name="connsiteY2-30" fmla="*/ 1196789 h 1674159"/>
              <a:gd name="connsiteX3-31" fmla="*/ 4726641 w 7510182"/>
              <a:gd name="connsiteY3-32" fmla="*/ 1196789 h 1674159"/>
              <a:gd name="connsiteX4-33" fmla="*/ 4726641 w 7510182"/>
              <a:gd name="connsiteY4-34" fmla="*/ 685800 h 1674159"/>
              <a:gd name="connsiteX5-35" fmla="*/ 7510182 w 7510182"/>
              <a:gd name="connsiteY5-36" fmla="*/ 0 h 1674159"/>
              <a:gd name="connsiteX0-37" fmla="*/ 0 w 7510182"/>
              <a:gd name="connsiteY0-38" fmla="*/ 1674159 h 1674159"/>
              <a:gd name="connsiteX1-39" fmla="*/ 1936376 w 7510182"/>
              <a:gd name="connsiteY1-40" fmla="*/ 1674159 h 1674159"/>
              <a:gd name="connsiteX2-41" fmla="*/ 1936376 w 7510182"/>
              <a:gd name="connsiteY2-42" fmla="*/ 1196789 h 1674159"/>
              <a:gd name="connsiteX3-43" fmla="*/ 4726641 w 7510182"/>
              <a:gd name="connsiteY3-44" fmla="*/ 1196789 h 1674159"/>
              <a:gd name="connsiteX4-45" fmla="*/ 4726641 w 7510182"/>
              <a:gd name="connsiteY4-46" fmla="*/ 685800 h 1674159"/>
              <a:gd name="connsiteX5-47" fmla="*/ 7510182 w 7510182"/>
              <a:gd name="connsiteY5-48" fmla="*/ 0 h 1674159"/>
              <a:gd name="connsiteX0-49" fmla="*/ 0 w 7510182"/>
              <a:gd name="connsiteY0-50" fmla="*/ 1674159 h 1674159"/>
              <a:gd name="connsiteX1-51" fmla="*/ 1936376 w 7510182"/>
              <a:gd name="connsiteY1-52" fmla="*/ 1674159 h 1674159"/>
              <a:gd name="connsiteX2-53" fmla="*/ 1936376 w 7510182"/>
              <a:gd name="connsiteY2-54" fmla="*/ 1196789 h 1674159"/>
              <a:gd name="connsiteX3-55" fmla="*/ 4726641 w 7510182"/>
              <a:gd name="connsiteY3-56" fmla="*/ 1196789 h 1674159"/>
              <a:gd name="connsiteX4-57" fmla="*/ 4726641 w 7510182"/>
              <a:gd name="connsiteY4-58" fmla="*/ 685800 h 1674159"/>
              <a:gd name="connsiteX5-59" fmla="*/ 7510182 w 7510182"/>
              <a:gd name="connsiteY5-60" fmla="*/ 0 h 1674159"/>
              <a:gd name="connsiteX0-61" fmla="*/ 0 w 7510182"/>
              <a:gd name="connsiteY0-62" fmla="*/ 1674159 h 1674159"/>
              <a:gd name="connsiteX1-63" fmla="*/ 1936376 w 7510182"/>
              <a:gd name="connsiteY1-64" fmla="*/ 1674159 h 1674159"/>
              <a:gd name="connsiteX2-65" fmla="*/ 1936376 w 7510182"/>
              <a:gd name="connsiteY2-66" fmla="*/ 1196789 h 1674159"/>
              <a:gd name="connsiteX3-67" fmla="*/ 4726641 w 7510182"/>
              <a:gd name="connsiteY3-68" fmla="*/ 1196789 h 1674159"/>
              <a:gd name="connsiteX4-69" fmla="*/ 4726641 w 7510182"/>
              <a:gd name="connsiteY4-70" fmla="*/ 685800 h 1674159"/>
              <a:gd name="connsiteX5-71" fmla="*/ 7510182 w 7510182"/>
              <a:gd name="connsiteY5-72" fmla="*/ 0 h 1674159"/>
              <a:gd name="connsiteX0-73" fmla="*/ 0 w 7510182"/>
              <a:gd name="connsiteY0-74" fmla="*/ 1674159 h 1674159"/>
              <a:gd name="connsiteX1-75" fmla="*/ 1936376 w 7510182"/>
              <a:gd name="connsiteY1-76" fmla="*/ 1674159 h 1674159"/>
              <a:gd name="connsiteX2-77" fmla="*/ 1936376 w 7510182"/>
              <a:gd name="connsiteY2-78" fmla="*/ 1196789 h 1674159"/>
              <a:gd name="connsiteX3-79" fmla="*/ 4726641 w 7510182"/>
              <a:gd name="connsiteY3-80" fmla="*/ 1196789 h 1674159"/>
              <a:gd name="connsiteX4-81" fmla="*/ 4726641 w 7510182"/>
              <a:gd name="connsiteY4-82" fmla="*/ 685800 h 1674159"/>
              <a:gd name="connsiteX5-83" fmla="*/ 7510182 w 7510182"/>
              <a:gd name="connsiteY5-84" fmla="*/ 0 h 16741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7510182" h="1674159">
                <a:moveTo>
                  <a:pt x="0" y="1674159"/>
                </a:moveTo>
                <a:lnTo>
                  <a:pt x="1936376" y="1674159"/>
                </a:lnTo>
                <a:lnTo>
                  <a:pt x="1936376" y="1196789"/>
                </a:lnTo>
                <a:lnTo>
                  <a:pt x="4726641" y="1196789"/>
                </a:lnTo>
                <a:lnTo>
                  <a:pt x="4726641" y="685800"/>
                </a:lnTo>
                <a:cubicBezTo>
                  <a:pt x="5936877" y="652184"/>
                  <a:pt x="6649570" y="564777"/>
                  <a:pt x="7510182" y="0"/>
                </a:cubicBezTo>
              </a:path>
            </a:pathLst>
          </a:custGeom>
          <a:noFill/>
          <a:ln>
            <a:solidFill>
              <a:schemeClr val="accent1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77666" y="370087"/>
            <a:ext cx="348311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</a:rPr>
              <a:t>遇到问题</a:t>
            </a:r>
            <a:endParaRPr lang="zh-CN" altLang="en-US" sz="3200" dirty="0">
              <a:solidFill>
                <a:schemeClr val="accent1"/>
              </a:solidFill>
            </a:endParaRPr>
          </a:p>
        </p:txBody>
      </p:sp>
      <p:pic>
        <p:nvPicPr>
          <p:cNvPr id="25" name="图片 24" descr="微信图片_20260314120416_9_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6685" y="1345565"/>
            <a:ext cx="6642100" cy="5371465"/>
          </a:xfrm>
          <a:prstGeom prst="rect">
            <a:avLst/>
          </a:prstGeom>
        </p:spPr>
      </p:pic>
      <p:pic>
        <p:nvPicPr>
          <p:cNvPr id="26" name="图片 25" descr="屏幕截图 2026-03-14 12400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79005" y="1345565"/>
            <a:ext cx="4815840" cy="46970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屏幕截图 2026-03-14 1301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76885"/>
            <a:ext cx="8178800" cy="3385185"/>
          </a:xfrm>
          <a:prstGeom prst="rect">
            <a:avLst/>
          </a:prstGeom>
        </p:spPr>
      </p:pic>
      <p:pic>
        <p:nvPicPr>
          <p:cNvPr id="5" name="图片 4" descr="屏幕截图 2026-03-14 1302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862070"/>
            <a:ext cx="8364855" cy="299593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672830" y="2221230"/>
            <a:ext cx="33032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数据的下载与云量有关，目前可能还得学习一下处理的方法，或者是重新下载云量在</a:t>
            </a:r>
            <a:r>
              <a:rPr lang="en-US" altLang="zh-CN"/>
              <a:t>10</a:t>
            </a:r>
            <a:r>
              <a:rPr lang="zh-CN" altLang="en-US"/>
              <a:t>％以下的数据？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椭圆 23"/>
          <p:cNvSpPr/>
          <p:nvPr/>
        </p:nvSpPr>
        <p:spPr>
          <a:xfrm>
            <a:off x="1988734" y="2301318"/>
            <a:ext cx="2432116" cy="2432116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03</a:t>
            </a:r>
            <a:endParaRPr kumimoji="1" lang="zh-CN" altLang="en-US" sz="80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1887397" y="2124566"/>
            <a:ext cx="843698" cy="84369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174994" y="2546415"/>
            <a:ext cx="1346200" cy="2768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kumimoji="1" lang="en-US" altLang="zh-CN">
                <a:solidFill>
                  <a:schemeClr val="accent1">
                    <a:lumMod val="10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PART</a:t>
            </a:r>
            <a:r>
              <a:rPr kumimoji="1" lang="zh-CN" altLang="en-US">
                <a:solidFill>
                  <a:schemeClr val="accent1">
                    <a:lumMod val="10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 </a:t>
            </a:r>
            <a:r>
              <a:rPr kumimoji="1" lang="en-US" altLang="zh-CN">
                <a:solidFill>
                  <a:schemeClr val="accent1">
                    <a:lumMod val="10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THREE</a:t>
            </a:r>
            <a:endParaRPr kumimoji="1" lang="zh-CN" altLang="en-US" dirty="0">
              <a:solidFill>
                <a:schemeClr val="accent1">
                  <a:lumMod val="10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cxnSp>
        <p:nvCxnSpPr>
          <p:cNvPr id="27" name="直线连接符 5"/>
          <p:cNvCxnSpPr/>
          <p:nvPr/>
        </p:nvCxnSpPr>
        <p:spPr>
          <a:xfrm>
            <a:off x="6534212" y="2684914"/>
            <a:ext cx="366526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6"/>
          <p:cNvCxnSpPr/>
          <p:nvPr/>
        </p:nvCxnSpPr>
        <p:spPr>
          <a:xfrm>
            <a:off x="5174995" y="4494860"/>
            <a:ext cx="502448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5174994" y="3043584"/>
            <a:ext cx="4064000" cy="123063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kumimoji="1" lang="zh-CN" altLang="en-US" sz="8000" dirty="0">
                <a:solidFill>
                  <a:schemeClr val="accent1">
                    <a:lumMod val="10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未来展望</a:t>
            </a:r>
            <a:endParaRPr kumimoji="1" lang="zh-CN" altLang="en-US" sz="8000" dirty="0">
              <a:solidFill>
                <a:schemeClr val="accent1">
                  <a:lumMod val="10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: 圆角 28"/>
          <p:cNvSpPr/>
          <p:nvPr>
            <p:custDataLst>
              <p:tags r:id="rId1"/>
            </p:custDataLst>
          </p:nvPr>
        </p:nvSpPr>
        <p:spPr>
          <a:xfrm>
            <a:off x="6595126" y="2027914"/>
            <a:ext cx="4893013" cy="1629686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7" name="矩形: 圆角 36"/>
          <p:cNvSpPr/>
          <p:nvPr>
            <p:custDataLst>
              <p:tags r:id="rId2"/>
            </p:custDataLst>
          </p:nvPr>
        </p:nvSpPr>
        <p:spPr>
          <a:xfrm>
            <a:off x="6595735" y="2027914"/>
            <a:ext cx="4893013" cy="500974"/>
          </a:xfrm>
          <a:prstGeom prst="roundRect">
            <a:avLst>
              <a:gd name="adj" fmla="val 6667"/>
            </a:avLst>
          </a:prstGeom>
          <a:solidFill>
            <a:srgbClr val="F5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9" name="矩形: 圆角 38"/>
          <p:cNvSpPr/>
          <p:nvPr>
            <p:custDataLst>
              <p:tags r:id="rId3"/>
            </p:custDataLst>
          </p:nvPr>
        </p:nvSpPr>
        <p:spPr>
          <a:xfrm>
            <a:off x="10992254" y="2027914"/>
            <a:ext cx="496493" cy="500974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1" name="L 形 40"/>
          <p:cNvSpPr/>
          <p:nvPr>
            <p:custDataLst>
              <p:tags r:id="rId4"/>
            </p:custDataLst>
          </p:nvPr>
        </p:nvSpPr>
        <p:spPr>
          <a:xfrm rot="18901858">
            <a:off x="11183113" y="2207573"/>
            <a:ext cx="141655" cy="141655"/>
          </a:xfrm>
          <a:prstGeom prst="corner">
            <a:avLst>
              <a:gd name="adj1" fmla="val 18750"/>
              <a:gd name="adj2" fmla="val 1562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3" name="矩形 42"/>
          <p:cNvSpPr/>
          <p:nvPr>
            <p:custDataLst>
              <p:tags r:id="rId5"/>
            </p:custDataLst>
          </p:nvPr>
        </p:nvSpPr>
        <p:spPr>
          <a:xfrm>
            <a:off x="6770226" y="2696812"/>
            <a:ext cx="4542815" cy="598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100" dirty="0">
                <a:solidFill>
                  <a:schemeClr val="accent5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要一边继续下载数据争取很快时间把耽误的进度补回来，同时要结合</a:t>
            </a:r>
            <a:r>
              <a:rPr lang="en-US" altLang="zh-CN" sz="1100" dirty="0">
                <a:solidFill>
                  <a:schemeClr val="accent5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 dirty="0">
                <a:solidFill>
                  <a:schemeClr val="accent5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以及自学的方式学习数据处理，要满足在需要数据训练时能够拿出数据。</a:t>
            </a:r>
            <a:endParaRPr kumimoji="1" lang="zh-CN" altLang="en-US" sz="1100" dirty="0">
              <a:solidFill>
                <a:schemeClr val="accent5">
                  <a:lumMod val="5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汉仪君黑-45简" panose="020B0604020202020204" charset="-122"/>
              <a:sym typeface="思源黑体 CN Medium" panose="020B0600000000000000" pitchFamily="34" charset="-122"/>
            </a:endParaRPr>
          </a:p>
        </p:txBody>
      </p:sp>
      <p:sp>
        <p:nvSpPr>
          <p:cNvPr id="45" name="矩形 44"/>
          <p:cNvSpPr/>
          <p:nvPr>
            <p:custDataLst>
              <p:tags r:id="rId6"/>
            </p:custDataLst>
          </p:nvPr>
        </p:nvSpPr>
        <p:spPr>
          <a:xfrm>
            <a:off x="6770226" y="2127340"/>
            <a:ext cx="1569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203864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双线作战</a:t>
            </a:r>
            <a:endParaRPr lang="zh-CN" altLang="en-US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7" name="矩形: 圆角 46"/>
          <p:cNvSpPr/>
          <p:nvPr>
            <p:custDataLst>
              <p:tags r:id="rId7"/>
            </p:custDataLst>
          </p:nvPr>
        </p:nvSpPr>
        <p:spPr>
          <a:xfrm>
            <a:off x="6595125" y="3914673"/>
            <a:ext cx="4893013" cy="614565"/>
          </a:xfrm>
          <a:prstGeom prst="roundRect">
            <a:avLst>
              <a:gd name="adj" fmla="val 6667"/>
            </a:avLst>
          </a:prstGeom>
          <a:solidFill>
            <a:srgbClr val="F5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9" name="矩形: 圆角 48"/>
          <p:cNvSpPr/>
          <p:nvPr>
            <p:custDataLst>
              <p:tags r:id="rId8"/>
            </p:custDataLst>
          </p:nvPr>
        </p:nvSpPr>
        <p:spPr>
          <a:xfrm>
            <a:off x="6595124" y="4887336"/>
            <a:ext cx="4893013" cy="614565"/>
          </a:xfrm>
          <a:prstGeom prst="roundRect">
            <a:avLst>
              <a:gd name="adj" fmla="val 6667"/>
            </a:avLst>
          </a:prstGeom>
          <a:solidFill>
            <a:srgbClr val="F5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51" name="矩形 50"/>
          <p:cNvSpPr/>
          <p:nvPr>
            <p:custDataLst>
              <p:tags r:id="rId9"/>
            </p:custDataLst>
          </p:nvPr>
        </p:nvSpPr>
        <p:spPr>
          <a:xfrm>
            <a:off x="7081511" y="3936285"/>
            <a:ext cx="4583880" cy="344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100" dirty="0">
                <a:solidFill>
                  <a:schemeClr val="accent5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要纠正之前的错误，听取老师以及学长的意见进行工作上的改错。</a:t>
            </a:r>
            <a:endParaRPr kumimoji="1" lang="zh-CN" altLang="en-US" sz="1100" dirty="0">
              <a:solidFill>
                <a:srgbClr val="2F3032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53" name="矩形 52"/>
          <p:cNvSpPr/>
          <p:nvPr>
            <p:custDataLst>
              <p:tags r:id="rId10"/>
            </p:custDataLst>
          </p:nvPr>
        </p:nvSpPr>
        <p:spPr>
          <a:xfrm>
            <a:off x="7081510" y="4917898"/>
            <a:ext cx="4583881" cy="344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100" dirty="0">
                <a:solidFill>
                  <a:schemeClr val="accent5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汉仪君黑-45简" panose="020B0604020202020204" charset="-122"/>
                <a:sym typeface="思源黑体 CN Medium" panose="020B0600000000000000" pitchFamily="34" charset="-122"/>
              </a:rPr>
              <a:t>要加快进度，不要继续沉溺在过年的氛围里，回归学习和工作。</a:t>
            </a:r>
            <a:endParaRPr kumimoji="1" lang="zh-CN" altLang="en-US" sz="1100" dirty="0">
              <a:solidFill>
                <a:srgbClr val="2F3032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55" name="矩形: 圆角 54"/>
          <p:cNvSpPr/>
          <p:nvPr>
            <p:custDataLst>
              <p:tags r:id="rId11"/>
            </p:custDataLst>
          </p:nvPr>
        </p:nvSpPr>
        <p:spPr>
          <a:xfrm>
            <a:off x="6595124" y="3931694"/>
            <a:ext cx="515341" cy="597543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01</a:t>
            </a:r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57" name="矩形: 圆角 56"/>
          <p:cNvSpPr/>
          <p:nvPr>
            <p:custDataLst>
              <p:tags r:id="rId12"/>
            </p:custDataLst>
          </p:nvPr>
        </p:nvSpPr>
        <p:spPr>
          <a:xfrm>
            <a:off x="6595124" y="4904358"/>
            <a:ext cx="515341" cy="597543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02</a:t>
            </a:r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pic>
        <p:nvPicPr>
          <p:cNvPr id="2" name="图片 1"/>
          <p:cNvPicPr/>
          <p:nvPr/>
        </p:nvPicPr>
        <p:blipFill>
          <a:blip r:embed="rId13"/>
          <a:stretch>
            <a:fillRect/>
          </a:stretch>
        </p:blipFill>
        <p:spPr>
          <a:xfrm>
            <a:off x="514350" y="1343025"/>
            <a:ext cx="5762625" cy="46094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77666" y="370087"/>
            <a:ext cx="348311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</a:rPr>
              <a:t>未来展望</a:t>
            </a:r>
            <a:endParaRPr lang="zh-CN" altLang="en-US" sz="32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任意多边形 39"/>
          <p:cNvSpPr/>
          <p:nvPr/>
        </p:nvSpPr>
        <p:spPr>
          <a:xfrm>
            <a:off x="1316343" y="0"/>
            <a:ext cx="9575380" cy="6858000"/>
          </a:xfrm>
          <a:custGeom>
            <a:avLst/>
            <a:gdLst>
              <a:gd name="connsiteX0" fmla="*/ 1626720 w 9575380"/>
              <a:gd name="connsiteY0" fmla="*/ 0 h 6858000"/>
              <a:gd name="connsiteX1" fmla="*/ 7948660 w 9575380"/>
              <a:gd name="connsiteY1" fmla="*/ 0 h 6858000"/>
              <a:gd name="connsiteX2" fmla="*/ 8006825 w 9575380"/>
              <a:gd name="connsiteY2" fmla="*/ 50383 h 6858000"/>
              <a:gd name="connsiteX3" fmla="*/ 9575380 w 9575380"/>
              <a:gd name="connsiteY3" fmla="*/ 3594315 h 6858000"/>
              <a:gd name="connsiteX4" fmla="*/ 8331625 w 9575380"/>
              <a:gd name="connsiteY4" fmla="*/ 6813447 h 6858000"/>
              <a:gd name="connsiteX5" fmla="*/ 8289148 w 9575380"/>
              <a:gd name="connsiteY5" fmla="*/ 6858000 h 6858000"/>
              <a:gd name="connsiteX6" fmla="*/ 1286233 w 9575380"/>
              <a:gd name="connsiteY6" fmla="*/ 6858000 h 6858000"/>
              <a:gd name="connsiteX7" fmla="*/ 1243755 w 9575380"/>
              <a:gd name="connsiteY7" fmla="*/ 6813447 h 6858000"/>
              <a:gd name="connsiteX8" fmla="*/ 0 w 9575380"/>
              <a:gd name="connsiteY8" fmla="*/ 3594315 h 6858000"/>
              <a:gd name="connsiteX9" fmla="*/ 1568556 w 9575380"/>
              <a:gd name="connsiteY9" fmla="*/ 503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575380" h="6858000">
                <a:moveTo>
                  <a:pt x="1626720" y="0"/>
                </a:moveTo>
                <a:lnTo>
                  <a:pt x="7948660" y="0"/>
                </a:lnTo>
                <a:lnTo>
                  <a:pt x="8006825" y="50383"/>
                </a:lnTo>
                <a:cubicBezTo>
                  <a:pt x="8970421" y="926184"/>
                  <a:pt x="9575380" y="2189602"/>
                  <a:pt x="9575380" y="3594315"/>
                </a:cubicBezTo>
                <a:cubicBezTo>
                  <a:pt x="9575380" y="4833768"/>
                  <a:pt x="9104391" y="5963216"/>
                  <a:pt x="8331625" y="6813447"/>
                </a:cubicBezTo>
                <a:lnTo>
                  <a:pt x="8289148" y="6858000"/>
                </a:lnTo>
                <a:lnTo>
                  <a:pt x="1286233" y="6858000"/>
                </a:lnTo>
                <a:lnTo>
                  <a:pt x="1243755" y="6813447"/>
                </a:lnTo>
                <a:cubicBezTo>
                  <a:pt x="470989" y="5963216"/>
                  <a:pt x="0" y="4833768"/>
                  <a:pt x="0" y="3594315"/>
                </a:cubicBezTo>
                <a:cubicBezTo>
                  <a:pt x="0" y="2189602"/>
                  <a:pt x="604959" y="926184"/>
                  <a:pt x="1568556" y="50383"/>
                </a:cubicBezTo>
                <a:close/>
              </a:path>
            </a:pathLst>
          </a:custGeom>
          <a:noFill/>
          <a:ln w="6350">
            <a:solidFill>
              <a:schemeClr val="accent1">
                <a:alpha val="3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1" name="任意多边形 40"/>
          <p:cNvSpPr/>
          <p:nvPr/>
        </p:nvSpPr>
        <p:spPr>
          <a:xfrm>
            <a:off x="1811175" y="0"/>
            <a:ext cx="8585716" cy="6858000"/>
          </a:xfrm>
          <a:custGeom>
            <a:avLst/>
            <a:gdLst>
              <a:gd name="connsiteX0" fmla="*/ 1946666 w 8585716"/>
              <a:gd name="connsiteY0" fmla="*/ 0 h 6858000"/>
              <a:gd name="connsiteX1" fmla="*/ 6639050 w 8585716"/>
              <a:gd name="connsiteY1" fmla="*/ 0 h 6858000"/>
              <a:gd name="connsiteX2" fmla="*/ 6693036 w 8585716"/>
              <a:gd name="connsiteY2" fmla="*/ 34610 h 6858000"/>
              <a:gd name="connsiteX3" fmla="*/ 8585716 w 8585716"/>
              <a:gd name="connsiteY3" fmla="*/ 3594314 h 6858000"/>
              <a:gd name="connsiteX4" fmla="*/ 7328367 w 8585716"/>
              <a:gd name="connsiteY4" fmla="*/ 6629822 h 6858000"/>
              <a:gd name="connsiteX5" fmla="*/ 7077308 w 8585716"/>
              <a:gd name="connsiteY5" fmla="*/ 6858000 h 6858000"/>
              <a:gd name="connsiteX6" fmla="*/ 1508408 w 8585716"/>
              <a:gd name="connsiteY6" fmla="*/ 6858000 h 6858000"/>
              <a:gd name="connsiteX7" fmla="*/ 1257349 w 8585716"/>
              <a:gd name="connsiteY7" fmla="*/ 6629822 h 6858000"/>
              <a:gd name="connsiteX8" fmla="*/ 0 w 8585716"/>
              <a:gd name="connsiteY8" fmla="*/ 3594314 h 6858000"/>
              <a:gd name="connsiteX9" fmla="*/ 1892681 w 8585716"/>
              <a:gd name="connsiteY9" fmla="*/ 3461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585716" h="6858000">
                <a:moveTo>
                  <a:pt x="1946666" y="0"/>
                </a:moveTo>
                <a:lnTo>
                  <a:pt x="6639050" y="0"/>
                </a:lnTo>
                <a:lnTo>
                  <a:pt x="6693036" y="34610"/>
                </a:lnTo>
                <a:cubicBezTo>
                  <a:pt x="7834943" y="806067"/>
                  <a:pt x="8585716" y="2112515"/>
                  <a:pt x="8585716" y="3594314"/>
                </a:cubicBezTo>
                <a:cubicBezTo>
                  <a:pt x="8585716" y="4779754"/>
                  <a:pt x="8105221" y="5852968"/>
                  <a:pt x="7328367" y="6629822"/>
                </a:cubicBezTo>
                <a:lnTo>
                  <a:pt x="7077308" y="6858000"/>
                </a:lnTo>
                <a:lnTo>
                  <a:pt x="1508408" y="6858000"/>
                </a:lnTo>
                <a:lnTo>
                  <a:pt x="1257349" y="6629822"/>
                </a:lnTo>
                <a:cubicBezTo>
                  <a:pt x="480495" y="5852968"/>
                  <a:pt x="0" y="4779754"/>
                  <a:pt x="0" y="3594314"/>
                </a:cubicBezTo>
                <a:cubicBezTo>
                  <a:pt x="0" y="2112515"/>
                  <a:pt x="750773" y="806067"/>
                  <a:pt x="1892681" y="34610"/>
                </a:cubicBezTo>
                <a:close/>
              </a:path>
            </a:pathLst>
          </a:custGeom>
          <a:noFill/>
          <a:ln w="25400">
            <a:solidFill>
              <a:schemeClr val="accent1">
                <a:alpha val="63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5" name="任意多边形 44"/>
          <p:cNvSpPr/>
          <p:nvPr/>
        </p:nvSpPr>
        <p:spPr>
          <a:xfrm>
            <a:off x="2337842" y="0"/>
            <a:ext cx="7532382" cy="6858000"/>
          </a:xfrm>
          <a:custGeom>
            <a:avLst/>
            <a:gdLst>
              <a:gd name="connsiteX0" fmla="*/ 2638689 w 7532382"/>
              <a:gd name="connsiteY0" fmla="*/ 0 h 6858000"/>
              <a:gd name="connsiteX1" fmla="*/ 4893694 w 7532382"/>
              <a:gd name="connsiteY1" fmla="*/ 0 h 6858000"/>
              <a:gd name="connsiteX2" fmla="*/ 5061134 w 7532382"/>
              <a:gd name="connsiteY2" fmla="*/ 56656 h 6858000"/>
              <a:gd name="connsiteX3" fmla="*/ 7532382 w 7532382"/>
              <a:gd name="connsiteY3" fmla="*/ 3594315 h 6858000"/>
              <a:gd name="connsiteX4" fmla="*/ 5719098 w 7532382"/>
              <a:gd name="connsiteY4" fmla="*/ 6815262 h 6858000"/>
              <a:gd name="connsiteX5" fmla="*/ 5644770 w 7532382"/>
              <a:gd name="connsiteY5" fmla="*/ 6858000 h 6858000"/>
              <a:gd name="connsiteX6" fmla="*/ 1887613 w 7532382"/>
              <a:gd name="connsiteY6" fmla="*/ 6858000 h 6858000"/>
              <a:gd name="connsiteX7" fmla="*/ 1813284 w 7532382"/>
              <a:gd name="connsiteY7" fmla="*/ 6815262 h 6858000"/>
              <a:gd name="connsiteX8" fmla="*/ 0 w 7532382"/>
              <a:gd name="connsiteY8" fmla="*/ 3594315 h 6858000"/>
              <a:gd name="connsiteX9" fmla="*/ 2471248 w 7532382"/>
              <a:gd name="connsiteY9" fmla="*/ 5665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532382" h="6858000">
                <a:moveTo>
                  <a:pt x="2638689" y="0"/>
                </a:moveTo>
                <a:lnTo>
                  <a:pt x="4893694" y="0"/>
                </a:lnTo>
                <a:lnTo>
                  <a:pt x="5061134" y="56656"/>
                </a:lnTo>
                <a:cubicBezTo>
                  <a:pt x="6503219" y="584674"/>
                  <a:pt x="7532382" y="1969307"/>
                  <a:pt x="7532382" y="3594315"/>
                </a:cubicBezTo>
                <a:cubicBezTo>
                  <a:pt x="7532382" y="4959322"/>
                  <a:pt x="6806204" y="6154720"/>
                  <a:pt x="5719098" y="6815262"/>
                </a:cubicBezTo>
                <a:lnTo>
                  <a:pt x="5644770" y="6858000"/>
                </a:lnTo>
                <a:lnTo>
                  <a:pt x="1887613" y="6858000"/>
                </a:lnTo>
                <a:lnTo>
                  <a:pt x="1813284" y="6815262"/>
                </a:lnTo>
                <a:cubicBezTo>
                  <a:pt x="726178" y="6154720"/>
                  <a:pt x="0" y="4959322"/>
                  <a:pt x="0" y="3594315"/>
                </a:cubicBezTo>
                <a:cubicBezTo>
                  <a:pt x="0" y="1969307"/>
                  <a:pt x="1029163" y="584674"/>
                  <a:pt x="2471248" y="56656"/>
                </a:cubicBezTo>
                <a:close/>
              </a:path>
            </a:pathLst>
          </a:custGeom>
          <a:noFill/>
          <a:ln w="38100">
            <a:solidFill>
              <a:schemeClr val="accent1">
                <a:alpha val="48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279391" y="1691321"/>
            <a:ext cx="5562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谢谢大家</a:t>
            </a:r>
            <a:endParaRPr lang="en-US" altLang="zh-CN" sz="80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  <a:p>
            <a:pPr algn="ctr"/>
            <a:r>
              <a:rPr lang="zh-CN" altLang="en-US" sz="8000" b="1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观看</a:t>
            </a:r>
            <a:endParaRPr lang="zh-CN" altLang="en-US" sz="80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035813" y="4350824"/>
            <a:ext cx="4120374" cy="706755"/>
            <a:chOff x="3837992" y="3494954"/>
            <a:chExt cx="4705350" cy="1182192"/>
          </a:xfrm>
        </p:grpSpPr>
        <p:sp>
          <p:nvSpPr>
            <p:cNvPr id="15" name="圆角矩形 14"/>
            <p:cNvSpPr/>
            <p:nvPr/>
          </p:nvSpPr>
          <p:spPr>
            <a:xfrm>
              <a:off x="3837992" y="3521653"/>
              <a:ext cx="4705350" cy="577048"/>
            </a:xfrm>
            <a:prstGeom prst="roundRect">
              <a:avLst>
                <a:gd name="adj" fmla="val 39004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4175179" y="3494954"/>
              <a:ext cx="4030979" cy="1182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25000"/>
                </a:lnSpc>
                <a:spcAft>
                  <a:spcPts val="800"/>
                </a:spcAft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汇报人：</a:t>
              </a:r>
              <a:r>
                <a:rPr lang="en-US" altLang="zh-CN" sz="16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XX</a:t>
              </a:r>
              <a:r>
                <a:rPr lang="zh-CN" altLang="en-US" sz="16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王奇</a:t>
              </a:r>
              <a:r>
                <a:rPr lang="en-US" altLang="zh-CN" sz="16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     </a:t>
              </a:r>
              <a:r>
                <a:rPr lang="zh-CN" altLang="en-US" sz="16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日期：</a:t>
              </a:r>
              <a:r>
                <a:rPr lang="en-US" altLang="zh-CN" sz="16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2026</a:t>
              </a:r>
              <a:r>
                <a:rPr lang="zh-CN" altLang="en-US" sz="16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年</a:t>
              </a:r>
              <a:r>
                <a:rPr lang="en-US" altLang="zh-CN" sz="16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3</a:t>
              </a:r>
              <a:r>
                <a:rPr lang="zh-CN" altLang="en-US" sz="16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月</a:t>
              </a:r>
              <a:endParaRPr lang="zh-CN" altLang="en-US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3022960" y="4813660"/>
            <a:ext cx="6751319" cy="32194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endParaRPr kumimoji="0" lang="zh-CN" altLang="en-US" sz="1000" b="0" i="0" u="none" strike="noStrike" kern="0" cap="none" spc="0" normalizeH="0" baseline="0" dirty="0">
              <a:solidFill>
                <a:schemeClr val="bg1">
                  <a:lumMod val="6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7.4,&quot;left&quot;:62.4863779527559,&quot;top&quot;:152.04472440944883,&quot;width&quot;:297.4}"/>
</p:tagLst>
</file>

<file path=ppt/tags/tag2.xml><?xml version="1.0" encoding="utf-8"?>
<p:tagLst xmlns:p="http://schemas.openxmlformats.org/presentationml/2006/main">
  <p:tag name="KSO_WM_DIAGRAM_VIRTUALLY_FRAME" val="{&quot;height&quot;:337.4,&quot;left&quot;:62.4863779527559,&quot;top&quot;:152.04472440944883,&quot;width&quot;:297.4}"/>
</p:tagLst>
</file>

<file path=ppt/tags/tag3.xml><?xml version="1.0" encoding="utf-8"?>
<p:tagLst xmlns:p="http://schemas.openxmlformats.org/presentationml/2006/main">
  <p:tag name="KSO_WM_DIAGRAM_VIRTUALLY_FRAME" val="{&quot;height&quot;:337.4,&quot;left&quot;:62.4863779527559,&quot;top&quot;:152.04472440944883,&quot;width&quot;:297.4}"/>
</p:tagLst>
</file>

<file path=ppt/tags/tag4.xml><?xml version="1.0" encoding="utf-8"?>
<p:tagLst xmlns:p="http://schemas.openxmlformats.org/presentationml/2006/main">
  <p:tag name="KSO_WM_DIAGRAM_VIRTUALLY_FRAME" val="{&quot;height&quot;:337.4,&quot;left&quot;:62.4863779527559,&quot;top&quot;:152.04472440944883,&quot;width&quot;:297.4}"/>
</p:tagLst>
</file>

<file path=ppt/tags/tag5.xml><?xml version="1.0" encoding="utf-8"?>
<p:tagLst xmlns:p="http://schemas.openxmlformats.org/presentationml/2006/main">
  <p:tag name="KSO_WM_DIAGRAM_VIRTUALLY_FRAME" val="{&quot;height&quot;:337.4,&quot;left&quot;:62.4863779527559,&quot;top&quot;:152.04472440944883,&quot;width&quot;:297.4}"/>
</p:tagLst>
</file>

<file path=ppt/tags/tag6.xml><?xml version="1.0" encoding="utf-8"?>
<p:tagLst xmlns:p="http://schemas.openxmlformats.org/presentationml/2006/main">
  <p:tag name="KSO_WM_DIAGRAM_VIRTUALLY_FRAME" val="{&quot;height&quot;:337.4,&quot;left&quot;:62.4863779527559,&quot;top&quot;:152.04472440944883,&quot;width&quot;:297.4}"/>
</p:tagLst>
</file>

<file path=ppt/tags/tag7.xml><?xml version="1.0" encoding="utf-8"?>
<p:tagLst xmlns:p="http://schemas.openxmlformats.org/presentationml/2006/main">
  <p:tag name="KSO_WM_DIAGRAM_VIRTUALLY_FRAME" val="{&quot;height&quot;:337.4,&quot;left&quot;:62.4863779527559,&quot;top&quot;:152.04472440944883,&quot;width&quot;:297.4}"/>
</p:tagLst>
</file>

<file path=ppt/tags/tag8.xml><?xml version="1.0" encoding="utf-8"?>
<p:tagLst xmlns:p="http://schemas.openxmlformats.org/presentationml/2006/main">
  <p:tag name="KSO_WM_DIAGRAM_VIRTUALLY_FRAME" val="{&quot;height&quot;:337.4,&quot;left&quot;:62.4863779527559,&quot;top&quot;:152.04472440944883,&quot;width&quot;:297.4}"/>
</p:tagLst>
</file>

<file path=ppt/tags/tag9.xml><?xml version="1.0" encoding="utf-8"?>
<p:tagLst xmlns:p="http://schemas.openxmlformats.org/presentationml/2006/main">
  <p:tag name="KSO_WM_DIAGRAM_VIRTUALLY_FRAME" val="{&quot;height&quot;:337.4,&quot;left&quot;:62.4863779527559,&quot;top&quot;:152.04472440944883,&quot;width&quot;:297.4}"/>
</p:tagLst>
</file>

<file path=ppt/tags/tag10.xml><?xml version="1.0" encoding="utf-8"?>
<p:tagLst xmlns:p="http://schemas.openxmlformats.org/presentationml/2006/main">
  <p:tag name="KSO_WM_BEAUTIFY_FLAG" val=""/>
  <p:tag name="KSO_WM_DIAGRAM_VIRTUALLY_FRAME" val="{&quot;height&quot;:334.6048031496063,&quot;left&quot;:66.9827559055118,&quot;top&quot;:128.3284251968504,&quot;width&quot;:846.1583464566929}"/>
</p:tagLst>
</file>

<file path=ppt/tags/tag11.xml><?xml version="1.0" encoding="utf-8"?>
<p:tagLst xmlns:p="http://schemas.openxmlformats.org/presentationml/2006/main">
  <p:tag name="KSO_WM_BEAUTIFY_FLAG" val=""/>
  <p:tag name="KSO_WM_DIAGRAM_VIRTUALLY_FRAME" val="{&quot;height&quot;:334.6048031496063,&quot;left&quot;:66.9827559055118,&quot;top&quot;:128.3284251968504,&quot;width&quot;:846.1583464566929}"/>
</p:tagLst>
</file>

<file path=ppt/tags/tag12.xml><?xml version="1.0" encoding="utf-8"?>
<p:tagLst xmlns:p="http://schemas.openxmlformats.org/presentationml/2006/main">
  <p:tag name="KSO_WM_BEAUTIFY_FLAG" val=""/>
  <p:tag name="KSO_WM_DIAGRAM_VIRTUALLY_FRAME" val="{&quot;height&quot;:334.6048031496063,&quot;left&quot;:66.9827559055118,&quot;top&quot;:128.3284251968504,&quot;width&quot;:846.1583464566929}"/>
</p:tagLst>
</file>

<file path=ppt/tags/tag13.xml><?xml version="1.0" encoding="utf-8"?>
<p:tagLst xmlns:p="http://schemas.openxmlformats.org/presentationml/2006/main">
  <p:tag name="KSO_WM_BEAUTIFY_FLAG" val=""/>
  <p:tag name="KSO_WM_DIAGRAM_VIRTUALLY_FRAME" val="{&quot;height&quot;:334.6048031496063,&quot;left&quot;:66.9827559055118,&quot;top&quot;:128.3284251968504,&quot;width&quot;:846.1583464566929}"/>
</p:tagLst>
</file>

<file path=ppt/tags/tag14.xml><?xml version="1.0" encoding="utf-8"?>
<p:tagLst xmlns:p="http://schemas.openxmlformats.org/presentationml/2006/main">
  <p:tag name="KSO_WM_BEAUTIFY_FLAG" val=""/>
  <p:tag name="KSO_WM_DIAGRAM_VIRTUALLY_FRAME" val="{&quot;height&quot;:334.6048031496063,&quot;left&quot;:66.9827559055118,&quot;top&quot;:128.3284251968504,&quot;width&quot;:846.1583464566929}"/>
</p:tagLst>
</file>

<file path=ppt/tags/tag15.xml><?xml version="1.0" encoding="utf-8"?>
<p:tagLst xmlns:p="http://schemas.openxmlformats.org/presentationml/2006/main">
  <p:tag name="KSO_WM_BEAUTIFY_FLAG" val=""/>
  <p:tag name="KSO_WM_DIAGRAM_VIRTUALLY_FRAME" val="{&quot;height&quot;:334.6048031496063,&quot;left&quot;:66.9827559055118,&quot;top&quot;:128.3284251968504,&quot;width&quot;:846.1583464566929}"/>
</p:tagLst>
</file>

<file path=ppt/tags/tag16.xml><?xml version="1.0" encoding="utf-8"?>
<p:tagLst xmlns:p="http://schemas.openxmlformats.org/presentationml/2006/main">
  <p:tag name="KSO_WM_BEAUTIFY_FLAG" val=""/>
  <p:tag name="KSO_WM_DIAGRAM_VIRTUALLY_FRAME" val="{&quot;height&quot;:334.6048031496063,&quot;left&quot;:66.9827559055118,&quot;top&quot;:128.3284251968504,&quot;width&quot;:846.1583464566929}"/>
</p:tagLst>
</file>

<file path=ppt/tags/tag17.xml><?xml version="1.0" encoding="utf-8"?>
<p:tagLst xmlns:p="http://schemas.openxmlformats.org/presentationml/2006/main">
  <p:tag name="KSO_WM_BEAUTIFY_FLAG" val=""/>
  <p:tag name="KSO_WM_DIAGRAM_VIRTUALLY_FRAME" val="{&quot;height&quot;:334.6048031496063,&quot;left&quot;:66.9827559055118,&quot;top&quot;:128.3284251968504,&quot;width&quot;:846.1583464566929}"/>
</p:tagLst>
</file>

<file path=ppt/tags/tag18.xml><?xml version="1.0" encoding="utf-8"?>
<p:tagLst xmlns:p="http://schemas.openxmlformats.org/presentationml/2006/main">
  <p:tag name="KSO_WM_BEAUTIFY_FLAG" val=""/>
  <p:tag name="KSO_WM_DIAGRAM_VIRTUALLY_FRAME" val="{&quot;height&quot;:334.6048031496063,&quot;left&quot;:66.9827559055118,&quot;top&quot;:128.3284251968504,&quot;width&quot;:846.1583464566929}"/>
</p:tagLst>
</file>

<file path=ppt/tags/tag19.xml><?xml version="1.0" encoding="utf-8"?>
<p:tagLst xmlns:p="http://schemas.openxmlformats.org/presentationml/2006/main">
  <p:tag name="KSO_WM_BEAUTIFY_FLAG" val=""/>
  <p:tag name="KSO_WM_DIAGRAM_VIRTUALLY_FRAME" val="{&quot;height&quot;:334.6048031496063,&quot;left&quot;:66.9827559055118,&quot;top&quot;:128.3284251968504,&quot;width&quot;:846.1583464566929}"/>
</p:tagLst>
</file>

<file path=ppt/tags/tag20.xml><?xml version="1.0" encoding="utf-8"?>
<p:tagLst xmlns:p="http://schemas.openxmlformats.org/presentationml/2006/main">
  <p:tag name="KSO_WM_BEAUTIFY_FLAG" val=""/>
  <p:tag name="KSO_WM_DIAGRAM_VIRTUALLY_FRAME" val="{&quot;height&quot;:334.6048031496063,&quot;left&quot;:66.9827559055118,&quot;top&quot;:128.3284251968504,&quot;width&quot;:846.1583464566929}"/>
</p:tagLst>
</file>

<file path=ppt/tags/tag21.xml><?xml version="1.0" encoding="utf-8"?>
<p:tagLst xmlns:p="http://schemas.openxmlformats.org/presentationml/2006/main">
  <p:tag name="KSO_WM_BEAUTIFY_FLAG" val=""/>
  <p:tag name="KSO_WM_DIAGRAM_VIRTUALLY_FRAME" val="{&quot;height&quot;:334.6048031496063,&quot;left&quot;:66.9827559055118,&quot;top&quot;:128.3284251968504,&quot;width&quot;:846.1583464566929}"/>
</p:tagLst>
</file>

<file path=ppt/tags/tag22.xml><?xml version="1.0" encoding="utf-8"?>
<p:tagLst xmlns:p="http://schemas.openxmlformats.org/presentationml/2006/main">
  <p:tag name="KSO_WM_DIAGRAM_VIRTUALLY_FRAME" val="{&quot;height&quot;:339.20480314960645,&quot;left&quot;:220.51779527559057,&quot;top&quot;:133.42220472440945,&quot;width&quot;:518.9645669291338}"/>
</p:tagLst>
</file>

<file path=ppt/tags/tag23.xml><?xml version="1.0" encoding="utf-8"?>
<p:tagLst xmlns:p="http://schemas.openxmlformats.org/presentationml/2006/main">
  <p:tag name="KSO_WM_DIAGRAM_VIRTUALLY_FRAME" val="{&quot;height&quot;:339.20480314960645,&quot;left&quot;:220.51779527559057,&quot;top&quot;:133.42220472440945,&quot;width&quot;:518.9645669291338}"/>
</p:tagLst>
</file>

<file path=ppt/tags/tag24.xml><?xml version="1.0" encoding="utf-8"?>
<p:tagLst xmlns:p="http://schemas.openxmlformats.org/presentationml/2006/main">
  <p:tag name="KSO_WM_DIAGRAM_VIRTUALLY_FRAME" val="{&quot;height&quot;:339.20480314960645,&quot;left&quot;:220.51779527559057,&quot;top&quot;:133.42220472440945,&quot;width&quot;:518.9645669291338}"/>
</p:tagLst>
</file>

<file path=ppt/tags/tag25.xml><?xml version="1.0" encoding="utf-8"?>
<p:tagLst xmlns:p="http://schemas.openxmlformats.org/presentationml/2006/main">
  <p:tag name="KSO_WM_DIAGRAM_VIRTUALLY_FRAME" val="{&quot;height&quot;:339.20480314960645,&quot;left&quot;:220.51779527559057,&quot;top&quot;:133.42220472440945,&quot;width&quot;:518.9645669291338}"/>
</p:tagLst>
</file>

<file path=ppt/tags/tag26.xml><?xml version="1.0" encoding="utf-8"?>
<p:tagLst xmlns:p="http://schemas.openxmlformats.org/presentationml/2006/main">
  <p:tag name="KSO_WM_DIAGRAM_VIRTUALLY_FRAME" val="{&quot;height&quot;:339.20480314960645,&quot;left&quot;:220.51779527559057,&quot;top&quot;:133.42220472440945,&quot;width&quot;:518.9645669291338}"/>
</p:tagLst>
</file>

<file path=ppt/tags/tag27.xml><?xml version="1.0" encoding="utf-8"?>
<p:tagLst xmlns:p="http://schemas.openxmlformats.org/presentationml/2006/main">
  <p:tag name="KSO_WM_DIAGRAM_VIRTUALLY_FRAME" val="{&quot;height&quot;:339.20480314960645,&quot;left&quot;:220.51779527559057,&quot;top&quot;:133.42220472440945,&quot;width&quot;:518.9645669291338}"/>
</p:tagLst>
</file>

<file path=ppt/tags/tag28.xml><?xml version="1.0" encoding="utf-8"?>
<p:tagLst xmlns:p="http://schemas.openxmlformats.org/presentationml/2006/main">
  <p:tag name="KSO_WM_DIAGRAM_VIRTUALLY_FRAME" val="{&quot;height&quot;:339.20480314960645,&quot;left&quot;:220.51779527559057,&quot;top&quot;:133.42220472440945,&quot;width&quot;:518.9645669291338}"/>
</p:tagLst>
</file>

<file path=ppt/tags/tag29.xml><?xml version="1.0" encoding="utf-8"?>
<p:tagLst xmlns:p="http://schemas.openxmlformats.org/presentationml/2006/main">
  <p:tag name="KSO_WM_DIAGRAM_VIRTUALLY_FRAME" val="{&quot;height&quot;:339.20480314960645,&quot;left&quot;:220.51779527559057,&quot;top&quot;:133.42220472440945,&quot;width&quot;:518.9645669291338}"/>
</p:tagLst>
</file>

<file path=ppt/tags/tag30.xml><?xml version="1.0" encoding="utf-8"?>
<p:tagLst xmlns:p="http://schemas.openxmlformats.org/presentationml/2006/main">
  <p:tag name="KSO_WM_DIAGRAM_VIRTUALLY_FRAME" val="{&quot;height&quot;:339.20480314960645,&quot;left&quot;:220.51779527559057,&quot;top&quot;:133.42220472440945,&quot;width&quot;:518.9645669291338}"/>
</p:tagLst>
</file>

<file path=ppt/tags/tag31.xml><?xml version="1.0" encoding="utf-8"?>
<p:tagLst xmlns:p="http://schemas.openxmlformats.org/presentationml/2006/main">
  <p:tag name="KSO_WM_DIAGRAM_VIRTUALLY_FRAME" val="{&quot;height&quot;:339.20480314960645,&quot;left&quot;:220.51779527559057,&quot;top&quot;:133.42220472440945,&quot;width&quot;:518.9645669291338}"/>
</p:tagLst>
</file>

<file path=ppt/tags/tag32.xml><?xml version="1.0" encoding="utf-8"?>
<p:tagLst xmlns:p="http://schemas.openxmlformats.org/presentationml/2006/main">
  <p:tag name="KSO_WM_DIAGRAM_VIRTUALLY_FRAME" val="{&quot;height&quot;:339.20480314960645,&quot;left&quot;:220.51779527559057,&quot;top&quot;:133.42220472440945,&quot;width&quot;:518.9645669291338}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COMMONDATA" val="eyJoZGlkIjoiNWFjOTkwNDJhZGJlZDBlMzZhNjFiNzI3NDk5YmI2OTUifQ=="/>
  <p:tag name="commondata" val="eyJoZGlkIjoiODViZmQwYjNiY2EwYTI4N2Q2NWRiMDE2MDM0MTU1YzI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0">
      <a:majorFont>
        <a:latin typeface="思源黑体 CN Medium"/>
        <a:ea typeface="思源黑体 CN Medium"/>
        <a:cs typeface=""/>
      </a:majorFont>
      <a:minorFont>
        <a:latin typeface="思源黑体 CN Medium"/>
        <a:ea typeface="思源黑体 CN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966</Words>
  <Application>WPS 演示</Application>
  <PresentationFormat>宽屏</PresentationFormat>
  <Paragraphs>111</Paragraphs>
  <Slides>11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0" baseType="lpstr">
      <vt:lpstr>Arial</vt:lpstr>
      <vt:lpstr>宋体</vt:lpstr>
      <vt:lpstr>Wingdings</vt:lpstr>
      <vt:lpstr>Arial</vt:lpstr>
      <vt:lpstr>微软雅黑 Light</vt:lpstr>
      <vt:lpstr>思源黑体 CN Medium</vt:lpstr>
      <vt:lpstr>黑体</vt:lpstr>
      <vt:lpstr>OPPOSans B</vt:lpstr>
      <vt:lpstr>微软雅黑</vt:lpstr>
      <vt:lpstr>汉仪君黑-45简</vt:lpstr>
      <vt:lpstr>Arial Unicode MS</vt:lpstr>
      <vt:lpstr>等线</vt:lpstr>
      <vt:lpstr>Calibri</vt:lpstr>
      <vt:lpstr>思源黑体 CN Medium</vt:lpstr>
      <vt:lpstr>OPPOSans B</vt:lpstr>
      <vt:lpstr>汉仪君黑-45简</vt:lpstr>
      <vt:lpstr>AMGDT</vt:lpstr>
      <vt:lpstr>仿宋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翰星 昔</dc:creator>
  <cp:lastModifiedBy>王奇</cp:lastModifiedBy>
  <cp:revision>14</cp:revision>
  <dcterms:created xsi:type="dcterms:W3CDTF">2024-01-23T12:15:00Z</dcterms:created>
  <dcterms:modified xsi:type="dcterms:W3CDTF">2026-03-14T05:07:13Z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2CEEDC74633D4C2D8220C5A9F4D9D2EC_11</vt:lpwstr>
  </property>
  <property fmtid="{D5CDD505-2E9C-101B-9397-08002B2CF9AE}" pid="3" name="KSOProductBuildVer">
    <vt:lpwstr>2052-12.1.0.24034</vt:lpwstr>
  </property>
  <property fmtid="{D5CDD505-2E9C-101B-9397-08002B2CF9AE}" pid="4" name="KSOTemplateUUID">
    <vt:lpwstr>v1.0_mb_HFPYVPdzo54g4IYoHV5QLg==</vt:lpwstr>
  </property>
</Properties>
</file>