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大家好，我是来自XX专业的大一学生，正在进行我的大创项目。目前，我已经完成了项目的初步准备工作。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首先，在软件基础方面，我学习了专业的遥感图像处理软件ENVI，并掌握了其基本的操作方法，能够处理遥感影像的基础数据。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更重要的是，为了提升项目的效率和灵活性，我正在将编程引入到项目中，学习使用Python来处理卫星数据。目前已经能够编写一些基础的预处理代码，比如利用Rasterio库读取影像和计算植被指数（NDVI）等。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大家请看右侧的图片，这展示的就是我正在编写和调试的部分Python代码，通过代码我可以更灵活地定制数据处理流程。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5.jpeg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image" Target="../media/image4.sv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4F8">
                <a:alpha val="100000"/>
              </a:srgbClr>
            </a:gs>
            <a:gs pos="100000">
              <a:srgbClr val="D9E2EC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4025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大创项目进展汇报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76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2032000"/>
            <a:ext cx="4826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1574800" y="2235200"/>
            <a:ext cx="3759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软件基础学习 (ENVI)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574800" y="2641600"/>
            <a:ext cx="3759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掌握ENVI软件基本操作，能完成遥感图像的辐射定标、大气校正等基础预处理流程。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762000" y="3683000"/>
            <a:ext cx="4826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336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3937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1"/>
            </p:custDataLst>
          </p:nvPr>
        </p:nvSpPr>
        <p:spPr>
          <a:xfrm>
            <a:off x="1574800" y="3886200"/>
            <a:ext cx="3759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编程结合应用 (Python)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1574800" y="4292600"/>
            <a:ext cx="3759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引入Python进行自动化处理，</a:t>
            </a:r>
            <a:r>
              <a:rPr lang="zh-CN" alt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仍在</a:t>
            </a:r>
            <a:r>
              <a:rPr lang="zh-CN" alt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学习中</a:t>
            </a:r>
            <a:endParaRPr lang="zh-CN" alt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096000" y="2032000"/>
            <a:ext cx="4826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  <a:effectLst>
            <a:outerShdw blurRad="254000" dist="101600" dir="54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6223000" y="2159000"/>
            <a:ext cx="4572000" cy="2571750"/>
          </a:xfrm>
          <a:prstGeom prst="roundRect">
            <a:avLst>
              <a:gd name="adj" fmla="val 4938"/>
            </a:avLst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0,&quot;left&quot;:60,&quot;top&quot;:160,&quot;width&quot;:380}"/>
</p:tagLst>
</file>

<file path=ppt/tags/tag2.xml><?xml version="1.0" encoding="utf-8"?>
<p:tagLst xmlns:p="http://schemas.openxmlformats.org/presentationml/2006/main">
  <p:tag name="KSO_WM_DIAGRAM_VIRTUALLY_FRAME" val="{&quot;height&quot;:260,&quot;left&quot;:60,&quot;top&quot;:160,&quot;width&quot;:380}"/>
</p:tagLst>
</file>

<file path=ppt/tags/tag3.xml><?xml version="1.0" encoding="utf-8"?>
<p:tagLst xmlns:p="http://schemas.openxmlformats.org/presentationml/2006/main">
  <p:tag name="KSO_WM_DIAGRAM_VIRTUALLY_FRAME" val="{&quot;height&quot;:260,&quot;left&quot;:60,&quot;top&quot;:160,&quot;width&quot;:380}"/>
</p:tagLst>
</file>

<file path=ppt/tags/tag4.xml><?xml version="1.0" encoding="utf-8"?>
<p:tagLst xmlns:p="http://schemas.openxmlformats.org/presentationml/2006/main">
  <p:tag name="KSO_WM_DIAGRAM_VIRTUALLY_FRAME" val="{&quot;height&quot;:260,&quot;left&quot;:60,&quot;top&quot;:160,&quot;width&quot;:380}"/>
</p:tagLst>
</file>

<file path=ppt/tags/tag5.xml><?xml version="1.0" encoding="utf-8"?>
<p:tagLst xmlns:p="http://schemas.openxmlformats.org/presentationml/2006/main">
  <p:tag name="KSO_WM_DIAGRAM_VIRTUALLY_FRAME" val="{&quot;height&quot;:260,&quot;left&quot;:60,&quot;top&quot;:160,&quot;width&quot;:380}"/>
</p:tagLst>
</file>

<file path=ppt/tags/tag6.xml><?xml version="1.0" encoding="utf-8"?>
<p:tagLst xmlns:p="http://schemas.openxmlformats.org/presentationml/2006/main">
  <p:tag name="KSO_WM_DIAGRAM_VIRTUALLY_FRAME" val="{&quot;height&quot;:260,&quot;left&quot;:60,&quot;top&quot;:160,&quot;width&quot;:380}"/>
</p:tagLst>
</file>

<file path=ppt/tags/tag7.xml><?xml version="1.0" encoding="utf-8"?>
<p:tagLst xmlns:p="http://schemas.openxmlformats.org/presentationml/2006/main">
  <p:tag name="KSO_WM_DIAGRAM_VIRTUALLY_FRAME" val="{&quot;height&quot;:260,&quot;left&quot;:60,&quot;top&quot;:160,&quot;width&quot;:380}"/>
</p:tagLst>
</file>

<file path=ppt/tags/tag8.xml><?xml version="1.0" encoding="utf-8"?>
<p:tagLst xmlns:p="http://schemas.openxmlformats.org/presentationml/2006/main">
  <p:tag name="KSO_WM_DIAGRAM_VIRTUALLY_FRAME" val="{&quot;height&quot;:260,&quot;left&quot;:60,&quot;top&quot;:160,&quot;width&quot;:38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</Words>
  <Application>WPS 演示</Application>
  <PresentationFormat/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李文谦</cp:lastModifiedBy>
  <cp:revision>1</cp:revision>
  <dcterms:created xsi:type="dcterms:W3CDTF">2026-03-28T14:45:58Z</dcterms:created>
  <dcterms:modified xsi:type="dcterms:W3CDTF">2026-03-28T14:45:58Z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538C6C6FDE78460EBBFD37F1E45AE93A_12</vt:lpwstr>
  </property>
  <property fmtid="{D5CDD505-2E9C-101B-9397-08002B2CF9AE}" pid="3" name="KSOProductBuildVer">
    <vt:lpwstr>2052-12.1.0.24657</vt:lpwstr>
  </property>
</Properties>
</file>